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ags/tag2.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7.xml" ContentType="application/vnd.openxmlformats-officedocument.theme+xml"/>
  <Override PartName="/ppt/slideLayouts/slideLayout66.xml" ContentType="application/vnd.openxmlformats-officedocument.presentationml.slideLayout+xml"/>
  <Override PartName="/ppt/theme/theme8.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9.xml" ContentType="application/vnd.openxmlformats-officedocument.theme+xml"/>
  <Override PartName="/ppt/slideLayouts/slideLayout118.xml" ContentType="application/vnd.openxmlformats-officedocument.presentationml.slideLayout+xml"/>
  <Override PartName="/ppt/theme/theme10.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1.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6"/>
    <p:sldMasterId id="2147483834" r:id="rId7"/>
    <p:sldMasterId id="2147483839" r:id="rId8"/>
    <p:sldMasterId id="2147483841" r:id="rId9"/>
    <p:sldMasterId id="2147483845" r:id="rId10"/>
    <p:sldMasterId id="2147483850" r:id="rId11"/>
    <p:sldMasterId id="2147483852" r:id="rId12"/>
    <p:sldMasterId id="2147483856" r:id="rId13"/>
    <p:sldMasterId id="2147483860" r:id="rId14"/>
    <p:sldMasterId id="2147483912" r:id="rId15"/>
    <p:sldMasterId id="2147483914" r:id="rId16"/>
    <p:sldMasterId id="2147483922" r:id="rId17"/>
  </p:sldMasterIdLst>
  <p:notesMasterIdLst>
    <p:notesMasterId r:id="rId53"/>
  </p:notesMasterIdLst>
  <p:sldIdLst>
    <p:sldId id="2134805339" r:id="rId18"/>
    <p:sldId id="354" r:id="rId19"/>
    <p:sldId id="341" r:id="rId20"/>
    <p:sldId id="2147478660" r:id="rId21"/>
    <p:sldId id="2147473485" r:id="rId22"/>
    <p:sldId id="2147478661" r:id="rId23"/>
    <p:sldId id="2147473486" r:id="rId24"/>
    <p:sldId id="2147478279" r:id="rId25"/>
    <p:sldId id="2147478024" r:id="rId26"/>
    <p:sldId id="2147473487" r:id="rId27"/>
    <p:sldId id="2147478405" r:id="rId28"/>
    <p:sldId id="2147478656" r:id="rId29"/>
    <p:sldId id="2147478400" r:id="rId30"/>
    <p:sldId id="2147478662" r:id="rId31"/>
    <p:sldId id="307" r:id="rId32"/>
    <p:sldId id="2147477683" r:id="rId33"/>
    <p:sldId id="2134805322" r:id="rId34"/>
    <p:sldId id="360" r:id="rId35"/>
    <p:sldId id="361" r:id="rId36"/>
    <p:sldId id="2134805349" r:id="rId37"/>
    <p:sldId id="353" r:id="rId38"/>
    <p:sldId id="2147478663" r:id="rId39"/>
    <p:sldId id="355" r:id="rId40"/>
    <p:sldId id="2147478664" r:id="rId41"/>
    <p:sldId id="2147478665" r:id="rId42"/>
    <p:sldId id="2147478666" r:id="rId43"/>
    <p:sldId id="357" r:id="rId44"/>
    <p:sldId id="2134805343" r:id="rId45"/>
    <p:sldId id="2134805344" r:id="rId46"/>
    <p:sldId id="2134805340" r:id="rId47"/>
    <p:sldId id="2134805346" r:id="rId48"/>
    <p:sldId id="2134805341" r:id="rId49"/>
    <p:sldId id="358" r:id="rId50"/>
    <p:sldId id="345" r:id="rId51"/>
    <p:sldId id="329" r:id="rId52"/>
  </p:sldIdLst>
  <p:sldSz cx="9144000" cy="5143500" type="screen16x9"/>
  <p:notesSz cx="6870700" cy="100076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001D47"/>
    <a:srgbClr val="E23B3B"/>
    <a:srgbClr val="0A0908"/>
    <a:srgbClr val="F7B737"/>
    <a:srgbClr val="001135"/>
    <a:srgbClr val="FF8B10"/>
    <a:srgbClr val="666666"/>
    <a:srgbClr val="333333"/>
    <a:srgbClr val="FFFFFF"/>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1C43DF-FC12-4AE2-8229-9E720A7D94B0}" v="81" dt="2025-06-10T06:54:59.1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0" d="100"/>
          <a:sy n="160" d="100"/>
        </p:scale>
        <p:origin x="20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8.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slide" Target="slides/slide30.xml"/><Relationship Id="rId50" Type="http://schemas.openxmlformats.org/officeDocument/2006/relationships/slide" Target="slides/slide33.xml"/><Relationship Id="rId55" Type="http://schemas.openxmlformats.org/officeDocument/2006/relationships/presProps" Target="presProp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Master" Target="slideMasters/slideMaster11.xml"/><Relationship Id="rId29" Type="http://schemas.openxmlformats.org/officeDocument/2006/relationships/slide" Target="slides/slide12.xml"/><Relationship Id="rId11" Type="http://schemas.openxmlformats.org/officeDocument/2006/relationships/slideMaster" Target="slideMasters/slideMaster6.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customXml" Target="../customXml/item5.xml"/><Relationship Id="rId19" Type="http://schemas.openxmlformats.org/officeDocument/2006/relationships/slide" Target="slides/slide2.xml"/><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Master" Target="slideMasters/slideMaster9.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slide" Target="slides/slide31.xml"/><Relationship Id="rId56" Type="http://schemas.openxmlformats.org/officeDocument/2006/relationships/viewProps" Target="viewProps.xml"/><Relationship Id="rId8" Type="http://schemas.openxmlformats.org/officeDocument/2006/relationships/slideMaster" Target="slideMasters/slideMaster3.xml"/><Relationship Id="rId51" Type="http://schemas.openxmlformats.org/officeDocument/2006/relationships/slide" Target="slides/slide34.xml"/><Relationship Id="rId3" Type="http://schemas.openxmlformats.org/officeDocument/2006/relationships/customXml" Target="../customXml/item3.xml"/><Relationship Id="rId12" Type="http://schemas.openxmlformats.org/officeDocument/2006/relationships/slideMaster" Target="slideMasters/slideMaster7.xml"/><Relationship Id="rId17" Type="http://schemas.openxmlformats.org/officeDocument/2006/relationships/slideMaster" Target="slideMasters/slideMaster12.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microsoft.com/office/2015/10/relationships/revisionInfo" Target="revisionInfo.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Master" Target="slideMasters/slideMaster10.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theme" Target="theme/theme1.xml"/><Relationship Id="rId10" Type="http://schemas.openxmlformats.org/officeDocument/2006/relationships/slideMaster" Target="slideMasters/slideMaster5.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B7AC7A-2565-458C-83B1-7E201ECBE239}" type="doc">
      <dgm:prSet loTypeId="urn:microsoft.com/office/officeart/2005/8/layout/hierarchy6" loCatId="hierarchy" qsTypeId="urn:microsoft.com/office/officeart/2005/8/quickstyle/simple5" qsCatId="simple" csTypeId="urn:microsoft.com/office/officeart/2005/8/colors/accent1_1" csCatId="accent1" phldr="1"/>
      <dgm:spPr/>
      <dgm:t>
        <a:bodyPr/>
        <a:lstStyle/>
        <a:p>
          <a:endParaRPr lang="en-US"/>
        </a:p>
      </dgm:t>
    </dgm:pt>
    <dgm:pt modelId="{28FD9947-5F68-4B40-9B72-C5E0A6C894FD}">
      <dgm:prSet custT="1"/>
      <dgm:spPr/>
      <dgm:t>
        <a:bodyPr/>
        <a:lstStyle/>
        <a:p>
          <a:r>
            <a:rPr lang="en-US" sz="700" b="1">
              <a:latin typeface="Meiryo UI" panose="020B0604030504040204" pitchFamily="34" charset="-128"/>
              <a:ea typeface="Meiryo UI" panose="020B0604030504040204" pitchFamily="34" charset="-128"/>
            </a:rPr>
            <a:t>PGM</a:t>
          </a:r>
          <a:r>
            <a:rPr lang="en-US" sz="700" b="0">
              <a:latin typeface="Meiryo UI" panose="020B0604030504040204" pitchFamily="34" charset="-128"/>
              <a:ea typeface="Meiryo UI" panose="020B0604030504040204" pitchFamily="34" charset="-128"/>
            </a:rPr>
            <a:t> </a:t>
          </a:r>
        </a:p>
        <a:p>
          <a:r>
            <a:rPr lang="en-US" sz="700" b="0">
              <a:solidFill>
                <a:srgbClr val="00B050"/>
              </a:solidFill>
              <a:latin typeface="Meiryo UI" panose="020B0604030504040204" pitchFamily="34" charset="-128"/>
              <a:ea typeface="Meiryo UI" panose="020B0604030504040204" pitchFamily="34" charset="-128"/>
            </a:rPr>
            <a:t>Ikawa</a:t>
          </a:r>
          <a:endParaRPr lang="en-US" sz="800" b="0">
            <a:solidFill>
              <a:srgbClr val="00B050"/>
            </a:solidFill>
            <a:latin typeface="Meiryo UI" panose="020B0604030504040204" pitchFamily="34" charset="-128"/>
            <a:ea typeface="Meiryo UI" panose="020B0604030504040204" pitchFamily="34" charset="-128"/>
          </a:endParaRPr>
        </a:p>
      </dgm:t>
    </dgm:pt>
    <dgm:pt modelId="{73E9D67D-19C8-4724-85B9-A3A7A3E572CA}" type="parTrans" cxnId="{0F2FDB63-C070-4ACE-8EFF-4B98611A1AFD}">
      <dgm:prSet/>
      <dgm:spPr/>
      <dgm:t>
        <a:bodyPr/>
        <a:lstStyle/>
        <a:p>
          <a:endParaRPr lang="en-US"/>
        </a:p>
      </dgm:t>
    </dgm:pt>
    <dgm:pt modelId="{F6ADDF9E-F5A3-4B2F-915B-25259BFFC3A4}" type="sibTrans" cxnId="{0F2FDB63-C070-4ACE-8EFF-4B98611A1AFD}">
      <dgm:prSet/>
      <dgm:spPr/>
      <dgm:t>
        <a:bodyPr/>
        <a:lstStyle/>
        <a:p>
          <a:endParaRPr lang="en-US"/>
        </a:p>
      </dgm:t>
    </dgm:pt>
    <dgm:pt modelId="{4A7EA8DD-18EC-499C-870D-6CC47DD087B3}">
      <dgm:prSet custT="1"/>
      <dgm:spPr/>
      <dgm:t>
        <a:bodyPr/>
        <a:lstStyle/>
        <a:p>
          <a:r>
            <a:rPr lang="en-US" sz="700" b="1">
              <a:latin typeface="Meiryo UI" panose="020B0604030504040204" pitchFamily="34" charset="-128"/>
              <a:ea typeface="Meiryo UI" panose="020B0604030504040204" pitchFamily="34" charset="-128"/>
            </a:rPr>
            <a:t>Lead PM/TPM </a:t>
          </a:r>
          <a:r>
            <a:rPr lang="en-US" sz="700" b="0">
              <a:solidFill>
                <a:srgbClr val="00B050"/>
              </a:solidFill>
              <a:latin typeface="Meiryo UI" panose="020B0604030504040204" pitchFamily="34" charset="-128"/>
              <a:ea typeface="Meiryo UI" panose="020B0604030504040204" pitchFamily="34" charset="-128"/>
            </a:rPr>
            <a:t>Muto</a:t>
          </a:r>
          <a:endParaRPr lang="en-US" sz="800" b="0">
            <a:solidFill>
              <a:srgbClr val="00B050"/>
            </a:solidFill>
            <a:latin typeface="Meiryo UI" panose="020B0604030504040204" pitchFamily="34" charset="-128"/>
            <a:ea typeface="Meiryo UI" panose="020B0604030504040204" pitchFamily="34" charset="-128"/>
          </a:endParaRPr>
        </a:p>
      </dgm:t>
    </dgm:pt>
    <dgm:pt modelId="{F643DC47-2B42-4CDE-BE9E-9AB9ABAE2208}" type="parTrans" cxnId="{AE7C6433-3B2D-4D66-8C54-A516DFE35EF8}">
      <dgm:prSet/>
      <dgm:spPr/>
      <dgm:t>
        <a:bodyPr/>
        <a:lstStyle/>
        <a:p>
          <a:endParaRPr lang="en-US"/>
        </a:p>
      </dgm:t>
    </dgm:pt>
    <dgm:pt modelId="{B20FB8A4-B674-40DB-A9DC-6EDA30A25B2B}" type="sibTrans" cxnId="{AE7C6433-3B2D-4D66-8C54-A516DFE35EF8}">
      <dgm:prSet/>
      <dgm:spPr/>
      <dgm:t>
        <a:bodyPr/>
        <a:lstStyle/>
        <a:p>
          <a:endParaRPr lang="en-US"/>
        </a:p>
      </dgm:t>
    </dgm:pt>
    <dgm:pt modelId="{FB3AEBDB-70C4-4818-84DC-2CB2DC39AFBE}">
      <dgm:prSet custT="1"/>
      <dgm:spPr/>
      <dgm:t>
        <a:bodyPr/>
        <a:lstStyle/>
        <a:p>
          <a:r>
            <a:rPr lang="en-US" sz="700" b="1">
              <a:latin typeface="Meiryo UI" panose="020B0604030504040204" pitchFamily="34" charset="-128"/>
              <a:ea typeface="Meiryo UI" panose="020B0604030504040204" pitchFamily="34" charset="-128"/>
            </a:rPr>
            <a:t>E2E SA</a:t>
          </a:r>
          <a:br>
            <a:rPr lang="en-US" sz="700" b="1">
              <a:latin typeface="Meiryo UI" panose="020B0604030504040204" pitchFamily="34" charset="-128"/>
              <a:ea typeface="Meiryo UI" panose="020B0604030504040204" pitchFamily="34" charset="-128"/>
            </a:rPr>
          </a:br>
          <a:r>
            <a:rPr lang="en-US" altLang="ja-JP" sz="700" b="0">
              <a:solidFill>
                <a:srgbClr val="00B050"/>
              </a:solidFill>
              <a:latin typeface="Meiryo UI" panose="020B0604030504040204" pitchFamily="34" charset="-128"/>
              <a:ea typeface="Meiryo UI" panose="020B0604030504040204" pitchFamily="34" charset="-128"/>
            </a:rPr>
            <a:t>Hirano</a:t>
          </a:r>
          <a:br>
            <a:rPr lang="en-US" altLang="ja-JP" sz="700" b="0">
              <a:solidFill>
                <a:srgbClr val="00B050"/>
              </a:solidFill>
              <a:latin typeface="Meiryo UI" panose="020B0604030504040204" pitchFamily="34" charset="-128"/>
              <a:ea typeface="Meiryo UI" panose="020B0604030504040204" pitchFamily="34" charset="-128"/>
            </a:rPr>
          </a:br>
          <a:r>
            <a:rPr lang="en-US" altLang="ja-JP" sz="700" b="0">
              <a:solidFill>
                <a:srgbClr val="00B050"/>
              </a:solidFill>
              <a:latin typeface="Meiryo UI" panose="020B0604030504040204" pitchFamily="34" charset="-128"/>
              <a:ea typeface="Meiryo UI" panose="020B0604030504040204" pitchFamily="34" charset="-128"/>
            </a:rPr>
            <a:t>Bala (OCP)</a:t>
          </a:r>
        </a:p>
      </dgm:t>
    </dgm:pt>
    <dgm:pt modelId="{4B6F7759-3C2F-4773-8C36-112C89B1F77A}" type="parTrans" cxnId="{45B283FD-7610-47E1-9DB3-6E000C23542D}">
      <dgm:prSet/>
      <dgm:spPr/>
      <dgm:t>
        <a:bodyPr/>
        <a:lstStyle/>
        <a:p>
          <a:endParaRPr lang="en-US"/>
        </a:p>
      </dgm:t>
    </dgm:pt>
    <dgm:pt modelId="{29FF4C22-B228-4D89-8429-0FAACA92F3EC}" type="sibTrans" cxnId="{45B283FD-7610-47E1-9DB3-6E000C23542D}">
      <dgm:prSet/>
      <dgm:spPr/>
      <dgm:t>
        <a:bodyPr/>
        <a:lstStyle/>
        <a:p>
          <a:endParaRPr lang="en-US"/>
        </a:p>
      </dgm:t>
    </dgm:pt>
    <dgm:pt modelId="{2F95715B-8762-4442-A14C-EF1B183CA35F}">
      <dgm:prSet custT="1"/>
      <dgm:spPr/>
      <dgm:t>
        <a:bodyPr/>
        <a:lstStyle/>
        <a:p>
          <a:r>
            <a:rPr lang="en-US" sz="700" b="1"/>
            <a:t>E2E TM</a:t>
          </a:r>
          <a:br>
            <a:rPr lang="en-US" sz="700" b="1"/>
          </a:br>
          <a:r>
            <a:rPr lang="en-US" sz="800" b="0">
              <a:solidFill>
                <a:srgbClr val="008000"/>
              </a:solidFill>
            </a:rPr>
            <a:t>Inoue</a:t>
          </a:r>
          <a:endParaRPr lang="en-US" sz="700" b="0">
            <a:solidFill>
              <a:srgbClr val="008000"/>
            </a:solidFill>
          </a:endParaRPr>
        </a:p>
      </dgm:t>
    </dgm:pt>
    <dgm:pt modelId="{C8EA8405-C01C-4312-BE74-788B7A4449A7}" type="parTrans" cxnId="{2D04B8D5-A6FA-42ED-B465-8E9F95F7CEEC}">
      <dgm:prSet/>
      <dgm:spPr/>
      <dgm:t>
        <a:bodyPr/>
        <a:lstStyle/>
        <a:p>
          <a:endParaRPr lang="en-US"/>
        </a:p>
      </dgm:t>
    </dgm:pt>
    <dgm:pt modelId="{79ABB43B-A872-4E75-9553-9DCE02ADD94F}" type="sibTrans" cxnId="{2D04B8D5-A6FA-42ED-B465-8E9F95F7CEEC}">
      <dgm:prSet/>
      <dgm:spPr/>
      <dgm:t>
        <a:bodyPr/>
        <a:lstStyle/>
        <a:p>
          <a:endParaRPr lang="en-US"/>
        </a:p>
      </dgm:t>
    </dgm:pt>
    <dgm:pt modelId="{88C06E0D-5B58-4316-A509-72A4A0474B65}">
      <dgm:prSet custT="1"/>
      <dgm:spPr/>
      <dgm:t>
        <a:bodyPr/>
        <a:lstStyle/>
        <a:p>
          <a:r>
            <a:rPr lang="en-US" sz="700" b="1"/>
            <a:t>IP design Team</a:t>
          </a:r>
          <a:br>
            <a:rPr lang="en-US" sz="700" b="1"/>
          </a:br>
          <a:r>
            <a:rPr lang="en-US" altLang="ja-JP" sz="700" b="0">
              <a:solidFill>
                <a:srgbClr val="00B050"/>
              </a:solidFill>
            </a:rPr>
            <a:t>Yukumoto</a:t>
          </a:r>
          <a:endParaRPr lang="en-US" sz="700" b="0">
            <a:solidFill>
              <a:srgbClr val="00B050"/>
            </a:solidFill>
          </a:endParaRPr>
        </a:p>
      </dgm:t>
    </dgm:pt>
    <dgm:pt modelId="{F40438B7-7F09-4797-9046-5A83F1723FFB}" type="parTrans" cxnId="{29ACE802-1E0B-4AA6-B0CC-CC14976C5DD1}">
      <dgm:prSet/>
      <dgm:spPr/>
      <dgm:t>
        <a:bodyPr/>
        <a:lstStyle/>
        <a:p>
          <a:endParaRPr lang="en-US"/>
        </a:p>
      </dgm:t>
    </dgm:pt>
    <dgm:pt modelId="{533B6DE1-3624-4631-B29D-D2F81A7D4C64}" type="sibTrans" cxnId="{29ACE802-1E0B-4AA6-B0CC-CC14976C5DD1}">
      <dgm:prSet/>
      <dgm:spPr/>
      <dgm:t>
        <a:bodyPr/>
        <a:lstStyle/>
        <a:p>
          <a:endParaRPr lang="en-US"/>
        </a:p>
      </dgm:t>
    </dgm:pt>
    <dgm:pt modelId="{88226A89-6411-4DB3-B215-8FF849E24C34}">
      <dgm:prSet custT="1"/>
      <dgm:spPr/>
      <dgm:t>
        <a:bodyPr/>
        <a:lstStyle/>
        <a:p>
          <a:r>
            <a:rPr lang="en-US" sz="700" b="1"/>
            <a:t>WAR </a:t>
          </a:r>
          <a:br>
            <a:rPr lang="en-US" sz="700" b="1"/>
          </a:br>
          <a:r>
            <a:rPr lang="en-US" sz="700" b="0">
              <a:solidFill>
                <a:srgbClr val="00B050"/>
              </a:solidFill>
            </a:rPr>
            <a:t>Odanaka</a:t>
          </a:r>
        </a:p>
      </dgm:t>
    </dgm:pt>
    <dgm:pt modelId="{6AA5231B-99AA-4CC5-A4B1-4E44EE4C776B}" type="parTrans" cxnId="{F6E87A0C-F882-4B8E-82F7-848BA1828FA5}">
      <dgm:prSet/>
      <dgm:spPr/>
      <dgm:t>
        <a:bodyPr/>
        <a:lstStyle/>
        <a:p>
          <a:endParaRPr lang="en-US"/>
        </a:p>
      </dgm:t>
    </dgm:pt>
    <dgm:pt modelId="{362C8D91-2455-4E43-9575-A9C1FC8BBE67}" type="sibTrans" cxnId="{F6E87A0C-F882-4B8E-82F7-848BA1828FA5}">
      <dgm:prSet/>
      <dgm:spPr/>
      <dgm:t>
        <a:bodyPr/>
        <a:lstStyle/>
        <a:p>
          <a:endParaRPr lang="en-US"/>
        </a:p>
      </dgm:t>
    </dgm:pt>
    <dgm:pt modelId="{6C806157-66E2-4B81-BEF4-F6A9E95DAFAB}">
      <dgm:prSet custT="1"/>
      <dgm:spPr/>
      <dgm:t>
        <a:bodyPr/>
        <a:lstStyle/>
        <a:p>
          <a:r>
            <a:rPr lang="en-US" sz="700" b="1">
              <a:latin typeface="Meiryo UI" panose="020B0604030504040204" pitchFamily="34" charset="-128"/>
              <a:ea typeface="Meiryo UI" panose="020B0604030504040204" pitchFamily="34" charset="-128"/>
            </a:rPr>
            <a:t>KDDI CDL </a:t>
          </a:r>
          <a:r>
            <a:rPr lang="en-US" sz="700" b="0">
              <a:solidFill>
                <a:srgbClr val="00B050"/>
              </a:solidFill>
              <a:latin typeface="Meiryo UI" panose="020B0604030504040204" pitchFamily="34" charset="-128"/>
              <a:ea typeface="Meiryo UI" panose="020B0604030504040204" pitchFamily="34" charset="-128"/>
            </a:rPr>
            <a:t>Aoki</a:t>
          </a:r>
          <a:endParaRPr lang="en-US" sz="400" b="0">
            <a:solidFill>
              <a:srgbClr val="00B05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endParaRPr lang="en-US"/>
        </a:p>
      </dgm:t>
    </dgm:pt>
    <dgm:pt modelId="{8559179F-7EED-425D-8464-7AB94ECED24D}" type="sibTrans" cxnId="{15981BFB-426B-40A2-BA0A-9897F7B71B03}">
      <dgm:prSet/>
      <dgm:spPr/>
      <dgm:t>
        <a:bodyPr/>
        <a:lstStyle/>
        <a:p>
          <a:endParaRPr lang="en-US"/>
        </a:p>
      </dgm:t>
    </dgm:pt>
    <dgm:pt modelId="{AAC7CB37-A016-4428-B94A-0C8F21962473}">
      <dgm:prSet custT="1"/>
      <dgm:spPr/>
      <dgm:t>
        <a:bodyPr/>
        <a:lstStyle/>
        <a:p>
          <a:r>
            <a:rPr lang="en-US" sz="700" b="1"/>
            <a:t>CI OCP Certificate</a:t>
          </a:r>
          <a:br>
            <a:rPr lang="en-US" sz="700" b="1"/>
          </a:br>
          <a:r>
            <a:rPr lang="en-US" sz="700">
              <a:solidFill>
                <a:srgbClr val="00B050"/>
              </a:solidFill>
            </a:rPr>
            <a:t>Rajalakshmi</a:t>
          </a:r>
          <a:r>
            <a:rPr lang="en-US" sz="700"/>
            <a:t> </a:t>
          </a:r>
          <a:endParaRPr lang="en-US" sz="700" b="1"/>
        </a:p>
      </dgm:t>
    </dgm:pt>
    <dgm:pt modelId="{404E346B-C74A-417D-87BC-A2DC09923228}" type="parTrans" cxnId="{8105F189-B700-4A5A-AA2B-277142E9DCFB}">
      <dgm:prSet/>
      <dgm:spPr/>
      <dgm:t>
        <a:bodyPr/>
        <a:lstStyle/>
        <a:p>
          <a:endParaRPr lang="en-US"/>
        </a:p>
      </dgm:t>
    </dgm:pt>
    <dgm:pt modelId="{5D40F9D8-AC1D-474D-B465-9D49325359CB}" type="sibTrans" cxnId="{8105F189-B700-4A5A-AA2B-277142E9DCFB}">
      <dgm:prSet/>
      <dgm:spPr/>
      <dgm:t>
        <a:bodyPr/>
        <a:lstStyle/>
        <a:p>
          <a:endParaRPr lang="en-US"/>
        </a:p>
      </dgm:t>
    </dgm:pt>
    <dgm:pt modelId="{13F0EA84-ABDA-4205-98EE-0CC04B3EA821}" type="pres">
      <dgm:prSet presAssocID="{FAB7AC7A-2565-458C-83B1-7E201ECBE239}" presName="mainComposite" presStyleCnt="0">
        <dgm:presLayoutVars>
          <dgm:chPref val="1"/>
          <dgm:dir/>
          <dgm:animOne val="branch"/>
          <dgm:animLvl val="lvl"/>
          <dgm:resizeHandles val="exact"/>
        </dgm:presLayoutVars>
      </dgm:prSet>
      <dgm:spPr/>
    </dgm:pt>
    <dgm:pt modelId="{AD1FBE3F-B910-4F3E-8F2C-C264276A3E7C}" type="pres">
      <dgm:prSet presAssocID="{FAB7AC7A-2565-458C-83B1-7E201ECBE239}" presName="hierFlow" presStyleCnt="0"/>
      <dgm:spPr/>
    </dgm:pt>
    <dgm:pt modelId="{39116162-845C-41DC-9437-37DFA848355C}" type="pres">
      <dgm:prSet presAssocID="{FAB7AC7A-2565-458C-83B1-7E201ECBE239}" presName="hierChild1" presStyleCnt="0">
        <dgm:presLayoutVars>
          <dgm:chPref val="1"/>
          <dgm:animOne val="branch"/>
          <dgm:animLvl val="lvl"/>
        </dgm:presLayoutVars>
      </dgm:prSet>
      <dgm:spPr/>
    </dgm:pt>
    <dgm:pt modelId="{2832F823-D6ED-4007-8865-B96D84550562}" type="pres">
      <dgm:prSet presAssocID="{6C806157-66E2-4B81-BEF4-F6A9E95DAFAB}" presName="Name14" presStyleCnt="0"/>
      <dgm:spPr/>
    </dgm:pt>
    <dgm:pt modelId="{AFB1695D-22CD-4215-BDD4-2350B484FC60}" type="pres">
      <dgm:prSet presAssocID="{6C806157-66E2-4B81-BEF4-F6A9E95DAFAB}" presName="level1Shape" presStyleLbl="node0" presStyleIdx="0" presStyleCnt="1">
        <dgm:presLayoutVars>
          <dgm:chPref val="3"/>
        </dgm:presLayoutVars>
      </dgm:prSet>
      <dgm:spPr/>
    </dgm:pt>
    <dgm:pt modelId="{173BC68C-A6AD-46B1-9AFF-CB7DDC8D3E0B}" type="pres">
      <dgm:prSet presAssocID="{6C806157-66E2-4B81-BEF4-F6A9E95DAFAB}" presName="hierChild2" presStyleCnt="0"/>
      <dgm:spPr/>
    </dgm:pt>
    <dgm:pt modelId="{537D9008-D1D0-42BB-BF13-C94683B68524}" type="pres">
      <dgm:prSet presAssocID="{73E9D67D-19C8-4724-85B9-A3A7A3E572CA}" presName="Name19" presStyleLbl="parChTrans1D2" presStyleIdx="0" presStyleCnt="1"/>
      <dgm:spPr/>
    </dgm:pt>
    <dgm:pt modelId="{80042F07-3264-41A4-A207-B9329B56F709}" type="pres">
      <dgm:prSet presAssocID="{28FD9947-5F68-4B40-9B72-C5E0A6C894FD}" presName="Name21" presStyleCnt="0"/>
      <dgm:spPr/>
    </dgm:pt>
    <dgm:pt modelId="{AB306337-EB20-4EA7-A49A-632A729F7F94}" type="pres">
      <dgm:prSet presAssocID="{28FD9947-5F68-4B40-9B72-C5E0A6C894FD}" presName="level2Shape" presStyleLbl="node2" presStyleIdx="0" presStyleCnt="1"/>
      <dgm:spPr/>
    </dgm:pt>
    <dgm:pt modelId="{F570A0BC-772D-465B-B780-6288A41A804F}" type="pres">
      <dgm:prSet presAssocID="{28FD9947-5F68-4B40-9B72-C5E0A6C894FD}" presName="hierChild3" presStyleCnt="0"/>
      <dgm:spPr/>
    </dgm:pt>
    <dgm:pt modelId="{61C2D95E-6E38-47F9-B87E-7C0F22FA0366}" type="pres">
      <dgm:prSet presAssocID="{F643DC47-2B42-4CDE-BE9E-9AB9ABAE2208}" presName="Name19" presStyleLbl="parChTrans1D3" presStyleIdx="0" presStyleCnt="6"/>
      <dgm:spPr/>
    </dgm:pt>
    <dgm:pt modelId="{576DD125-D239-4F2B-95BD-2A574C515636}" type="pres">
      <dgm:prSet presAssocID="{4A7EA8DD-18EC-499C-870D-6CC47DD087B3}" presName="Name21" presStyleCnt="0"/>
      <dgm:spPr/>
    </dgm:pt>
    <dgm:pt modelId="{C39D9BBC-AF66-4EE0-9589-240E356ECB2C}" type="pres">
      <dgm:prSet presAssocID="{4A7EA8DD-18EC-499C-870D-6CC47DD087B3}" presName="level2Shape" presStyleLbl="node3" presStyleIdx="0" presStyleCnt="6"/>
      <dgm:spPr/>
    </dgm:pt>
    <dgm:pt modelId="{C4DADDA2-C971-4AE0-A33F-88CC6A3FA369}" type="pres">
      <dgm:prSet presAssocID="{4A7EA8DD-18EC-499C-870D-6CC47DD087B3}" presName="hierChild3" presStyleCnt="0"/>
      <dgm:spPr/>
    </dgm:pt>
    <dgm:pt modelId="{392C0F63-E645-4A04-AB85-AA661F95480A}" type="pres">
      <dgm:prSet presAssocID="{4B6F7759-3C2F-4773-8C36-112C89B1F77A}" presName="Name19" presStyleLbl="parChTrans1D3" presStyleIdx="1" presStyleCnt="6"/>
      <dgm:spPr/>
    </dgm:pt>
    <dgm:pt modelId="{EEDB1AF9-8322-425D-BCB0-0CA2B9001D68}" type="pres">
      <dgm:prSet presAssocID="{FB3AEBDB-70C4-4818-84DC-2CB2DC39AFBE}" presName="Name21" presStyleCnt="0"/>
      <dgm:spPr/>
    </dgm:pt>
    <dgm:pt modelId="{81F5914A-D78C-46C7-A7D7-A520410985CF}" type="pres">
      <dgm:prSet presAssocID="{FB3AEBDB-70C4-4818-84DC-2CB2DC39AFBE}" presName="level2Shape" presStyleLbl="node3" presStyleIdx="1" presStyleCnt="6"/>
      <dgm:spPr/>
    </dgm:pt>
    <dgm:pt modelId="{62BACCE2-F9DB-45A9-8F1C-8BD0B734686B}" type="pres">
      <dgm:prSet presAssocID="{FB3AEBDB-70C4-4818-84DC-2CB2DC39AFBE}" presName="hierChild3" presStyleCnt="0"/>
      <dgm:spPr/>
    </dgm:pt>
    <dgm:pt modelId="{1AFA3555-9BB5-4ED2-A1DF-948EE88E8575}" type="pres">
      <dgm:prSet presAssocID="{C8EA8405-C01C-4312-BE74-788B7A4449A7}" presName="Name19" presStyleLbl="parChTrans1D3" presStyleIdx="2" presStyleCnt="6"/>
      <dgm:spPr/>
    </dgm:pt>
    <dgm:pt modelId="{C485227E-EA69-4F91-8CB9-83EF5F7D63F8}" type="pres">
      <dgm:prSet presAssocID="{2F95715B-8762-4442-A14C-EF1B183CA35F}" presName="Name21" presStyleCnt="0"/>
      <dgm:spPr/>
    </dgm:pt>
    <dgm:pt modelId="{9A98207A-C2D1-4CF5-91A2-4DE8D0D84755}" type="pres">
      <dgm:prSet presAssocID="{2F95715B-8762-4442-A14C-EF1B183CA35F}" presName="level2Shape" presStyleLbl="node3" presStyleIdx="2" presStyleCnt="6" custLinFactNeighborX="-3747" custLinFactNeighborY="-3111"/>
      <dgm:spPr/>
    </dgm:pt>
    <dgm:pt modelId="{24A3CB14-8E10-475D-842D-BA1E34B7A625}" type="pres">
      <dgm:prSet presAssocID="{2F95715B-8762-4442-A14C-EF1B183CA35F}" presName="hierChild3" presStyleCnt="0"/>
      <dgm:spPr/>
    </dgm:pt>
    <dgm:pt modelId="{B91433EB-A385-4E72-A06A-8D0247D1F690}" type="pres">
      <dgm:prSet presAssocID="{F40438B7-7F09-4797-9046-5A83F1723FFB}" presName="Name19" presStyleLbl="parChTrans1D3" presStyleIdx="3" presStyleCnt="6"/>
      <dgm:spPr/>
    </dgm:pt>
    <dgm:pt modelId="{B86F628B-C351-48BC-9A75-041586CF2045}" type="pres">
      <dgm:prSet presAssocID="{88C06E0D-5B58-4316-A509-72A4A0474B65}" presName="Name21" presStyleCnt="0"/>
      <dgm:spPr/>
    </dgm:pt>
    <dgm:pt modelId="{7DF40FFC-DE92-422E-BA66-97B510802B21}" type="pres">
      <dgm:prSet presAssocID="{88C06E0D-5B58-4316-A509-72A4A0474B65}" presName="level2Shape" presStyleLbl="node3" presStyleIdx="3" presStyleCnt="6"/>
      <dgm:spPr/>
    </dgm:pt>
    <dgm:pt modelId="{84500AB8-B07F-42C5-89E2-30CF10EFBCAC}" type="pres">
      <dgm:prSet presAssocID="{88C06E0D-5B58-4316-A509-72A4A0474B65}" presName="hierChild3" presStyleCnt="0"/>
      <dgm:spPr/>
    </dgm:pt>
    <dgm:pt modelId="{F43E1472-4EC9-4D99-A4ED-39FB4DF97376}" type="pres">
      <dgm:prSet presAssocID="{6AA5231B-99AA-4CC5-A4B1-4E44EE4C776B}" presName="Name19" presStyleLbl="parChTrans1D3" presStyleIdx="4" presStyleCnt="6"/>
      <dgm:spPr/>
    </dgm:pt>
    <dgm:pt modelId="{016E7045-7239-468F-96C0-C5C4C1F2246F}" type="pres">
      <dgm:prSet presAssocID="{88226A89-6411-4DB3-B215-8FF849E24C34}" presName="Name21" presStyleCnt="0"/>
      <dgm:spPr/>
    </dgm:pt>
    <dgm:pt modelId="{5584218C-AA8D-472A-B878-4CC911212D56}" type="pres">
      <dgm:prSet presAssocID="{88226A89-6411-4DB3-B215-8FF849E24C34}" presName="level2Shape" presStyleLbl="node3" presStyleIdx="4" presStyleCnt="6"/>
      <dgm:spPr/>
    </dgm:pt>
    <dgm:pt modelId="{875F12E4-9BD9-4FC1-9FD4-E438B85F301F}" type="pres">
      <dgm:prSet presAssocID="{88226A89-6411-4DB3-B215-8FF849E24C34}" presName="hierChild3" presStyleCnt="0"/>
      <dgm:spPr/>
    </dgm:pt>
    <dgm:pt modelId="{3266CAE3-0708-4DA4-8051-4806D1ABAE89}" type="pres">
      <dgm:prSet presAssocID="{404E346B-C74A-417D-87BC-A2DC09923228}" presName="Name19" presStyleLbl="parChTrans1D3" presStyleIdx="5" presStyleCnt="6"/>
      <dgm:spPr/>
    </dgm:pt>
    <dgm:pt modelId="{46D2FF96-01B9-4135-B168-45FBA7E38F8A}" type="pres">
      <dgm:prSet presAssocID="{AAC7CB37-A016-4428-B94A-0C8F21962473}" presName="Name21" presStyleCnt="0"/>
      <dgm:spPr/>
    </dgm:pt>
    <dgm:pt modelId="{2F3E5D08-2743-4D1A-8445-8483F3EF3C9E}" type="pres">
      <dgm:prSet presAssocID="{AAC7CB37-A016-4428-B94A-0C8F21962473}" presName="level2Shape" presStyleLbl="node3" presStyleIdx="5" presStyleCnt="6"/>
      <dgm:spPr/>
    </dgm:pt>
    <dgm:pt modelId="{44F8887B-F7C9-4824-87BE-3CCFD5D4021E}" type="pres">
      <dgm:prSet presAssocID="{AAC7CB37-A016-4428-B94A-0C8F21962473}" presName="hierChild3" presStyleCnt="0"/>
      <dgm:spPr/>
    </dgm:pt>
    <dgm:pt modelId="{58DC1091-9128-429F-BA3C-65B0EA7FDA16}" type="pres">
      <dgm:prSet presAssocID="{FAB7AC7A-2565-458C-83B1-7E201ECBE239}" presName="bgShapesFlow" presStyleCnt="0"/>
      <dgm:spPr/>
    </dgm:pt>
  </dgm:ptLst>
  <dgm:cxnLst>
    <dgm:cxn modelId="{29ACE802-1E0B-4AA6-B0CC-CC14976C5DD1}" srcId="{28FD9947-5F68-4B40-9B72-C5E0A6C894FD}" destId="{88C06E0D-5B58-4316-A509-72A4A0474B65}" srcOrd="3" destOrd="0" parTransId="{F40438B7-7F09-4797-9046-5A83F1723FFB}" sibTransId="{533B6DE1-3624-4631-B29D-D2F81A7D4C64}"/>
    <dgm:cxn modelId="{F6E87A0C-F882-4B8E-82F7-848BA1828FA5}" srcId="{28FD9947-5F68-4B40-9B72-C5E0A6C894FD}" destId="{88226A89-6411-4DB3-B215-8FF849E24C34}" srcOrd="4" destOrd="0" parTransId="{6AA5231B-99AA-4CC5-A4B1-4E44EE4C776B}" sibTransId="{362C8D91-2455-4E43-9575-A9C1FC8BBE67}"/>
    <dgm:cxn modelId="{D6DA5812-B245-4CD7-91CB-F06FC0CE2EEA}" type="presOf" srcId="{88C06E0D-5B58-4316-A509-72A4A0474B65}" destId="{7DF40FFC-DE92-422E-BA66-97B510802B21}" srcOrd="0" destOrd="0" presId="urn:microsoft.com/office/officeart/2005/8/layout/hierarchy6"/>
    <dgm:cxn modelId="{86A10D23-6673-47B7-BECC-C288CBB83449}" type="presOf" srcId="{4A7EA8DD-18EC-499C-870D-6CC47DD087B3}" destId="{C39D9BBC-AF66-4EE0-9589-240E356ECB2C}" srcOrd="0" destOrd="0" presId="urn:microsoft.com/office/officeart/2005/8/layout/hierarchy6"/>
    <dgm:cxn modelId="{D38B652D-56E3-476E-B7D9-0B0811C3C284}" type="presOf" srcId="{6C806157-66E2-4B81-BEF4-F6A9E95DAFAB}" destId="{AFB1695D-22CD-4215-BDD4-2350B484FC60}" srcOrd="0" destOrd="0" presId="urn:microsoft.com/office/officeart/2005/8/layout/hierarchy6"/>
    <dgm:cxn modelId="{AE7C6433-3B2D-4D66-8C54-A516DFE35EF8}" srcId="{28FD9947-5F68-4B40-9B72-C5E0A6C894FD}" destId="{4A7EA8DD-18EC-499C-870D-6CC47DD087B3}" srcOrd="0" destOrd="0" parTransId="{F643DC47-2B42-4CDE-BE9E-9AB9ABAE2208}" sibTransId="{B20FB8A4-B674-40DB-A9DC-6EDA30A25B2B}"/>
    <dgm:cxn modelId="{167A943B-0E2F-4CFB-879A-6904CB716390}" type="presOf" srcId="{6AA5231B-99AA-4CC5-A4B1-4E44EE4C776B}" destId="{F43E1472-4EC9-4D99-A4ED-39FB4DF97376}" srcOrd="0" destOrd="0" presId="urn:microsoft.com/office/officeart/2005/8/layout/hierarchy6"/>
    <dgm:cxn modelId="{43BD4B63-2FCE-4C0E-B254-B35172400388}" type="presOf" srcId="{FAB7AC7A-2565-458C-83B1-7E201ECBE239}" destId="{13F0EA84-ABDA-4205-98EE-0CC04B3EA821}" srcOrd="0" destOrd="0" presId="urn:microsoft.com/office/officeart/2005/8/layout/hierarchy6"/>
    <dgm:cxn modelId="{0F2FDB63-C070-4ACE-8EFF-4B98611A1AFD}" srcId="{6C806157-66E2-4B81-BEF4-F6A9E95DAFAB}" destId="{28FD9947-5F68-4B40-9B72-C5E0A6C894FD}" srcOrd="0" destOrd="0" parTransId="{73E9D67D-19C8-4724-85B9-A3A7A3E572CA}" sibTransId="{F6ADDF9E-F5A3-4B2F-915B-25259BFFC3A4}"/>
    <dgm:cxn modelId="{8277B247-B737-4E5F-ACA6-107CBD57D7A9}" type="presOf" srcId="{404E346B-C74A-417D-87BC-A2DC09923228}" destId="{3266CAE3-0708-4DA4-8051-4806D1ABAE89}" srcOrd="0" destOrd="0" presId="urn:microsoft.com/office/officeart/2005/8/layout/hierarchy6"/>
    <dgm:cxn modelId="{CA04B46B-6CD1-4E5C-A760-FA07ACFA5F7E}" type="presOf" srcId="{2F95715B-8762-4442-A14C-EF1B183CA35F}" destId="{9A98207A-C2D1-4CF5-91A2-4DE8D0D84755}" srcOrd="0" destOrd="0" presId="urn:microsoft.com/office/officeart/2005/8/layout/hierarchy6"/>
    <dgm:cxn modelId="{AB74964F-32C4-4D22-A892-9AEF31D50776}" type="presOf" srcId="{F40438B7-7F09-4797-9046-5A83F1723FFB}" destId="{B91433EB-A385-4E72-A06A-8D0247D1F690}" srcOrd="0" destOrd="0" presId="urn:microsoft.com/office/officeart/2005/8/layout/hierarchy6"/>
    <dgm:cxn modelId="{9BE1FC73-DCA0-4165-9373-6EA2F4E43E56}" type="presOf" srcId="{C8EA8405-C01C-4312-BE74-788B7A4449A7}" destId="{1AFA3555-9BB5-4ED2-A1DF-948EE88E8575}" srcOrd="0" destOrd="0" presId="urn:microsoft.com/office/officeart/2005/8/layout/hierarchy6"/>
    <dgm:cxn modelId="{43E9F986-8739-437D-9F48-82BA85E15065}" type="presOf" srcId="{88226A89-6411-4DB3-B215-8FF849E24C34}" destId="{5584218C-AA8D-472A-B878-4CC911212D56}" srcOrd="0" destOrd="0" presId="urn:microsoft.com/office/officeart/2005/8/layout/hierarchy6"/>
    <dgm:cxn modelId="{8105F189-B700-4A5A-AA2B-277142E9DCFB}" srcId="{28FD9947-5F68-4B40-9B72-C5E0A6C894FD}" destId="{AAC7CB37-A016-4428-B94A-0C8F21962473}" srcOrd="5" destOrd="0" parTransId="{404E346B-C74A-417D-87BC-A2DC09923228}" sibTransId="{5D40F9D8-AC1D-474D-B465-9D49325359CB}"/>
    <dgm:cxn modelId="{1DC1B0B0-9B7B-498F-9630-88525B244560}" type="presOf" srcId="{AAC7CB37-A016-4428-B94A-0C8F21962473}" destId="{2F3E5D08-2743-4D1A-8445-8483F3EF3C9E}" srcOrd="0" destOrd="0" presId="urn:microsoft.com/office/officeart/2005/8/layout/hierarchy6"/>
    <dgm:cxn modelId="{62E739B5-ED4D-45B4-83FC-DD80A61F9DBE}" type="presOf" srcId="{FB3AEBDB-70C4-4818-84DC-2CB2DC39AFBE}" destId="{81F5914A-D78C-46C7-A7D7-A520410985CF}" srcOrd="0" destOrd="0" presId="urn:microsoft.com/office/officeart/2005/8/layout/hierarchy6"/>
    <dgm:cxn modelId="{9DF954BE-BC24-4B1A-B0E6-887B4FD3D631}" type="presOf" srcId="{73E9D67D-19C8-4724-85B9-A3A7A3E572CA}" destId="{537D9008-D1D0-42BB-BF13-C94683B68524}" srcOrd="0" destOrd="0" presId="urn:microsoft.com/office/officeart/2005/8/layout/hierarchy6"/>
    <dgm:cxn modelId="{8C1CFBCD-4644-426C-91EA-8518D7F0FB1C}" type="presOf" srcId="{F643DC47-2B42-4CDE-BE9E-9AB9ABAE2208}" destId="{61C2D95E-6E38-47F9-B87E-7C0F22FA0366}" srcOrd="0" destOrd="0" presId="urn:microsoft.com/office/officeart/2005/8/layout/hierarchy6"/>
    <dgm:cxn modelId="{2D04B8D5-A6FA-42ED-B465-8E9F95F7CEEC}" srcId="{28FD9947-5F68-4B40-9B72-C5E0A6C894FD}" destId="{2F95715B-8762-4442-A14C-EF1B183CA35F}" srcOrd="2" destOrd="0" parTransId="{C8EA8405-C01C-4312-BE74-788B7A4449A7}" sibTransId="{79ABB43B-A872-4E75-9553-9DCE02ADD94F}"/>
    <dgm:cxn modelId="{FDD059F0-F380-48F4-B18A-7435E9EDC2DD}" type="presOf" srcId="{28FD9947-5F68-4B40-9B72-C5E0A6C894FD}" destId="{AB306337-EB20-4EA7-A49A-632A729F7F94}" srcOrd="0" destOrd="0" presId="urn:microsoft.com/office/officeart/2005/8/layout/hierarchy6"/>
    <dgm:cxn modelId="{2B5F72F7-B35F-4ED6-89B7-867AF99C237E}" type="presOf" srcId="{4B6F7759-3C2F-4773-8C36-112C89B1F77A}" destId="{392C0F63-E645-4A04-AB85-AA661F95480A}" srcOrd="0" destOrd="0" presId="urn:microsoft.com/office/officeart/2005/8/layout/hierarchy6"/>
    <dgm:cxn modelId="{15981BFB-426B-40A2-BA0A-9897F7B71B03}" srcId="{FAB7AC7A-2565-458C-83B1-7E201ECBE239}" destId="{6C806157-66E2-4B81-BEF4-F6A9E95DAFAB}" srcOrd="0" destOrd="0" parTransId="{73E34A32-EA8A-4679-8664-790FFD71DBC6}" sibTransId="{8559179F-7EED-425D-8464-7AB94ECED24D}"/>
    <dgm:cxn modelId="{45B283FD-7610-47E1-9DB3-6E000C23542D}" srcId="{28FD9947-5F68-4B40-9B72-C5E0A6C894FD}" destId="{FB3AEBDB-70C4-4818-84DC-2CB2DC39AFBE}" srcOrd="1" destOrd="0" parTransId="{4B6F7759-3C2F-4773-8C36-112C89B1F77A}" sibTransId="{29FF4C22-B228-4D89-8429-0FAACA92F3EC}"/>
    <dgm:cxn modelId="{3DEE0E1F-2663-469F-9596-00C984BE2D59}" type="presParOf" srcId="{13F0EA84-ABDA-4205-98EE-0CC04B3EA821}" destId="{AD1FBE3F-B910-4F3E-8F2C-C264276A3E7C}" srcOrd="0" destOrd="0" presId="urn:microsoft.com/office/officeart/2005/8/layout/hierarchy6"/>
    <dgm:cxn modelId="{1E5FF232-CDAC-40E9-953B-F8336AD63968}" type="presParOf" srcId="{AD1FBE3F-B910-4F3E-8F2C-C264276A3E7C}" destId="{39116162-845C-41DC-9437-37DFA848355C}" srcOrd="0" destOrd="0" presId="urn:microsoft.com/office/officeart/2005/8/layout/hierarchy6"/>
    <dgm:cxn modelId="{A53A6AC9-252F-4021-975D-DB2741FFBBB7}" type="presParOf" srcId="{39116162-845C-41DC-9437-37DFA848355C}" destId="{2832F823-D6ED-4007-8865-B96D84550562}" srcOrd="0" destOrd="0" presId="urn:microsoft.com/office/officeart/2005/8/layout/hierarchy6"/>
    <dgm:cxn modelId="{DBEC827E-AFA4-42F1-AC49-4A3C47CE6E73}" type="presParOf" srcId="{2832F823-D6ED-4007-8865-B96D84550562}" destId="{AFB1695D-22CD-4215-BDD4-2350B484FC60}" srcOrd="0" destOrd="0" presId="urn:microsoft.com/office/officeart/2005/8/layout/hierarchy6"/>
    <dgm:cxn modelId="{9C7F624A-7D05-4FED-99E3-D7B6D47DC7CD}" type="presParOf" srcId="{2832F823-D6ED-4007-8865-B96D84550562}" destId="{173BC68C-A6AD-46B1-9AFF-CB7DDC8D3E0B}" srcOrd="1" destOrd="0" presId="urn:microsoft.com/office/officeart/2005/8/layout/hierarchy6"/>
    <dgm:cxn modelId="{A7BA5209-7F68-4F63-9535-B5CBBE47C890}" type="presParOf" srcId="{173BC68C-A6AD-46B1-9AFF-CB7DDC8D3E0B}" destId="{537D9008-D1D0-42BB-BF13-C94683B68524}" srcOrd="0" destOrd="0" presId="urn:microsoft.com/office/officeart/2005/8/layout/hierarchy6"/>
    <dgm:cxn modelId="{C2A93B83-1E16-4F24-A7E9-B7E85F8537B1}" type="presParOf" srcId="{173BC68C-A6AD-46B1-9AFF-CB7DDC8D3E0B}" destId="{80042F07-3264-41A4-A207-B9329B56F709}" srcOrd="1" destOrd="0" presId="urn:microsoft.com/office/officeart/2005/8/layout/hierarchy6"/>
    <dgm:cxn modelId="{E0422C38-B9CC-40B4-B1BB-4071F0C3ACAF}" type="presParOf" srcId="{80042F07-3264-41A4-A207-B9329B56F709}" destId="{AB306337-EB20-4EA7-A49A-632A729F7F94}" srcOrd="0" destOrd="0" presId="urn:microsoft.com/office/officeart/2005/8/layout/hierarchy6"/>
    <dgm:cxn modelId="{EBCFD7D6-1187-40BF-8023-03E34A0CC38B}" type="presParOf" srcId="{80042F07-3264-41A4-A207-B9329B56F709}" destId="{F570A0BC-772D-465B-B780-6288A41A804F}" srcOrd="1" destOrd="0" presId="urn:microsoft.com/office/officeart/2005/8/layout/hierarchy6"/>
    <dgm:cxn modelId="{4466E978-CD9F-418C-84DA-4C22ABC613D1}" type="presParOf" srcId="{F570A0BC-772D-465B-B780-6288A41A804F}" destId="{61C2D95E-6E38-47F9-B87E-7C0F22FA0366}" srcOrd="0" destOrd="0" presId="urn:microsoft.com/office/officeart/2005/8/layout/hierarchy6"/>
    <dgm:cxn modelId="{0E4E1682-B2E5-425A-B6E3-EE26CD5C0533}" type="presParOf" srcId="{F570A0BC-772D-465B-B780-6288A41A804F}" destId="{576DD125-D239-4F2B-95BD-2A574C515636}" srcOrd="1" destOrd="0" presId="urn:microsoft.com/office/officeart/2005/8/layout/hierarchy6"/>
    <dgm:cxn modelId="{333B4189-BABE-4FBE-A47F-90979B214368}" type="presParOf" srcId="{576DD125-D239-4F2B-95BD-2A574C515636}" destId="{C39D9BBC-AF66-4EE0-9589-240E356ECB2C}" srcOrd="0" destOrd="0" presId="urn:microsoft.com/office/officeart/2005/8/layout/hierarchy6"/>
    <dgm:cxn modelId="{58C599FD-6D54-4CF5-8CF6-7565E09ED205}" type="presParOf" srcId="{576DD125-D239-4F2B-95BD-2A574C515636}" destId="{C4DADDA2-C971-4AE0-A33F-88CC6A3FA369}" srcOrd="1" destOrd="0" presId="urn:microsoft.com/office/officeart/2005/8/layout/hierarchy6"/>
    <dgm:cxn modelId="{F3D36DFB-96A1-43B3-83BA-9932BDA4CCB9}" type="presParOf" srcId="{F570A0BC-772D-465B-B780-6288A41A804F}" destId="{392C0F63-E645-4A04-AB85-AA661F95480A}" srcOrd="2" destOrd="0" presId="urn:microsoft.com/office/officeart/2005/8/layout/hierarchy6"/>
    <dgm:cxn modelId="{8F60A682-233E-4A79-80D4-9386F4345314}" type="presParOf" srcId="{F570A0BC-772D-465B-B780-6288A41A804F}" destId="{EEDB1AF9-8322-425D-BCB0-0CA2B9001D68}" srcOrd="3" destOrd="0" presId="urn:microsoft.com/office/officeart/2005/8/layout/hierarchy6"/>
    <dgm:cxn modelId="{3CF4294D-9796-49DC-8AC8-3738640AC0BF}" type="presParOf" srcId="{EEDB1AF9-8322-425D-BCB0-0CA2B9001D68}" destId="{81F5914A-D78C-46C7-A7D7-A520410985CF}" srcOrd="0" destOrd="0" presId="urn:microsoft.com/office/officeart/2005/8/layout/hierarchy6"/>
    <dgm:cxn modelId="{A694C73C-258C-488F-81E9-20A612A328E0}" type="presParOf" srcId="{EEDB1AF9-8322-425D-BCB0-0CA2B9001D68}" destId="{62BACCE2-F9DB-45A9-8F1C-8BD0B734686B}" srcOrd="1" destOrd="0" presId="urn:microsoft.com/office/officeart/2005/8/layout/hierarchy6"/>
    <dgm:cxn modelId="{B352F899-CEF8-4FDE-A501-125F8FB87374}" type="presParOf" srcId="{F570A0BC-772D-465B-B780-6288A41A804F}" destId="{1AFA3555-9BB5-4ED2-A1DF-948EE88E8575}" srcOrd="4" destOrd="0" presId="urn:microsoft.com/office/officeart/2005/8/layout/hierarchy6"/>
    <dgm:cxn modelId="{9580A9BB-5CEE-4CA1-9A25-64D952602682}" type="presParOf" srcId="{F570A0BC-772D-465B-B780-6288A41A804F}" destId="{C485227E-EA69-4F91-8CB9-83EF5F7D63F8}" srcOrd="5" destOrd="0" presId="urn:microsoft.com/office/officeart/2005/8/layout/hierarchy6"/>
    <dgm:cxn modelId="{C3A54EC9-AD43-4D73-8B88-EE0E1E75A979}" type="presParOf" srcId="{C485227E-EA69-4F91-8CB9-83EF5F7D63F8}" destId="{9A98207A-C2D1-4CF5-91A2-4DE8D0D84755}" srcOrd="0" destOrd="0" presId="urn:microsoft.com/office/officeart/2005/8/layout/hierarchy6"/>
    <dgm:cxn modelId="{09089F1D-E161-43FF-A04C-975D71667CAD}" type="presParOf" srcId="{C485227E-EA69-4F91-8CB9-83EF5F7D63F8}" destId="{24A3CB14-8E10-475D-842D-BA1E34B7A625}" srcOrd="1" destOrd="0" presId="urn:microsoft.com/office/officeart/2005/8/layout/hierarchy6"/>
    <dgm:cxn modelId="{2ADDE2BE-B814-49E7-9A84-CC8B09902B91}" type="presParOf" srcId="{F570A0BC-772D-465B-B780-6288A41A804F}" destId="{B91433EB-A385-4E72-A06A-8D0247D1F690}" srcOrd="6" destOrd="0" presId="urn:microsoft.com/office/officeart/2005/8/layout/hierarchy6"/>
    <dgm:cxn modelId="{FC62151F-3611-437F-824F-EBAA09F527A7}" type="presParOf" srcId="{F570A0BC-772D-465B-B780-6288A41A804F}" destId="{B86F628B-C351-48BC-9A75-041586CF2045}" srcOrd="7" destOrd="0" presId="urn:microsoft.com/office/officeart/2005/8/layout/hierarchy6"/>
    <dgm:cxn modelId="{800BABDF-586B-4DD9-AF3B-715D0718E42D}" type="presParOf" srcId="{B86F628B-C351-48BC-9A75-041586CF2045}" destId="{7DF40FFC-DE92-422E-BA66-97B510802B21}" srcOrd="0" destOrd="0" presId="urn:microsoft.com/office/officeart/2005/8/layout/hierarchy6"/>
    <dgm:cxn modelId="{50F4E64A-B3AF-4C2E-A521-87378D5EFEA2}" type="presParOf" srcId="{B86F628B-C351-48BC-9A75-041586CF2045}" destId="{84500AB8-B07F-42C5-89E2-30CF10EFBCAC}" srcOrd="1" destOrd="0" presId="urn:microsoft.com/office/officeart/2005/8/layout/hierarchy6"/>
    <dgm:cxn modelId="{B1999D66-3B6C-4180-8F31-3ABF321863CD}" type="presParOf" srcId="{F570A0BC-772D-465B-B780-6288A41A804F}" destId="{F43E1472-4EC9-4D99-A4ED-39FB4DF97376}" srcOrd="8" destOrd="0" presId="urn:microsoft.com/office/officeart/2005/8/layout/hierarchy6"/>
    <dgm:cxn modelId="{BFB0A086-1644-4D00-9E61-F25DA353955E}" type="presParOf" srcId="{F570A0BC-772D-465B-B780-6288A41A804F}" destId="{016E7045-7239-468F-96C0-C5C4C1F2246F}" srcOrd="9" destOrd="0" presId="urn:microsoft.com/office/officeart/2005/8/layout/hierarchy6"/>
    <dgm:cxn modelId="{C2B3DF8E-1D66-4BCE-84BE-705A65AB7FF3}" type="presParOf" srcId="{016E7045-7239-468F-96C0-C5C4C1F2246F}" destId="{5584218C-AA8D-472A-B878-4CC911212D56}" srcOrd="0" destOrd="0" presId="urn:microsoft.com/office/officeart/2005/8/layout/hierarchy6"/>
    <dgm:cxn modelId="{5370BBD6-E32F-45B1-8790-24ED51F8CC16}" type="presParOf" srcId="{016E7045-7239-468F-96C0-C5C4C1F2246F}" destId="{875F12E4-9BD9-4FC1-9FD4-E438B85F301F}" srcOrd="1" destOrd="0" presId="urn:microsoft.com/office/officeart/2005/8/layout/hierarchy6"/>
    <dgm:cxn modelId="{F4360B2D-0723-4A7E-9FE8-C6E2C7421653}" type="presParOf" srcId="{F570A0BC-772D-465B-B780-6288A41A804F}" destId="{3266CAE3-0708-4DA4-8051-4806D1ABAE89}" srcOrd="10" destOrd="0" presId="urn:microsoft.com/office/officeart/2005/8/layout/hierarchy6"/>
    <dgm:cxn modelId="{9D4D3FC7-87C4-4D1B-A79A-5E2326E85605}" type="presParOf" srcId="{F570A0BC-772D-465B-B780-6288A41A804F}" destId="{46D2FF96-01B9-4135-B168-45FBA7E38F8A}" srcOrd="11" destOrd="0" presId="urn:microsoft.com/office/officeart/2005/8/layout/hierarchy6"/>
    <dgm:cxn modelId="{4A69ABF7-00C7-4766-87A9-1A6DFDB6ABE7}" type="presParOf" srcId="{46D2FF96-01B9-4135-B168-45FBA7E38F8A}" destId="{2F3E5D08-2743-4D1A-8445-8483F3EF3C9E}" srcOrd="0" destOrd="0" presId="urn:microsoft.com/office/officeart/2005/8/layout/hierarchy6"/>
    <dgm:cxn modelId="{2550F3A4-A429-40AB-8CE3-B6CBF66C7A74}" type="presParOf" srcId="{46D2FF96-01B9-4135-B168-45FBA7E38F8A}" destId="{44F8887B-F7C9-4824-87BE-3CCFD5D4021E}" srcOrd="1" destOrd="0" presId="urn:microsoft.com/office/officeart/2005/8/layout/hierarchy6"/>
    <dgm:cxn modelId="{E6AE7ECC-C58E-4D36-A305-55B7AAEE66FC}" type="presParOf" srcId="{13F0EA84-ABDA-4205-98EE-0CC04B3EA821}" destId="{58DC1091-9128-429F-BA3C-65B0EA7FDA16}" srcOrd="1" destOrd="0" presId="urn:microsoft.com/office/officeart/2005/8/layout/hierarchy6"/>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700" b="1">
              <a:solidFill>
                <a:schemeClr val="tx1"/>
              </a:solidFill>
              <a:latin typeface="Meiryo UI" panose="020B0604030504040204" pitchFamily="34" charset="-128"/>
              <a:ea typeface="Meiryo UI" panose="020B0604030504040204" pitchFamily="34" charset="-128"/>
            </a:rPr>
            <a:t>AUSF/UDM </a:t>
          </a:r>
        </a:p>
        <a:p>
          <a:pPr algn="ctr"/>
          <a:r>
            <a:rPr lang="en-US" sz="700" b="1">
              <a:latin typeface="Meiryo UI" panose="020B0604030504040204" pitchFamily="34" charset="-128"/>
              <a:ea typeface="Meiryo UI" panose="020B0604030504040204" pitchFamily="34" charset="-128"/>
            </a:rPr>
            <a:t>PM </a:t>
          </a:r>
          <a:r>
            <a:rPr lang="en-US" sz="700" b="0">
              <a:solidFill>
                <a:srgbClr val="008000"/>
              </a:solidFill>
              <a:latin typeface="Meiryo UI" panose="020B0604030504040204" pitchFamily="34" charset="-128"/>
              <a:ea typeface="Meiryo UI" panose="020B0604030504040204" pitchFamily="34" charset="-128"/>
            </a:rPr>
            <a:t>Yokota</a:t>
          </a:r>
          <a:endParaRPr lang="en-US" sz="400" b="0">
            <a:solidFill>
              <a:srgbClr val="00800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a:r>
            <a:rPr lang="en-US" sz="700" b="1">
              <a:latin typeface="Meiryo UI" panose="020B0604030504040204" pitchFamily="34" charset="-128"/>
              <a:ea typeface="Meiryo UI" panose="020B0604030504040204" pitchFamily="34" charset="-128"/>
            </a:rPr>
            <a:t>AUSF/UDM </a:t>
          </a:r>
        </a:p>
        <a:p>
          <a:pPr algn="ctr"/>
          <a:r>
            <a:rPr lang="en-US" sz="700" b="1">
              <a:latin typeface="Meiryo UI" panose="020B0604030504040204" pitchFamily="34" charset="-128"/>
              <a:ea typeface="Meiryo UI" panose="020B0604030504040204" pitchFamily="34" charset="-128"/>
            </a:rPr>
            <a:t>SA/TM </a:t>
          </a:r>
        </a:p>
        <a:p>
          <a:pPr algn="ctr"/>
          <a:r>
            <a:rPr lang="en-US" sz="700" b="0">
              <a:solidFill>
                <a:srgbClr val="008000"/>
              </a:solidFill>
              <a:latin typeface="Meiryo UI" panose="020B0604030504040204" pitchFamily="34" charset="-128"/>
              <a:ea typeface="Meiryo UI" panose="020B0604030504040204" pitchFamily="34" charset="-128"/>
            </a:rPr>
            <a:t>Hisashi Ota</a:t>
          </a:r>
        </a:p>
        <a:p>
          <a:pPr algn="ctr"/>
          <a:r>
            <a:rPr lang="en-US" sz="700" b="0">
              <a:solidFill>
                <a:srgbClr val="008000"/>
              </a:solidFill>
              <a:latin typeface="Meiryo UI" panose="020B0604030504040204" pitchFamily="34" charset="-128"/>
              <a:ea typeface="Meiryo UI" panose="020B0604030504040204" pitchFamily="34" charset="-128"/>
            </a:rPr>
            <a:t>(Inoue)</a:t>
          </a: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9668FCC7-F68C-450D-AA57-CD797E5CBC39}" type="pres">
      <dgm:prSet presAssocID="{FAB7AC7A-2565-458C-83B1-7E201ECBE239}" presName="hierChild1" presStyleCnt="0">
        <dgm:presLayoutVars>
          <dgm:orgChart val="1"/>
          <dgm:chPref val="1"/>
          <dgm:dir/>
          <dgm:animOne val="branch"/>
          <dgm:animLvl val="lvl"/>
          <dgm:resizeHandles/>
        </dgm:presLayoutVars>
      </dgm:prSet>
      <dgm:spPr/>
    </dgm:pt>
    <dgm:pt modelId="{A415C294-38B1-4269-BBD2-30D4C4EA323A}" type="pres">
      <dgm:prSet presAssocID="{6C806157-66E2-4B81-BEF4-F6A9E95DAFAB}" presName="hierRoot1" presStyleCnt="0">
        <dgm:presLayoutVars>
          <dgm:hierBranch val="init"/>
        </dgm:presLayoutVars>
      </dgm:prSet>
      <dgm:spPr/>
    </dgm:pt>
    <dgm:pt modelId="{6376CC66-A53D-4D7A-95A2-F20BBAD52E6A}" type="pres">
      <dgm:prSet presAssocID="{6C806157-66E2-4B81-BEF4-F6A9E95DAFAB}" presName="rootComposite1" presStyleCnt="0"/>
      <dgm:spPr/>
    </dgm:pt>
    <dgm:pt modelId="{763D2F94-1F15-4BC2-A91A-6C1DBBE19ECC}" type="pres">
      <dgm:prSet presAssocID="{6C806157-66E2-4B81-BEF4-F6A9E95DAFAB}" presName="rootText1" presStyleLbl="node0" presStyleIdx="0" presStyleCnt="1" custScaleX="41237" custScaleY="24661" custLinFactNeighborX="1496" custLinFactNeighborY="13815">
        <dgm:presLayoutVars>
          <dgm:chPref val="3"/>
        </dgm:presLayoutVars>
      </dgm:prSet>
      <dgm:spPr/>
    </dgm:pt>
    <dgm:pt modelId="{FE78D2C0-B287-44D8-A066-C9611EEA03D9}" type="pres">
      <dgm:prSet presAssocID="{6C806157-66E2-4B81-BEF4-F6A9E95DAFAB}" presName="rootConnector1" presStyleLbl="node1" presStyleIdx="0" presStyleCnt="0"/>
      <dgm:spPr/>
    </dgm:pt>
    <dgm:pt modelId="{0D9071BB-D1C4-46EC-9F1C-62F0F3D6CE6F}" type="pres">
      <dgm:prSet presAssocID="{6C806157-66E2-4B81-BEF4-F6A9E95DAFAB}" presName="hierChild2" presStyleCnt="0"/>
      <dgm:spPr/>
    </dgm:pt>
    <dgm:pt modelId="{B4C7ED07-8F50-477A-8C74-F3EDC29096D9}" type="pres">
      <dgm:prSet presAssocID="{16AAC7A4-F011-40A5-8724-C9DE8D9D3C00}" presName="Name37" presStyleLbl="parChTrans1D2" presStyleIdx="0" presStyleCnt="1"/>
      <dgm:spPr/>
    </dgm:pt>
    <dgm:pt modelId="{D41F7D0F-B383-431C-8D41-49A7DCC70874}" type="pres">
      <dgm:prSet presAssocID="{A4240576-A56E-4539-9B4E-C424FAF37A5F}" presName="hierRoot2" presStyleCnt="0">
        <dgm:presLayoutVars>
          <dgm:hierBranch val="init"/>
        </dgm:presLayoutVars>
      </dgm:prSet>
      <dgm:spPr/>
    </dgm:pt>
    <dgm:pt modelId="{71BC12F6-EC76-4D6A-BD45-D5D178A89EE0}" type="pres">
      <dgm:prSet presAssocID="{A4240576-A56E-4539-9B4E-C424FAF37A5F}" presName="rootComposite" presStyleCnt="0"/>
      <dgm:spPr/>
    </dgm:pt>
    <dgm:pt modelId="{1767A91B-F8E1-4236-8432-56E7B59B4880}" type="pres">
      <dgm:prSet presAssocID="{A4240576-A56E-4539-9B4E-C424FAF37A5F}" presName="rootText" presStyleLbl="node2" presStyleIdx="0" presStyleCnt="1" custScaleX="39449" custScaleY="63540" custLinFactNeighborX="2390" custLinFactNeighborY="-7342">
        <dgm:presLayoutVars>
          <dgm:chPref val="3"/>
        </dgm:presLayoutVars>
      </dgm:prSet>
      <dgm:spPr/>
    </dgm:pt>
    <dgm:pt modelId="{2F46C307-35E1-4FF2-9B36-3D431855995E}" type="pres">
      <dgm:prSet presAssocID="{A4240576-A56E-4539-9B4E-C424FAF37A5F}" presName="rootConnector" presStyleLbl="node2" presStyleIdx="0" presStyleCnt="1"/>
      <dgm:spPr/>
    </dgm:pt>
    <dgm:pt modelId="{31FD182C-5DEC-4966-B0BD-774D2DEBAA1D}" type="pres">
      <dgm:prSet presAssocID="{A4240576-A56E-4539-9B4E-C424FAF37A5F}" presName="hierChild4" presStyleCnt="0"/>
      <dgm:spPr/>
    </dgm:pt>
    <dgm:pt modelId="{06C5FBDB-4DAB-40CD-9618-494B5B9726B2}" type="pres">
      <dgm:prSet presAssocID="{A4240576-A56E-4539-9B4E-C424FAF37A5F}" presName="hierChild5" presStyleCnt="0"/>
      <dgm:spPr/>
    </dgm:pt>
    <dgm:pt modelId="{331DE4FA-B78E-48DF-87C7-A78257C6A6A5}" type="pres">
      <dgm:prSet presAssocID="{6C806157-66E2-4B81-BEF4-F6A9E95DAFAB}" presName="hierChild3" presStyleCnt="0"/>
      <dgm:spPr/>
    </dgm:pt>
  </dgm:ptLst>
  <dgm:cxnLst>
    <dgm:cxn modelId="{2836C363-89A0-4A7B-B9A2-0E51F529903A}" type="presOf" srcId="{16AAC7A4-F011-40A5-8724-C9DE8D9D3C00}" destId="{B4C7ED07-8F50-477A-8C74-F3EDC29096D9}" srcOrd="0" destOrd="0" presId="urn:microsoft.com/office/officeart/2005/8/layout/orgChart1"/>
    <dgm:cxn modelId="{E0156892-977E-4322-B351-1EDD70959D35}" type="presOf" srcId="{6C806157-66E2-4B81-BEF4-F6A9E95DAFAB}" destId="{FE78D2C0-B287-44D8-A066-C9611EEA03D9}"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E78D0DA7-8B70-403A-A7EA-98E3EA6E02CC}" type="presOf" srcId="{FAB7AC7A-2565-458C-83B1-7E201ECBE239}" destId="{9668FCC7-F68C-450D-AA57-CD797E5CBC39}" srcOrd="0" destOrd="0" presId="urn:microsoft.com/office/officeart/2005/8/layout/orgChart1"/>
    <dgm:cxn modelId="{3AD557C7-F4C1-4048-BC24-36E5102999B5}" type="presOf" srcId="{A4240576-A56E-4539-9B4E-C424FAF37A5F}" destId="{2F46C307-35E1-4FF2-9B36-3D431855995E}" srcOrd="1" destOrd="0" presId="urn:microsoft.com/office/officeart/2005/8/layout/orgChart1"/>
    <dgm:cxn modelId="{2B571AD4-F9CE-421F-B877-735318C5EEC0}" type="presOf" srcId="{A4240576-A56E-4539-9B4E-C424FAF37A5F}" destId="{1767A91B-F8E1-4236-8432-56E7B59B4880}" srcOrd="0" destOrd="0" presId="urn:microsoft.com/office/officeart/2005/8/layout/orgChart1"/>
    <dgm:cxn modelId="{952E2DDA-1001-48E6-BC8D-FDE37E5890D9}" type="presOf" srcId="{6C806157-66E2-4B81-BEF4-F6A9E95DAFAB}" destId="{763D2F94-1F15-4BC2-A91A-6C1DBBE19ECC}"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4DAA66C3-63E2-48FA-ABC9-5305ACCEEB17}" type="presParOf" srcId="{9668FCC7-F68C-450D-AA57-CD797E5CBC39}" destId="{A415C294-38B1-4269-BBD2-30D4C4EA323A}" srcOrd="0" destOrd="0" presId="urn:microsoft.com/office/officeart/2005/8/layout/orgChart1"/>
    <dgm:cxn modelId="{0AC80CE8-2D2C-449D-B772-8D5F1AAF3DC8}" type="presParOf" srcId="{A415C294-38B1-4269-BBD2-30D4C4EA323A}" destId="{6376CC66-A53D-4D7A-95A2-F20BBAD52E6A}" srcOrd="0" destOrd="0" presId="urn:microsoft.com/office/officeart/2005/8/layout/orgChart1"/>
    <dgm:cxn modelId="{5020F7A3-752C-4768-8F6C-AEC149A5F0B5}" type="presParOf" srcId="{6376CC66-A53D-4D7A-95A2-F20BBAD52E6A}" destId="{763D2F94-1F15-4BC2-A91A-6C1DBBE19ECC}" srcOrd="0" destOrd="0" presId="urn:microsoft.com/office/officeart/2005/8/layout/orgChart1"/>
    <dgm:cxn modelId="{4AC842AF-7CCC-4418-9C4B-503152985649}" type="presParOf" srcId="{6376CC66-A53D-4D7A-95A2-F20BBAD52E6A}" destId="{FE78D2C0-B287-44D8-A066-C9611EEA03D9}" srcOrd="1" destOrd="0" presId="urn:microsoft.com/office/officeart/2005/8/layout/orgChart1"/>
    <dgm:cxn modelId="{DF58A90B-A58B-412F-AE66-7B67D1F2F15F}" type="presParOf" srcId="{A415C294-38B1-4269-BBD2-30D4C4EA323A}" destId="{0D9071BB-D1C4-46EC-9F1C-62F0F3D6CE6F}" srcOrd="1" destOrd="0" presId="urn:microsoft.com/office/officeart/2005/8/layout/orgChart1"/>
    <dgm:cxn modelId="{60666265-6CFB-4542-A02F-5A86B28609DC}" type="presParOf" srcId="{0D9071BB-D1C4-46EC-9F1C-62F0F3D6CE6F}" destId="{B4C7ED07-8F50-477A-8C74-F3EDC29096D9}" srcOrd="0" destOrd="0" presId="urn:microsoft.com/office/officeart/2005/8/layout/orgChart1"/>
    <dgm:cxn modelId="{9975164A-EA89-4D25-BAB9-E76A04E24EEE}" type="presParOf" srcId="{0D9071BB-D1C4-46EC-9F1C-62F0F3D6CE6F}" destId="{D41F7D0F-B383-431C-8D41-49A7DCC70874}" srcOrd="1" destOrd="0" presId="urn:microsoft.com/office/officeart/2005/8/layout/orgChart1"/>
    <dgm:cxn modelId="{3CC0D95D-F729-40A0-97B8-A9D0D75CCCC1}" type="presParOf" srcId="{D41F7D0F-B383-431C-8D41-49A7DCC70874}" destId="{71BC12F6-EC76-4D6A-BD45-D5D178A89EE0}" srcOrd="0" destOrd="0" presId="urn:microsoft.com/office/officeart/2005/8/layout/orgChart1"/>
    <dgm:cxn modelId="{517B0A64-99CF-4205-84A2-7EB7E869176C}" type="presParOf" srcId="{71BC12F6-EC76-4D6A-BD45-D5D178A89EE0}" destId="{1767A91B-F8E1-4236-8432-56E7B59B4880}" srcOrd="0" destOrd="0" presId="urn:microsoft.com/office/officeart/2005/8/layout/orgChart1"/>
    <dgm:cxn modelId="{0D19D010-99F5-44BC-BACC-2376FF8B83C2}" type="presParOf" srcId="{71BC12F6-EC76-4D6A-BD45-D5D178A89EE0}" destId="{2F46C307-35E1-4FF2-9B36-3D431855995E}" srcOrd="1" destOrd="0" presId="urn:microsoft.com/office/officeart/2005/8/layout/orgChart1"/>
    <dgm:cxn modelId="{4676A804-F03F-4368-9830-F49B7A2A4FAE}" type="presParOf" srcId="{D41F7D0F-B383-431C-8D41-49A7DCC70874}" destId="{31FD182C-5DEC-4966-B0BD-774D2DEBAA1D}" srcOrd="1" destOrd="0" presId="urn:microsoft.com/office/officeart/2005/8/layout/orgChart1"/>
    <dgm:cxn modelId="{8C66659E-DA49-49D6-9DC7-0FB4985CEB6E}" type="presParOf" srcId="{D41F7D0F-B383-431C-8D41-49A7DCC70874}" destId="{06C5FBDB-4DAB-40CD-9618-494B5B9726B2}" srcOrd="2" destOrd="0" presId="urn:microsoft.com/office/officeart/2005/8/layout/orgChart1"/>
    <dgm:cxn modelId="{A2A6AF8D-44B4-4423-A39E-5D3AB2BA1D69}" type="presParOf" srcId="{A415C294-38B1-4269-BBD2-30D4C4EA323A}" destId="{331DE4FA-B78E-48DF-87C7-A78257C6A6A5}" srcOrd="2" destOrd="0" presId="urn:microsoft.com/office/officeart/2005/8/layout/orgChart1"/>
  </dgm:cxnLst>
  <dgm:bg/>
  <dgm:whole/>
  <dgm:extLst>
    <a:ext uri="http://schemas.microsoft.com/office/drawing/2008/diagram">
      <dsp:dataModelExt xmlns:dsp="http://schemas.microsoft.com/office/drawing/2008/diagram" relId="rId15"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800" b="1">
              <a:latin typeface="Meiryo UI"/>
              <a:ea typeface="Meiryo UI"/>
            </a:rPr>
            <a:t>TDL</a:t>
          </a:r>
          <a:endParaRPr lang="en-US" sz="500" b="1">
            <a:latin typeface="Meiryo UI"/>
            <a:ea typeface="Meiryo UI"/>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rtl="0"/>
          <a:r>
            <a:rPr lang="en-US" sz="700" b="1">
              <a:latin typeface="Meiryo UI"/>
              <a:ea typeface="Meiryo UI"/>
            </a:rPr>
            <a:t>AUSF/UDM SA </a:t>
          </a:r>
          <a:r>
            <a:rPr lang="en-US" sz="700" b="0">
              <a:solidFill>
                <a:srgbClr val="00B050"/>
              </a:solidFill>
              <a:latin typeface="Meiryo UI"/>
              <a:ea typeface="Meiryo UI"/>
            </a:rPr>
            <a:t>Anadi</a:t>
          </a: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7BAC767A-9DA0-4C12-A937-1B84990BDF33}">
      <dgm:prSet custT="1"/>
      <dgm:spPr/>
      <dgm:t>
        <a:bodyPr/>
        <a:lstStyle/>
        <a:p>
          <a:pPr algn="ctr"/>
          <a:r>
            <a:rPr lang="en-US" sz="700" b="1">
              <a:latin typeface="Meiryo UI"/>
              <a:ea typeface="Meiryo UI"/>
            </a:rPr>
            <a:t>Engineer Lead</a:t>
          </a:r>
        </a:p>
      </dgm:t>
    </dgm:pt>
    <dgm:pt modelId="{22F30D3E-D1C5-4A94-9BBB-63EFC49668CD}" type="parTrans" cxnId="{95B69FA1-0FCF-4474-AE93-614113684E0E}">
      <dgm:prSet/>
      <dgm:spPr/>
      <dgm:t>
        <a:bodyPr/>
        <a:lstStyle/>
        <a:p>
          <a:endParaRPr lang="en-US"/>
        </a:p>
      </dgm:t>
    </dgm:pt>
    <dgm:pt modelId="{6E8AE1B4-626C-45C9-AE5F-4A41F24FD45E}" type="sibTrans" cxnId="{95B69FA1-0FCF-4474-AE93-614113684E0E}">
      <dgm:prSet/>
      <dgm:spPr/>
      <dgm:t>
        <a:bodyPr/>
        <a:lstStyle/>
        <a:p>
          <a:endParaRPr lang="en-US"/>
        </a:p>
      </dgm:t>
    </dgm:pt>
    <dgm:pt modelId="{20264802-0888-421B-A372-7F1AC263025C}">
      <dgm:prSet custT="1"/>
      <dgm:spPr/>
      <dgm:t>
        <a:bodyPr/>
        <a:lstStyle/>
        <a:p>
          <a:pPr algn="ctr"/>
          <a:r>
            <a:rPr lang="en-US" sz="700" b="1">
              <a:latin typeface="Meiryo UI"/>
              <a:ea typeface="Meiryo UI"/>
            </a:rPr>
            <a:t>Engineer team</a:t>
          </a:r>
        </a:p>
      </dgm:t>
    </dgm:pt>
    <dgm:pt modelId="{507FD76A-60C3-4C1F-A1F4-F0471F3A549D}" type="parTrans" cxnId="{49BF15E3-3C67-4ACF-AA95-3BD3E588227F}">
      <dgm:prSet/>
      <dgm:spPr/>
      <dgm:t>
        <a:bodyPr/>
        <a:lstStyle/>
        <a:p>
          <a:endParaRPr lang="en-US"/>
        </a:p>
      </dgm:t>
    </dgm:pt>
    <dgm:pt modelId="{C9A2FA2A-64AB-4E61-8B22-771649D2216C}" type="sibTrans" cxnId="{49BF15E3-3C67-4ACF-AA95-3BD3E588227F}">
      <dgm:prSet/>
      <dgm:spPr/>
      <dgm:t>
        <a:bodyPr/>
        <a:lstStyle/>
        <a:p>
          <a:endParaRPr lang="en-US"/>
        </a:p>
      </dgm:t>
    </dgm:pt>
    <dgm:pt modelId="{3F5F9F02-A2BB-413B-8BD5-408AC4B447AC}" type="pres">
      <dgm:prSet presAssocID="{FAB7AC7A-2565-458C-83B1-7E201ECBE239}" presName="hierChild1" presStyleCnt="0">
        <dgm:presLayoutVars>
          <dgm:orgChart val="1"/>
          <dgm:chPref val="1"/>
          <dgm:dir/>
          <dgm:animOne val="branch"/>
          <dgm:animLvl val="lvl"/>
          <dgm:resizeHandles/>
        </dgm:presLayoutVars>
      </dgm:prSet>
      <dgm:spPr/>
    </dgm:pt>
    <dgm:pt modelId="{27B9A657-5E97-4A82-AB03-1D3B0B0A1D60}" type="pres">
      <dgm:prSet presAssocID="{6C806157-66E2-4B81-BEF4-F6A9E95DAFAB}" presName="hierRoot1" presStyleCnt="0">
        <dgm:presLayoutVars>
          <dgm:hierBranch val="init"/>
        </dgm:presLayoutVars>
      </dgm:prSet>
      <dgm:spPr/>
    </dgm:pt>
    <dgm:pt modelId="{20066040-4B19-4A0E-AC1C-C24C471E9763}" type="pres">
      <dgm:prSet presAssocID="{6C806157-66E2-4B81-BEF4-F6A9E95DAFAB}" presName="rootComposite1" presStyleCnt="0"/>
      <dgm:spPr/>
    </dgm:pt>
    <dgm:pt modelId="{03359889-1736-4CB6-938B-D0FBC2DD0A61}" type="pres">
      <dgm:prSet presAssocID="{6C806157-66E2-4B81-BEF4-F6A9E95DAFAB}" presName="rootText1" presStyleLbl="node0" presStyleIdx="0" presStyleCnt="1" custScaleX="126280">
        <dgm:presLayoutVars>
          <dgm:chPref val="3"/>
        </dgm:presLayoutVars>
      </dgm:prSet>
      <dgm:spPr/>
    </dgm:pt>
    <dgm:pt modelId="{4E3D8799-D103-47D1-8F72-B2CC8CAC6587}" type="pres">
      <dgm:prSet presAssocID="{6C806157-66E2-4B81-BEF4-F6A9E95DAFAB}" presName="rootConnector1" presStyleLbl="node1" presStyleIdx="0" presStyleCnt="0"/>
      <dgm:spPr/>
    </dgm:pt>
    <dgm:pt modelId="{6DDC3BE3-E0E8-484F-82E2-6D1D91DB193D}" type="pres">
      <dgm:prSet presAssocID="{6C806157-66E2-4B81-BEF4-F6A9E95DAFAB}" presName="hierChild2" presStyleCnt="0"/>
      <dgm:spPr/>
    </dgm:pt>
    <dgm:pt modelId="{37E75BE2-BD40-4CBB-AB4A-73400CE09420}" type="pres">
      <dgm:prSet presAssocID="{16AAC7A4-F011-40A5-8724-C9DE8D9D3C00}" presName="Name37" presStyleLbl="parChTrans1D2" presStyleIdx="0" presStyleCnt="1"/>
      <dgm:spPr/>
    </dgm:pt>
    <dgm:pt modelId="{3AFBAECD-5D9E-4FEF-B456-43A3B460D47C}" type="pres">
      <dgm:prSet presAssocID="{A4240576-A56E-4539-9B4E-C424FAF37A5F}" presName="hierRoot2" presStyleCnt="0">
        <dgm:presLayoutVars>
          <dgm:hierBranch val="init"/>
        </dgm:presLayoutVars>
      </dgm:prSet>
      <dgm:spPr/>
    </dgm:pt>
    <dgm:pt modelId="{C9AD89B3-9C72-496D-A744-C3D22120603E}" type="pres">
      <dgm:prSet presAssocID="{A4240576-A56E-4539-9B4E-C424FAF37A5F}" presName="rootComposite" presStyleCnt="0"/>
      <dgm:spPr/>
    </dgm:pt>
    <dgm:pt modelId="{ECF7BF53-69B4-4E54-8A76-99DC85F525BC}" type="pres">
      <dgm:prSet presAssocID="{A4240576-A56E-4539-9B4E-C424FAF37A5F}" presName="rootText" presStyleLbl="node2" presStyleIdx="0" presStyleCnt="1" custScaleX="135896">
        <dgm:presLayoutVars>
          <dgm:chPref val="3"/>
        </dgm:presLayoutVars>
      </dgm:prSet>
      <dgm:spPr/>
    </dgm:pt>
    <dgm:pt modelId="{AA166E9C-5017-446A-83FD-D79C4E865CE0}" type="pres">
      <dgm:prSet presAssocID="{A4240576-A56E-4539-9B4E-C424FAF37A5F}" presName="rootConnector" presStyleLbl="node2" presStyleIdx="0" presStyleCnt="1"/>
      <dgm:spPr/>
    </dgm:pt>
    <dgm:pt modelId="{40F472EA-C4C8-4A72-9BEB-19B2E7437CE9}" type="pres">
      <dgm:prSet presAssocID="{A4240576-A56E-4539-9B4E-C424FAF37A5F}" presName="hierChild4" presStyleCnt="0"/>
      <dgm:spPr/>
    </dgm:pt>
    <dgm:pt modelId="{36DD863B-F5D2-4BEA-87C0-511F065F1F73}" type="pres">
      <dgm:prSet presAssocID="{22F30D3E-D1C5-4A94-9BBB-63EFC49668CD}" presName="Name37" presStyleLbl="parChTrans1D3" presStyleIdx="0" presStyleCnt="2"/>
      <dgm:spPr/>
    </dgm:pt>
    <dgm:pt modelId="{09611771-50BD-4062-9ABE-3374E1942725}" type="pres">
      <dgm:prSet presAssocID="{7BAC767A-9DA0-4C12-A937-1B84990BDF33}" presName="hierRoot2" presStyleCnt="0">
        <dgm:presLayoutVars>
          <dgm:hierBranch val="init"/>
        </dgm:presLayoutVars>
      </dgm:prSet>
      <dgm:spPr/>
    </dgm:pt>
    <dgm:pt modelId="{BE0A8601-EADE-4FE6-B0AE-577D3A96FEAB}" type="pres">
      <dgm:prSet presAssocID="{7BAC767A-9DA0-4C12-A937-1B84990BDF33}" presName="rootComposite" presStyleCnt="0"/>
      <dgm:spPr/>
    </dgm:pt>
    <dgm:pt modelId="{F13745A2-E478-4DD7-9379-79301BE69DA0}" type="pres">
      <dgm:prSet presAssocID="{7BAC767A-9DA0-4C12-A937-1B84990BDF33}" presName="rootText" presStyleLbl="node3" presStyleIdx="0" presStyleCnt="2">
        <dgm:presLayoutVars>
          <dgm:chPref val="3"/>
        </dgm:presLayoutVars>
      </dgm:prSet>
      <dgm:spPr/>
    </dgm:pt>
    <dgm:pt modelId="{F292CE52-98D6-4533-894E-49DF417CA838}" type="pres">
      <dgm:prSet presAssocID="{7BAC767A-9DA0-4C12-A937-1B84990BDF33}" presName="rootConnector" presStyleLbl="node3" presStyleIdx="0" presStyleCnt="2"/>
      <dgm:spPr/>
    </dgm:pt>
    <dgm:pt modelId="{40B9E3EE-8654-475B-9F20-5A868259FDD4}" type="pres">
      <dgm:prSet presAssocID="{7BAC767A-9DA0-4C12-A937-1B84990BDF33}" presName="hierChild4" presStyleCnt="0"/>
      <dgm:spPr/>
    </dgm:pt>
    <dgm:pt modelId="{60A61FF5-70DC-4601-99B8-53CD31FA71FD}" type="pres">
      <dgm:prSet presAssocID="{7BAC767A-9DA0-4C12-A937-1B84990BDF33}" presName="hierChild5" presStyleCnt="0"/>
      <dgm:spPr/>
    </dgm:pt>
    <dgm:pt modelId="{B073300E-6475-4A24-B436-EFFDEE066C9E}" type="pres">
      <dgm:prSet presAssocID="{507FD76A-60C3-4C1F-A1F4-F0471F3A549D}" presName="Name37" presStyleLbl="parChTrans1D3" presStyleIdx="1" presStyleCnt="2"/>
      <dgm:spPr/>
    </dgm:pt>
    <dgm:pt modelId="{A185E5D5-FC02-4A48-913D-E32944E68A89}" type="pres">
      <dgm:prSet presAssocID="{20264802-0888-421B-A372-7F1AC263025C}" presName="hierRoot2" presStyleCnt="0">
        <dgm:presLayoutVars>
          <dgm:hierBranch val="init"/>
        </dgm:presLayoutVars>
      </dgm:prSet>
      <dgm:spPr/>
    </dgm:pt>
    <dgm:pt modelId="{B3DC87EF-6746-490B-B470-DA06D200AF18}" type="pres">
      <dgm:prSet presAssocID="{20264802-0888-421B-A372-7F1AC263025C}" presName="rootComposite" presStyleCnt="0"/>
      <dgm:spPr/>
    </dgm:pt>
    <dgm:pt modelId="{2D7F19AA-157D-41DD-8B3C-66DD4ADE63DD}" type="pres">
      <dgm:prSet presAssocID="{20264802-0888-421B-A372-7F1AC263025C}" presName="rootText" presStyleLbl="node3" presStyleIdx="1" presStyleCnt="2" custScaleX="129178">
        <dgm:presLayoutVars>
          <dgm:chPref val="3"/>
        </dgm:presLayoutVars>
      </dgm:prSet>
      <dgm:spPr/>
    </dgm:pt>
    <dgm:pt modelId="{D9AE6C47-9DDA-48AB-8F69-DCCBB3CE204A}" type="pres">
      <dgm:prSet presAssocID="{20264802-0888-421B-A372-7F1AC263025C}" presName="rootConnector" presStyleLbl="node3" presStyleIdx="1" presStyleCnt="2"/>
      <dgm:spPr/>
    </dgm:pt>
    <dgm:pt modelId="{61233E95-D56E-4B01-983D-9EAC6368E5FD}" type="pres">
      <dgm:prSet presAssocID="{20264802-0888-421B-A372-7F1AC263025C}" presName="hierChild4" presStyleCnt="0"/>
      <dgm:spPr/>
    </dgm:pt>
    <dgm:pt modelId="{F0ED42A5-6599-4B6F-A090-AA25AD408922}" type="pres">
      <dgm:prSet presAssocID="{20264802-0888-421B-A372-7F1AC263025C}" presName="hierChild5" presStyleCnt="0"/>
      <dgm:spPr/>
    </dgm:pt>
    <dgm:pt modelId="{12484CB8-D48A-42F1-BF55-A3365C7BCC0B}" type="pres">
      <dgm:prSet presAssocID="{A4240576-A56E-4539-9B4E-C424FAF37A5F}" presName="hierChild5" presStyleCnt="0"/>
      <dgm:spPr/>
    </dgm:pt>
    <dgm:pt modelId="{EB4A876E-CE02-44E6-9C28-1B50D9485DE6}" type="pres">
      <dgm:prSet presAssocID="{6C806157-66E2-4B81-BEF4-F6A9E95DAFAB}" presName="hierChild3" presStyleCnt="0"/>
      <dgm:spPr/>
    </dgm:pt>
  </dgm:ptLst>
  <dgm:cxnLst>
    <dgm:cxn modelId="{707F1C12-CDB5-4E4D-8ACC-42776032958E}" type="presOf" srcId="{A4240576-A56E-4539-9B4E-C424FAF37A5F}" destId="{AA166E9C-5017-446A-83FD-D79C4E865CE0}" srcOrd="1" destOrd="0" presId="urn:microsoft.com/office/officeart/2005/8/layout/orgChart1"/>
    <dgm:cxn modelId="{83398E3D-B3B6-4AEF-A21D-8A49C9DB70B7}" type="presOf" srcId="{22F30D3E-D1C5-4A94-9BBB-63EFC49668CD}" destId="{36DD863B-F5D2-4BEA-87C0-511F065F1F73}" srcOrd="0" destOrd="0" presId="urn:microsoft.com/office/officeart/2005/8/layout/orgChart1"/>
    <dgm:cxn modelId="{63201C65-3B8B-4023-ACBC-F41E39D7409B}" type="presOf" srcId="{6C806157-66E2-4B81-BEF4-F6A9E95DAFAB}" destId="{03359889-1736-4CB6-938B-D0FBC2DD0A61}" srcOrd="0" destOrd="0" presId="urn:microsoft.com/office/officeart/2005/8/layout/orgChart1"/>
    <dgm:cxn modelId="{3BDA646D-01F9-4452-B9B9-8E48CCB4F78D}" type="presOf" srcId="{507FD76A-60C3-4C1F-A1F4-F0471F3A549D}" destId="{B073300E-6475-4A24-B436-EFFDEE066C9E}" srcOrd="0" destOrd="0" presId="urn:microsoft.com/office/officeart/2005/8/layout/orgChart1"/>
    <dgm:cxn modelId="{07AA5372-7DF4-4A5A-B0FB-013348D8A7C4}" type="presOf" srcId="{20264802-0888-421B-A372-7F1AC263025C}" destId="{D9AE6C47-9DDA-48AB-8F69-DCCBB3CE204A}" srcOrd="1" destOrd="0" presId="urn:microsoft.com/office/officeart/2005/8/layout/orgChart1"/>
    <dgm:cxn modelId="{7328B57B-5B47-4B16-8AB6-6CC2A3EDC49A}" type="presOf" srcId="{7BAC767A-9DA0-4C12-A937-1B84990BDF33}" destId="{F292CE52-98D6-4533-894E-49DF417CA838}"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95B69FA1-0FCF-4474-AE93-614113684E0E}" srcId="{A4240576-A56E-4539-9B4E-C424FAF37A5F}" destId="{7BAC767A-9DA0-4C12-A937-1B84990BDF33}" srcOrd="0" destOrd="0" parTransId="{22F30D3E-D1C5-4A94-9BBB-63EFC49668CD}" sibTransId="{6E8AE1B4-626C-45C9-AE5F-4A41F24FD45E}"/>
    <dgm:cxn modelId="{DDB0A3CB-B4C5-42FE-9F1E-8990818BA2F6}" type="presOf" srcId="{16AAC7A4-F011-40A5-8724-C9DE8D9D3C00}" destId="{37E75BE2-BD40-4CBB-AB4A-73400CE09420}" srcOrd="0" destOrd="0" presId="urn:microsoft.com/office/officeart/2005/8/layout/orgChart1"/>
    <dgm:cxn modelId="{A7CE90D5-90BC-4F20-B0B3-DF86324BE230}" type="presOf" srcId="{20264802-0888-421B-A372-7F1AC263025C}" destId="{2D7F19AA-157D-41DD-8B3C-66DD4ADE63DD}" srcOrd="0" destOrd="0" presId="urn:microsoft.com/office/officeart/2005/8/layout/orgChart1"/>
    <dgm:cxn modelId="{49BF15E3-3C67-4ACF-AA95-3BD3E588227F}" srcId="{A4240576-A56E-4539-9B4E-C424FAF37A5F}" destId="{20264802-0888-421B-A372-7F1AC263025C}" srcOrd="1" destOrd="0" parTransId="{507FD76A-60C3-4C1F-A1F4-F0471F3A549D}" sibTransId="{C9A2FA2A-64AB-4E61-8B22-771649D2216C}"/>
    <dgm:cxn modelId="{B2D12FE4-B204-4215-A43A-7743813EEFEB}" type="presOf" srcId="{A4240576-A56E-4539-9B4E-C424FAF37A5F}" destId="{ECF7BF53-69B4-4E54-8A76-99DC85F525BC}" srcOrd="0" destOrd="0" presId="urn:microsoft.com/office/officeart/2005/8/layout/orgChart1"/>
    <dgm:cxn modelId="{318CC6F5-18D1-4954-8DA0-E93C0A66751E}" type="presOf" srcId="{FAB7AC7A-2565-458C-83B1-7E201ECBE239}" destId="{3F5F9F02-A2BB-413B-8BD5-408AC4B447AC}" srcOrd="0" destOrd="0" presId="urn:microsoft.com/office/officeart/2005/8/layout/orgChart1"/>
    <dgm:cxn modelId="{E78BFDF5-65E2-4C55-80CA-813E546F3326}" type="presOf" srcId="{6C806157-66E2-4B81-BEF4-F6A9E95DAFAB}" destId="{4E3D8799-D103-47D1-8F72-B2CC8CAC6587}" srcOrd="1" destOrd="0" presId="urn:microsoft.com/office/officeart/2005/8/layout/orgChart1"/>
    <dgm:cxn modelId="{03DFDAFA-F54D-4373-AFA9-F26B332F41E2}" type="presOf" srcId="{7BAC767A-9DA0-4C12-A937-1B84990BDF33}" destId="{F13745A2-E478-4DD7-9379-79301BE69DA0}"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CEFD6989-9E63-4034-B245-39118671AD96}" type="presParOf" srcId="{3F5F9F02-A2BB-413B-8BD5-408AC4B447AC}" destId="{27B9A657-5E97-4A82-AB03-1D3B0B0A1D60}" srcOrd="0" destOrd="0" presId="urn:microsoft.com/office/officeart/2005/8/layout/orgChart1"/>
    <dgm:cxn modelId="{FB3BD63A-259E-41E1-960F-FB40313A889F}" type="presParOf" srcId="{27B9A657-5E97-4A82-AB03-1D3B0B0A1D60}" destId="{20066040-4B19-4A0E-AC1C-C24C471E9763}" srcOrd="0" destOrd="0" presId="urn:microsoft.com/office/officeart/2005/8/layout/orgChart1"/>
    <dgm:cxn modelId="{3715D325-E272-4929-A097-8B85B96EF282}" type="presParOf" srcId="{20066040-4B19-4A0E-AC1C-C24C471E9763}" destId="{03359889-1736-4CB6-938B-D0FBC2DD0A61}" srcOrd="0" destOrd="0" presId="urn:microsoft.com/office/officeart/2005/8/layout/orgChart1"/>
    <dgm:cxn modelId="{A0282EFC-DD6F-453F-88F1-EFBEC1573416}" type="presParOf" srcId="{20066040-4B19-4A0E-AC1C-C24C471E9763}" destId="{4E3D8799-D103-47D1-8F72-B2CC8CAC6587}" srcOrd="1" destOrd="0" presId="urn:microsoft.com/office/officeart/2005/8/layout/orgChart1"/>
    <dgm:cxn modelId="{A0B09310-F710-4009-B5FC-E58A79C8ED6D}" type="presParOf" srcId="{27B9A657-5E97-4A82-AB03-1D3B0B0A1D60}" destId="{6DDC3BE3-E0E8-484F-82E2-6D1D91DB193D}" srcOrd="1" destOrd="0" presId="urn:microsoft.com/office/officeart/2005/8/layout/orgChart1"/>
    <dgm:cxn modelId="{882DEB15-7EE1-4F47-9DFC-648BC088676F}" type="presParOf" srcId="{6DDC3BE3-E0E8-484F-82E2-6D1D91DB193D}" destId="{37E75BE2-BD40-4CBB-AB4A-73400CE09420}" srcOrd="0" destOrd="0" presId="urn:microsoft.com/office/officeart/2005/8/layout/orgChart1"/>
    <dgm:cxn modelId="{8EC96D09-5773-423F-B39F-C84005D9B794}" type="presParOf" srcId="{6DDC3BE3-E0E8-484F-82E2-6D1D91DB193D}" destId="{3AFBAECD-5D9E-4FEF-B456-43A3B460D47C}" srcOrd="1" destOrd="0" presId="urn:microsoft.com/office/officeart/2005/8/layout/orgChart1"/>
    <dgm:cxn modelId="{A9A6D16B-394B-45F3-BA7E-3860B5B15454}" type="presParOf" srcId="{3AFBAECD-5D9E-4FEF-B456-43A3B460D47C}" destId="{C9AD89B3-9C72-496D-A744-C3D22120603E}" srcOrd="0" destOrd="0" presId="urn:microsoft.com/office/officeart/2005/8/layout/orgChart1"/>
    <dgm:cxn modelId="{B858B4B9-4B5E-40BA-B98D-E19AD294919F}" type="presParOf" srcId="{C9AD89B3-9C72-496D-A744-C3D22120603E}" destId="{ECF7BF53-69B4-4E54-8A76-99DC85F525BC}" srcOrd="0" destOrd="0" presId="urn:microsoft.com/office/officeart/2005/8/layout/orgChart1"/>
    <dgm:cxn modelId="{8BB91E57-F884-4EA4-B757-8BD3113B2683}" type="presParOf" srcId="{C9AD89B3-9C72-496D-A744-C3D22120603E}" destId="{AA166E9C-5017-446A-83FD-D79C4E865CE0}" srcOrd="1" destOrd="0" presId="urn:microsoft.com/office/officeart/2005/8/layout/orgChart1"/>
    <dgm:cxn modelId="{D9E7DD0B-F919-40D3-9A98-47C5E90C6CD6}" type="presParOf" srcId="{3AFBAECD-5D9E-4FEF-B456-43A3B460D47C}" destId="{40F472EA-C4C8-4A72-9BEB-19B2E7437CE9}" srcOrd="1" destOrd="0" presId="urn:microsoft.com/office/officeart/2005/8/layout/orgChart1"/>
    <dgm:cxn modelId="{5D55F035-97F5-45A8-8D9E-4FE2E64F8854}" type="presParOf" srcId="{40F472EA-C4C8-4A72-9BEB-19B2E7437CE9}" destId="{36DD863B-F5D2-4BEA-87C0-511F065F1F73}" srcOrd="0" destOrd="0" presId="urn:microsoft.com/office/officeart/2005/8/layout/orgChart1"/>
    <dgm:cxn modelId="{D2F8302B-EC74-415C-9096-F36B83A181B7}" type="presParOf" srcId="{40F472EA-C4C8-4A72-9BEB-19B2E7437CE9}" destId="{09611771-50BD-4062-9ABE-3374E1942725}" srcOrd="1" destOrd="0" presId="urn:microsoft.com/office/officeart/2005/8/layout/orgChart1"/>
    <dgm:cxn modelId="{A4AF3812-D376-4399-82F8-496D2F39AA33}" type="presParOf" srcId="{09611771-50BD-4062-9ABE-3374E1942725}" destId="{BE0A8601-EADE-4FE6-B0AE-577D3A96FEAB}" srcOrd="0" destOrd="0" presId="urn:microsoft.com/office/officeart/2005/8/layout/orgChart1"/>
    <dgm:cxn modelId="{D174C945-A26A-48BB-BBB5-C5991AE2FC7D}" type="presParOf" srcId="{BE0A8601-EADE-4FE6-B0AE-577D3A96FEAB}" destId="{F13745A2-E478-4DD7-9379-79301BE69DA0}" srcOrd="0" destOrd="0" presId="urn:microsoft.com/office/officeart/2005/8/layout/orgChart1"/>
    <dgm:cxn modelId="{C99D3F98-4C45-41ED-BE4F-8A210D98600E}" type="presParOf" srcId="{BE0A8601-EADE-4FE6-B0AE-577D3A96FEAB}" destId="{F292CE52-98D6-4533-894E-49DF417CA838}" srcOrd="1" destOrd="0" presId="urn:microsoft.com/office/officeart/2005/8/layout/orgChart1"/>
    <dgm:cxn modelId="{D09C1814-AA14-4609-9E66-DCAFFA75B1F2}" type="presParOf" srcId="{09611771-50BD-4062-9ABE-3374E1942725}" destId="{40B9E3EE-8654-475B-9F20-5A868259FDD4}" srcOrd="1" destOrd="0" presId="urn:microsoft.com/office/officeart/2005/8/layout/orgChart1"/>
    <dgm:cxn modelId="{F1EF6CAE-9A65-4F39-B476-94ABD12CFC08}" type="presParOf" srcId="{09611771-50BD-4062-9ABE-3374E1942725}" destId="{60A61FF5-70DC-4601-99B8-53CD31FA71FD}" srcOrd="2" destOrd="0" presId="urn:microsoft.com/office/officeart/2005/8/layout/orgChart1"/>
    <dgm:cxn modelId="{D65D9B75-2845-4FBF-BA1F-8122BF9CB99F}" type="presParOf" srcId="{40F472EA-C4C8-4A72-9BEB-19B2E7437CE9}" destId="{B073300E-6475-4A24-B436-EFFDEE066C9E}" srcOrd="2" destOrd="0" presId="urn:microsoft.com/office/officeart/2005/8/layout/orgChart1"/>
    <dgm:cxn modelId="{FBF6D8FE-7FC0-4125-8CE9-3D3950D41A52}" type="presParOf" srcId="{40F472EA-C4C8-4A72-9BEB-19B2E7437CE9}" destId="{A185E5D5-FC02-4A48-913D-E32944E68A89}" srcOrd="3" destOrd="0" presId="urn:microsoft.com/office/officeart/2005/8/layout/orgChart1"/>
    <dgm:cxn modelId="{CBABEDA6-2047-4EC8-951D-EFAD6A8DAE26}" type="presParOf" srcId="{A185E5D5-FC02-4A48-913D-E32944E68A89}" destId="{B3DC87EF-6746-490B-B470-DA06D200AF18}" srcOrd="0" destOrd="0" presId="urn:microsoft.com/office/officeart/2005/8/layout/orgChart1"/>
    <dgm:cxn modelId="{53248A65-8986-40D0-BBF7-43E805DA5B5C}" type="presParOf" srcId="{B3DC87EF-6746-490B-B470-DA06D200AF18}" destId="{2D7F19AA-157D-41DD-8B3C-66DD4ADE63DD}" srcOrd="0" destOrd="0" presId="urn:microsoft.com/office/officeart/2005/8/layout/orgChart1"/>
    <dgm:cxn modelId="{CDEC89B5-4B48-499C-8500-B564FF07D8A3}" type="presParOf" srcId="{B3DC87EF-6746-490B-B470-DA06D200AF18}" destId="{D9AE6C47-9DDA-48AB-8F69-DCCBB3CE204A}" srcOrd="1" destOrd="0" presId="urn:microsoft.com/office/officeart/2005/8/layout/orgChart1"/>
    <dgm:cxn modelId="{F4E02CCE-4570-4C6B-9929-E86C87CB303E}" type="presParOf" srcId="{A185E5D5-FC02-4A48-913D-E32944E68A89}" destId="{61233E95-D56E-4B01-983D-9EAC6368E5FD}" srcOrd="1" destOrd="0" presId="urn:microsoft.com/office/officeart/2005/8/layout/orgChart1"/>
    <dgm:cxn modelId="{3FD6CA68-FECC-4C66-BED6-9787E7B02CC5}" type="presParOf" srcId="{A185E5D5-FC02-4A48-913D-E32944E68A89}" destId="{F0ED42A5-6599-4B6F-A090-AA25AD408922}" srcOrd="2" destOrd="0" presId="urn:microsoft.com/office/officeart/2005/8/layout/orgChart1"/>
    <dgm:cxn modelId="{F4C6E3DE-6532-4D0F-B460-EBD1144662C0}" type="presParOf" srcId="{3AFBAECD-5D9E-4FEF-B456-43A3B460D47C}" destId="{12484CB8-D48A-42F1-BF55-A3365C7BCC0B}" srcOrd="2" destOrd="0" presId="urn:microsoft.com/office/officeart/2005/8/layout/orgChart1"/>
    <dgm:cxn modelId="{6ACB5A2B-3548-4761-873F-4C4B45616493}" type="presParOf" srcId="{27B9A657-5E97-4A82-AB03-1D3B0B0A1D60}" destId="{EB4A876E-CE02-44E6-9C28-1B50D9485DE6}" srcOrd="2" destOrd="0" presId="urn:microsoft.com/office/officeart/2005/8/layout/orgChart1"/>
  </dgm:cxnLst>
  <dgm:bg/>
  <dgm:whole/>
  <dgm:extLst>
    <a:ext uri="http://schemas.microsoft.com/office/drawing/2008/diagram">
      <dsp:dataModelExt xmlns:dsp="http://schemas.microsoft.com/office/drawing/2008/diagram" relId="rId20"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altLang="en-US" sz="700" b="1">
              <a:solidFill>
                <a:schemeClr val="tx1"/>
              </a:solidFill>
            </a:rPr>
            <a:t>HSS/HLR </a:t>
          </a:r>
          <a:r>
            <a:rPr lang="en-US" sz="700" b="1">
              <a:latin typeface="Meiryo UI" panose="020B0604030504040204" pitchFamily="34" charset="-128"/>
              <a:ea typeface="Meiryo UI" panose="020B0604030504040204" pitchFamily="34" charset="-128"/>
            </a:rPr>
            <a:t> </a:t>
          </a:r>
        </a:p>
        <a:p>
          <a:pPr algn="ctr"/>
          <a:r>
            <a:rPr lang="en-US" sz="700" b="1">
              <a:latin typeface="Meiryo UI" panose="020B0604030504040204" pitchFamily="34" charset="-128"/>
              <a:ea typeface="Meiryo UI" panose="020B0604030504040204" pitchFamily="34" charset="-128"/>
            </a:rPr>
            <a:t>PM </a:t>
          </a:r>
          <a:r>
            <a:rPr lang="en-US" altLang="ja-JP" sz="700" b="0">
              <a:solidFill>
                <a:srgbClr val="008000"/>
              </a:solidFill>
              <a:latin typeface="Meiryo UI" panose="020B0604030504040204" pitchFamily="34" charset="-128"/>
              <a:ea typeface="Meiryo UI" panose="020B0604030504040204" pitchFamily="34" charset="-128"/>
            </a:rPr>
            <a:t>Umeda</a:t>
          </a:r>
          <a:endParaRPr lang="en-US" sz="400" b="1">
            <a:solidFill>
              <a:srgbClr val="00800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a:r>
            <a:rPr lang="en-US" altLang="en-US" sz="700" b="1">
              <a:solidFill>
                <a:schemeClr val="tx1"/>
              </a:solidFill>
            </a:rPr>
            <a:t>HSS/HLR </a:t>
          </a:r>
          <a:r>
            <a:rPr lang="en-US" sz="700" b="1">
              <a:latin typeface="Meiryo UI" panose="020B0604030504040204" pitchFamily="34" charset="-128"/>
              <a:ea typeface="Meiryo UI" panose="020B0604030504040204" pitchFamily="34" charset="-128"/>
            </a:rPr>
            <a:t> </a:t>
          </a:r>
        </a:p>
        <a:p>
          <a:pPr algn="ctr"/>
          <a:r>
            <a:rPr lang="en-US" sz="700" b="1">
              <a:latin typeface="Meiryo UI" panose="020B0604030504040204" pitchFamily="34" charset="-128"/>
              <a:ea typeface="Meiryo UI" panose="020B0604030504040204" pitchFamily="34" charset="-128"/>
            </a:rPr>
            <a:t>SA/TM </a:t>
          </a: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9668FCC7-F68C-450D-AA57-CD797E5CBC39}" type="pres">
      <dgm:prSet presAssocID="{FAB7AC7A-2565-458C-83B1-7E201ECBE239}" presName="hierChild1" presStyleCnt="0">
        <dgm:presLayoutVars>
          <dgm:orgChart val="1"/>
          <dgm:chPref val="1"/>
          <dgm:dir/>
          <dgm:animOne val="branch"/>
          <dgm:animLvl val="lvl"/>
          <dgm:resizeHandles/>
        </dgm:presLayoutVars>
      </dgm:prSet>
      <dgm:spPr/>
    </dgm:pt>
    <dgm:pt modelId="{A415C294-38B1-4269-BBD2-30D4C4EA323A}" type="pres">
      <dgm:prSet presAssocID="{6C806157-66E2-4B81-BEF4-F6A9E95DAFAB}" presName="hierRoot1" presStyleCnt="0">
        <dgm:presLayoutVars>
          <dgm:hierBranch val="init"/>
        </dgm:presLayoutVars>
      </dgm:prSet>
      <dgm:spPr/>
    </dgm:pt>
    <dgm:pt modelId="{6376CC66-A53D-4D7A-95A2-F20BBAD52E6A}" type="pres">
      <dgm:prSet presAssocID="{6C806157-66E2-4B81-BEF4-F6A9E95DAFAB}" presName="rootComposite1" presStyleCnt="0"/>
      <dgm:spPr/>
    </dgm:pt>
    <dgm:pt modelId="{763D2F94-1F15-4BC2-A91A-6C1DBBE19ECC}" type="pres">
      <dgm:prSet presAssocID="{6C806157-66E2-4B81-BEF4-F6A9E95DAFAB}" presName="rootText1" presStyleLbl="node0" presStyleIdx="0" presStyleCnt="1" custScaleX="28795" custScaleY="24661" custLinFactNeighborX="1496" custLinFactNeighborY="13815">
        <dgm:presLayoutVars>
          <dgm:chPref val="3"/>
        </dgm:presLayoutVars>
      </dgm:prSet>
      <dgm:spPr/>
    </dgm:pt>
    <dgm:pt modelId="{FE78D2C0-B287-44D8-A066-C9611EEA03D9}" type="pres">
      <dgm:prSet presAssocID="{6C806157-66E2-4B81-BEF4-F6A9E95DAFAB}" presName="rootConnector1" presStyleLbl="node1" presStyleIdx="0" presStyleCnt="0"/>
      <dgm:spPr/>
    </dgm:pt>
    <dgm:pt modelId="{0D9071BB-D1C4-46EC-9F1C-62F0F3D6CE6F}" type="pres">
      <dgm:prSet presAssocID="{6C806157-66E2-4B81-BEF4-F6A9E95DAFAB}" presName="hierChild2" presStyleCnt="0"/>
      <dgm:spPr/>
    </dgm:pt>
    <dgm:pt modelId="{B4C7ED07-8F50-477A-8C74-F3EDC29096D9}" type="pres">
      <dgm:prSet presAssocID="{16AAC7A4-F011-40A5-8724-C9DE8D9D3C00}" presName="Name37" presStyleLbl="parChTrans1D2" presStyleIdx="0" presStyleCnt="1"/>
      <dgm:spPr/>
    </dgm:pt>
    <dgm:pt modelId="{D41F7D0F-B383-431C-8D41-49A7DCC70874}" type="pres">
      <dgm:prSet presAssocID="{A4240576-A56E-4539-9B4E-C424FAF37A5F}" presName="hierRoot2" presStyleCnt="0">
        <dgm:presLayoutVars>
          <dgm:hierBranch val="init"/>
        </dgm:presLayoutVars>
      </dgm:prSet>
      <dgm:spPr/>
    </dgm:pt>
    <dgm:pt modelId="{71BC12F6-EC76-4D6A-BD45-D5D178A89EE0}" type="pres">
      <dgm:prSet presAssocID="{A4240576-A56E-4539-9B4E-C424FAF37A5F}" presName="rootComposite" presStyleCnt="0"/>
      <dgm:spPr/>
    </dgm:pt>
    <dgm:pt modelId="{1767A91B-F8E1-4236-8432-56E7B59B4880}" type="pres">
      <dgm:prSet presAssocID="{A4240576-A56E-4539-9B4E-C424FAF37A5F}" presName="rootText" presStyleLbl="node2" presStyleIdx="0" presStyleCnt="1" custScaleX="28258" custScaleY="24812" custLinFactNeighborX="2247" custLinFactNeighborY="-12799">
        <dgm:presLayoutVars>
          <dgm:chPref val="3"/>
        </dgm:presLayoutVars>
      </dgm:prSet>
      <dgm:spPr/>
    </dgm:pt>
    <dgm:pt modelId="{2F46C307-35E1-4FF2-9B36-3D431855995E}" type="pres">
      <dgm:prSet presAssocID="{A4240576-A56E-4539-9B4E-C424FAF37A5F}" presName="rootConnector" presStyleLbl="node2" presStyleIdx="0" presStyleCnt="1"/>
      <dgm:spPr/>
    </dgm:pt>
    <dgm:pt modelId="{31FD182C-5DEC-4966-B0BD-774D2DEBAA1D}" type="pres">
      <dgm:prSet presAssocID="{A4240576-A56E-4539-9B4E-C424FAF37A5F}" presName="hierChild4" presStyleCnt="0"/>
      <dgm:spPr/>
    </dgm:pt>
    <dgm:pt modelId="{06C5FBDB-4DAB-40CD-9618-494B5B9726B2}" type="pres">
      <dgm:prSet presAssocID="{A4240576-A56E-4539-9B4E-C424FAF37A5F}" presName="hierChild5" presStyleCnt="0"/>
      <dgm:spPr/>
    </dgm:pt>
    <dgm:pt modelId="{331DE4FA-B78E-48DF-87C7-A78257C6A6A5}" type="pres">
      <dgm:prSet presAssocID="{6C806157-66E2-4B81-BEF4-F6A9E95DAFAB}" presName="hierChild3" presStyleCnt="0"/>
      <dgm:spPr/>
    </dgm:pt>
  </dgm:ptLst>
  <dgm:cxnLst>
    <dgm:cxn modelId="{2836C363-89A0-4A7B-B9A2-0E51F529903A}" type="presOf" srcId="{16AAC7A4-F011-40A5-8724-C9DE8D9D3C00}" destId="{B4C7ED07-8F50-477A-8C74-F3EDC29096D9}" srcOrd="0" destOrd="0" presId="urn:microsoft.com/office/officeart/2005/8/layout/orgChart1"/>
    <dgm:cxn modelId="{E0156892-977E-4322-B351-1EDD70959D35}" type="presOf" srcId="{6C806157-66E2-4B81-BEF4-F6A9E95DAFAB}" destId="{FE78D2C0-B287-44D8-A066-C9611EEA03D9}"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E78D0DA7-8B70-403A-A7EA-98E3EA6E02CC}" type="presOf" srcId="{FAB7AC7A-2565-458C-83B1-7E201ECBE239}" destId="{9668FCC7-F68C-450D-AA57-CD797E5CBC39}" srcOrd="0" destOrd="0" presId="urn:microsoft.com/office/officeart/2005/8/layout/orgChart1"/>
    <dgm:cxn modelId="{3AD557C7-F4C1-4048-BC24-36E5102999B5}" type="presOf" srcId="{A4240576-A56E-4539-9B4E-C424FAF37A5F}" destId="{2F46C307-35E1-4FF2-9B36-3D431855995E}" srcOrd="1" destOrd="0" presId="urn:microsoft.com/office/officeart/2005/8/layout/orgChart1"/>
    <dgm:cxn modelId="{2B571AD4-F9CE-421F-B877-735318C5EEC0}" type="presOf" srcId="{A4240576-A56E-4539-9B4E-C424FAF37A5F}" destId="{1767A91B-F8E1-4236-8432-56E7B59B4880}" srcOrd="0" destOrd="0" presId="urn:microsoft.com/office/officeart/2005/8/layout/orgChart1"/>
    <dgm:cxn modelId="{952E2DDA-1001-48E6-BC8D-FDE37E5890D9}" type="presOf" srcId="{6C806157-66E2-4B81-BEF4-F6A9E95DAFAB}" destId="{763D2F94-1F15-4BC2-A91A-6C1DBBE19ECC}"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4DAA66C3-63E2-48FA-ABC9-5305ACCEEB17}" type="presParOf" srcId="{9668FCC7-F68C-450D-AA57-CD797E5CBC39}" destId="{A415C294-38B1-4269-BBD2-30D4C4EA323A}" srcOrd="0" destOrd="0" presId="urn:microsoft.com/office/officeart/2005/8/layout/orgChart1"/>
    <dgm:cxn modelId="{0AC80CE8-2D2C-449D-B772-8D5F1AAF3DC8}" type="presParOf" srcId="{A415C294-38B1-4269-BBD2-30D4C4EA323A}" destId="{6376CC66-A53D-4D7A-95A2-F20BBAD52E6A}" srcOrd="0" destOrd="0" presId="urn:microsoft.com/office/officeart/2005/8/layout/orgChart1"/>
    <dgm:cxn modelId="{5020F7A3-752C-4768-8F6C-AEC149A5F0B5}" type="presParOf" srcId="{6376CC66-A53D-4D7A-95A2-F20BBAD52E6A}" destId="{763D2F94-1F15-4BC2-A91A-6C1DBBE19ECC}" srcOrd="0" destOrd="0" presId="urn:microsoft.com/office/officeart/2005/8/layout/orgChart1"/>
    <dgm:cxn modelId="{4AC842AF-7CCC-4418-9C4B-503152985649}" type="presParOf" srcId="{6376CC66-A53D-4D7A-95A2-F20BBAD52E6A}" destId="{FE78D2C0-B287-44D8-A066-C9611EEA03D9}" srcOrd="1" destOrd="0" presId="urn:microsoft.com/office/officeart/2005/8/layout/orgChart1"/>
    <dgm:cxn modelId="{DF58A90B-A58B-412F-AE66-7B67D1F2F15F}" type="presParOf" srcId="{A415C294-38B1-4269-BBD2-30D4C4EA323A}" destId="{0D9071BB-D1C4-46EC-9F1C-62F0F3D6CE6F}" srcOrd="1" destOrd="0" presId="urn:microsoft.com/office/officeart/2005/8/layout/orgChart1"/>
    <dgm:cxn modelId="{60666265-6CFB-4542-A02F-5A86B28609DC}" type="presParOf" srcId="{0D9071BB-D1C4-46EC-9F1C-62F0F3D6CE6F}" destId="{B4C7ED07-8F50-477A-8C74-F3EDC29096D9}" srcOrd="0" destOrd="0" presId="urn:microsoft.com/office/officeart/2005/8/layout/orgChart1"/>
    <dgm:cxn modelId="{9975164A-EA89-4D25-BAB9-E76A04E24EEE}" type="presParOf" srcId="{0D9071BB-D1C4-46EC-9F1C-62F0F3D6CE6F}" destId="{D41F7D0F-B383-431C-8D41-49A7DCC70874}" srcOrd="1" destOrd="0" presId="urn:microsoft.com/office/officeart/2005/8/layout/orgChart1"/>
    <dgm:cxn modelId="{3CC0D95D-F729-40A0-97B8-A9D0D75CCCC1}" type="presParOf" srcId="{D41F7D0F-B383-431C-8D41-49A7DCC70874}" destId="{71BC12F6-EC76-4D6A-BD45-D5D178A89EE0}" srcOrd="0" destOrd="0" presId="urn:microsoft.com/office/officeart/2005/8/layout/orgChart1"/>
    <dgm:cxn modelId="{517B0A64-99CF-4205-84A2-7EB7E869176C}" type="presParOf" srcId="{71BC12F6-EC76-4D6A-BD45-D5D178A89EE0}" destId="{1767A91B-F8E1-4236-8432-56E7B59B4880}" srcOrd="0" destOrd="0" presId="urn:microsoft.com/office/officeart/2005/8/layout/orgChart1"/>
    <dgm:cxn modelId="{0D19D010-99F5-44BC-BACC-2376FF8B83C2}" type="presParOf" srcId="{71BC12F6-EC76-4D6A-BD45-D5D178A89EE0}" destId="{2F46C307-35E1-4FF2-9B36-3D431855995E}" srcOrd="1" destOrd="0" presId="urn:microsoft.com/office/officeart/2005/8/layout/orgChart1"/>
    <dgm:cxn modelId="{4676A804-F03F-4368-9830-F49B7A2A4FAE}" type="presParOf" srcId="{D41F7D0F-B383-431C-8D41-49A7DCC70874}" destId="{31FD182C-5DEC-4966-B0BD-774D2DEBAA1D}" srcOrd="1" destOrd="0" presId="urn:microsoft.com/office/officeart/2005/8/layout/orgChart1"/>
    <dgm:cxn modelId="{8C66659E-DA49-49D6-9DC7-0FB4985CEB6E}" type="presParOf" srcId="{D41F7D0F-B383-431C-8D41-49A7DCC70874}" destId="{06C5FBDB-4DAB-40CD-9618-494B5B9726B2}" srcOrd="2" destOrd="0" presId="urn:microsoft.com/office/officeart/2005/8/layout/orgChart1"/>
    <dgm:cxn modelId="{A2A6AF8D-44B4-4423-A39E-5D3AB2BA1D69}" type="presParOf" srcId="{A415C294-38B1-4269-BBD2-30D4C4EA323A}" destId="{331DE4FA-B78E-48DF-87C7-A78257C6A6A5}" srcOrd="2" destOrd="0" presId="urn:microsoft.com/office/officeart/2005/8/layout/orgChart1"/>
  </dgm:cxnLst>
  <dgm:bg/>
  <dgm:whole/>
  <dgm:extLst>
    <a:ext uri="http://schemas.microsoft.com/office/drawing/2008/diagram">
      <dsp:dataModelExt xmlns:dsp="http://schemas.microsoft.com/office/drawing/2008/diagram" relId="rId25"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800" b="1">
              <a:latin typeface="Meiryo UI"/>
              <a:ea typeface="Meiryo UI"/>
            </a:rPr>
            <a:t>TDL</a:t>
          </a:r>
          <a:endParaRPr lang="en-US" sz="500" b="1">
            <a:latin typeface="Meiryo UI"/>
            <a:ea typeface="Meiryo UI"/>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rtl="0"/>
          <a:r>
            <a:rPr lang="en-US" altLang="en-US" sz="700" b="1">
              <a:solidFill>
                <a:schemeClr val="tx1"/>
              </a:solidFill>
            </a:rPr>
            <a:t>HSS/HLR</a:t>
          </a:r>
          <a:r>
            <a:rPr lang="en-US" sz="700" b="1">
              <a:latin typeface="Meiryo UI"/>
              <a:ea typeface="Meiryo UI"/>
            </a:rPr>
            <a:t> SA </a:t>
          </a:r>
          <a:r>
            <a:rPr lang="en-US" sz="700" b="0">
              <a:solidFill>
                <a:srgbClr val="00B050"/>
              </a:solidFill>
              <a:latin typeface="Meiryo UI"/>
              <a:ea typeface="Meiryo UI"/>
            </a:rPr>
            <a:t>Anadi</a:t>
          </a: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7BAC767A-9DA0-4C12-A937-1B84990BDF33}">
      <dgm:prSet custT="1"/>
      <dgm:spPr/>
      <dgm:t>
        <a:bodyPr/>
        <a:lstStyle/>
        <a:p>
          <a:pPr algn="ctr"/>
          <a:r>
            <a:rPr lang="en-US" sz="700" b="1">
              <a:latin typeface="Meiryo UI"/>
              <a:ea typeface="Meiryo UI"/>
            </a:rPr>
            <a:t>Engineer Lead</a:t>
          </a:r>
        </a:p>
      </dgm:t>
    </dgm:pt>
    <dgm:pt modelId="{22F30D3E-D1C5-4A94-9BBB-63EFC49668CD}" type="parTrans" cxnId="{95B69FA1-0FCF-4474-AE93-614113684E0E}">
      <dgm:prSet/>
      <dgm:spPr/>
      <dgm:t>
        <a:bodyPr/>
        <a:lstStyle/>
        <a:p>
          <a:endParaRPr lang="en-US"/>
        </a:p>
      </dgm:t>
    </dgm:pt>
    <dgm:pt modelId="{6E8AE1B4-626C-45C9-AE5F-4A41F24FD45E}" type="sibTrans" cxnId="{95B69FA1-0FCF-4474-AE93-614113684E0E}">
      <dgm:prSet/>
      <dgm:spPr/>
      <dgm:t>
        <a:bodyPr/>
        <a:lstStyle/>
        <a:p>
          <a:endParaRPr lang="en-US"/>
        </a:p>
      </dgm:t>
    </dgm:pt>
    <dgm:pt modelId="{20264802-0888-421B-A372-7F1AC263025C}">
      <dgm:prSet custT="1"/>
      <dgm:spPr/>
      <dgm:t>
        <a:bodyPr/>
        <a:lstStyle/>
        <a:p>
          <a:pPr algn="ctr"/>
          <a:r>
            <a:rPr lang="en-US" sz="700" b="1">
              <a:latin typeface="Meiryo UI"/>
              <a:ea typeface="Meiryo UI"/>
            </a:rPr>
            <a:t>Engineer team</a:t>
          </a:r>
        </a:p>
      </dgm:t>
    </dgm:pt>
    <dgm:pt modelId="{507FD76A-60C3-4C1F-A1F4-F0471F3A549D}" type="parTrans" cxnId="{49BF15E3-3C67-4ACF-AA95-3BD3E588227F}">
      <dgm:prSet/>
      <dgm:spPr/>
      <dgm:t>
        <a:bodyPr/>
        <a:lstStyle/>
        <a:p>
          <a:endParaRPr lang="en-US"/>
        </a:p>
      </dgm:t>
    </dgm:pt>
    <dgm:pt modelId="{C9A2FA2A-64AB-4E61-8B22-771649D2216C}" type="sibTrans" cxnId="{49BF15E3-3C67-4ACF-AA95-3BD3E588227F}">
      <dgm:prSet/>
      <dgm:spPr/>
      <dgm:t>
        <a:bodyPr/>
        <a:lstStyle/>
        <a:p>
          <a:endParaRPr lang="en-US"/>
        </a:p>
      </dgm:t>
    </dgm:pt>
    <dgm:pt modelId="{3F5F9F02-A2BB-413B-8BD5-408AC4B447AC}" type="pres">
      <dgm:prSet presAssocID="{FAB7AC7A-2565-458C-83B1-7E201ECBE239}" presName="hierChild1" presStyleCnt="0">
        <dgm:presLayoutVars>
          <dgm:orgChart val="1"/>
          <dgm:chPref val="1"/>
          <dgm:dir/>
          <dgm:animOne val="branch"/>
          <dgm:animLvl val="lvl"/>
          <dgm:resizeHandles/>
        </dgm:presLayoutVars>
      </dgm:prSet>
      <dgm:spPr/>
    </dgm:pt>
    <dgm:pt modelId="{27B9A657-5E97-4A82-AB03-1D3B0B0A1D60}" type="pres">
      <dgm:prSet presAssocID="{6C806157-66E2-4B81-BEF4-F6A9E95DAFAB}" presName="hierRoot1" presStyleCnt="0">
        <dgm:presLayoutVars>
          <dgm:hierBranch val="init"/>
        </dgm:presLayoutVars>
      </dgm:prSet>
      <dgm:spPr/>
    </dgm:pt>
    <dgm:pt modelId="{20066040-4B19-4A0E-AC1C-C24C471E9763}" type="pres">
      <dgm:prSet presAssocID="{6C806157-66E2-4B81-BEF4-F6A9E95DAFAB}" presName="rootComposite1" presStyleCnt="0"/>
      <dgm:spPr/>
    </dgm:pt>
    <dgm:pt modelId="{03359889-1736-4CB6-938B-D0FBC2DD0A61}" type="pres">
      <dgm:prSet presAssocID="{6C806157-66E2-4B81-BEF4-F6A9E95DAFAB}" presName="rootText1" presStyleLbl="node0" presStyleIdx="0" presStyleCnt="1" custScaleX="126280">
        <dgm:presLayoutVars>
          <dgm:chPref val="3"/>
        </dgm:presLayoutVars>
      </dgm:prSet>
      <dgm:spPr/>
    </dgm:pt>
    <dgm:pt modelId="{4E3D8799-D103-47D1-8F72-B2CC8CAC6587}" type="pres">
      <dgm:prSet presAssocID="{6C806157-66E2-4B81-BEF4-F6A9E95DAFAB}" presName="rootConnector1" presStyleLbl="node1" presStyleIdx="0" presStyleCnt="0"/>
      <dgm:spPr/>
    </dgm:pt>
    <dgm:pt modelId="{6DDC3BE3-E0E8-484F-82E2-6D1D91DB193D}" type="pres">
      <dgm:prSet presAssocID="{6C806157-66E2-4B81-BEF4-F6A9E95DAFAB}" presName="hierChild2" presStyleCnt="0"/>
      <dgm:spPr/>
    </dgm:pt>
    <dgm:pt modelId="{37E75BE2-BD40-4CBB-AB4A-73400CE09420}" type="pres">
      <dgm:prSet presAssocID="{16AAC7A4-F011-40A5-8724-C9DE8D9D3C00}" presName="Name37" presStyleLbl="parChTrans1D2" presStyleIdx="0" presStyleCnt="1"/>
      <dgm:spPr/>
    </dgm:pt>
    <dgm:pt modelId="{3AFBAECD-5D9E-4FEF-B456-43A3B460D47C}" type="pres">
      <dgm:prSet presAssocID="{A4240576-A56E-4539-9B4E-C424FAF37A5F}" presName="hierRoot2" presStyleCnt="0">
        <dgm:presLayoutVars>
          <dgm:hierBranch val="init"/>
        </dgm:presLayoutVars>
      </dgm:prSet>
      <dgm:spPr/>
    </dgm:pt>
    <dgm:pt modelId="{C9AD89B3-9C72-496D-A744-C3D22120603E}" type="pres">
      <dgm:prSet presAssocID="{A4240576-A56E-4539-9B4E-C424FAF37A5F}" presName="rootComposite" presStyleCnt="0"/>
      <dgm:spPr/>
    </dgm:pt>
    <dgm:pt modelId="{ECF7BF53-69B4-4E54-8A76-99DC85F525BC}" type="pres">
      <dgm:prSet presAssocID="{A4240576-A56E-4539-9B4E-C424FAF37A5F}" presName="rootText" presStyleLbl="node2" presStyleIdx="0" presStyleCnt="1" custScaleX="135896">
        <dgm:presLayoutVars>
          <dgm:chPref val="3"/>
        </dgm:presLayoutVars>
      </dgm:prSet>
      <dgm:spPr/>
    </dgm:pt>
    <dgm:pt modelId="{AA166E9C-5017-446A-83FD-D79C4E865CE0}" type="pres">
      <dgm:prSet presAssocID="{A4240576-A56E-4539-9B4E-C424FAF37A5F}" presName="rootConnector" presStyleLbl="node2" presStyleIdx="0" presStyleCnt="1"/>
      <dgm:spPr/>
    </dgm:pt>
    <dgm:pt modelId="{40F472EA-C4C8-4A72-9BEB-19B2E7437CE9}" type="pres">
      <dgm:prSet presAssocID="{A4240576-A56E-4539-9B4E-C424FAF37A5F}" presName="hierChild4" presStyleCnt="0"/>
      <dgm:spPr/>
    </dgm:pt>
    <dgm:pt modelId="{36DD863B-F5D2-4BEA-87C0-511F065F1F73}" type="pres">
      <dgm:prSet presAssocID="{22F30D3E-D1C5-4A94-9BBB-63EFC49668CD}" presName="Name37" presStyleLbl="parChTrans1D3" presStyleIdx="0" presStyleCnt="2"/>
      <dgm:spPr/>
    </dgm:pt>
    <dgm:pt modelId="{09611771-50BD-4062-9ABE-3374E1942725}" type="pres">
      <dgm:prSet presAssocID="{7BAC767A-9DA0-4C12-A937-1B84990BDF33}" presName="hierRoot2" presStyleCnt="0">
        <dgm:presLayoutVars>
          <dgm:hierBranch val="init"/>
        </dgm:presLayoutVars>
      </dgm:prSet>
      <dgm:spPr/>
    </dgm:pt>
    <dgm:pt modelId="{BE0A8601-EADE-4FE6-B0AE-577D3A96FEAB}" type="pres">
      <dgm:prSet presAssocID="{7BAC767A-9DA0-4C12-A937-1B84990BDF33}" presName="rootComposite" presStyleCnt="0"/>
      <dgm:spPr/>
    </dgm:pt>
    <dgm:pt modelId="{F13745A2-E478-4DD7-9379-79301BE69DA0}" type="pres">
      <dgm:prSet presAssocID="{7BAC767A-9DA0-4C12-A937-1B84990BDF33}" presName="rootText" presStyleLbl="node3" presStyleIdx="0" presStyleCnt="2">
        <dgm:presLayoutVars>
          <dgm:chPref val="3"/>
        </dgm:presLayoutVars>
      </dgm:prSet>
      <dgm:spPr/>
    </dgm:pt>
    <dgm:pt modelId="{F292CE52-98D6-4533-894E-49DF417CA838}" type="pres">
      <dgm:prSet presAssocID="{7BAC767A-9DA0-4C12-A937-1B84990BDF33}" presName="rootConnector" presStyleLbl="node3" presStyleIdx="0" presStyleCnt="2"/>
      <dgm:spPr/>
    </dgm:pt>
    <dgm:pt modelId="{40B9E3EE-8654-475B-9F20-5A868259FDD4}" type="pres">
      <dgm:prSet presAssocID="{7BAC767A-9DA0-4C12-A937-1B84990BDF33}" presName="hierChild4" presStyleCnt="0"/>
      <dgm:spPr/>
    </dgm:pt>
    <dgm:pt modelId="{60A61FF5-70DC-4601-99B8-53CD31FA71FD}" type="pres">
      <dgm:prSet presAssocID="{7BAC767A-9DA0-4C12-A937-1B84990BDF33}" presName="hierChild5" presStyleCnt="0"/>
      <dgm:spPr/>
    </dgm:pt>
    <dgm:pt modelId="{B073300E-6475-4A24-B436-EFFDEE066C9E}" type="pres">
      <dgm:prSet presAssocID="{507FD76A-60C3-4C1F-A1F4-F0471F3A549D}" presName="Name37" presStyleLbl="parChTrans1D3" presStyleIdx="1" presStyleCnt="2"/>
      <dgm:spPr/>
    </dgm:pt>
    <dgm:pt modelId="{A185E5D5-FC02-4A48-913D-E32944E68A89}" type="pres">
      <dgm:prSet presAssocID="{20264802-0888-421B-A372-7F1AC263025C}" presName="hierRoot2" presStyleCnt="0">
        <dgm:presLayoutVars>
          <dgm:hierBranch val="init"/>
        </dgm:presLayoutVars>
      </dgm:prSet>
      <dgm:spPr/>
    </dgm:pt>
    <dgm:pt modelId="{B3DC87EF-6746-490B-B470-DA06D200AF18}" type="pres">
      <dgm:prSet presAssocID="{20264802-0888-421B-A372-7F1AC263025C}" presName="rootComposite" presStyleCnt="0"/>
      <dgm:spPr/>
    </dgm:pt>
    <dgm:pt modelId="{2D7F19AA-157D-41DD-8B3C-66DD4ADE63DD}" type="pres">
      <dgm:prSet presAssocID="{20264802-0888-421B-A372-7F1AC263025C}" presName="rootText" presStyleLbl="node3" presStyleIdx="1" presStyleCnt="2" custScaleX="136326">
        <dgm:presLayoutVars>
          <dgm:chPref val="3"/>
        </dgm:presLayoutVars>
      </dgm:prSet>
      <dgm:spPr/>
    </dgm:pt>
    <dgm:pt modelId="{D9AE6C47-9DDA-48AB-8F69-DCCBB3CE204A}" type="pres">
      <dgm:prSet presAssocID="{20264802-0888-421B-A372-7F1AC263025C}" presName="rootConnector" presStyleLbl="node3" presStyleIdx="1" presStyleCnt="2"/>
      <dgm:spPr/>
    </dgm:pt>
    <dgm:pt modelId="{61233E95-D56E-4B01-983D-9EAC6368E5FD}" type="pres">
      <dgm:prSet presAssocID="{20264802-0888-421B-A372-7F1AC263025C}" presName="hierChild4" presStyleCnt="0"/>
      <dgm:spPr/>
    </dgm:pt>
    <dgm:pt modelId="{F0ED42A5-6599-4B6F-A090-AA25AD408922}" type="pres">
      <dgm:prSet presAssocID="{20264802-0888-421B-A372-7F1AC263025C}" presName="hierChild5" presStyleCnt="0"/>
      <dgm:spPr/>
    </dgm:pt>
    <dgm:pt modelId="{12484CB8-D48A-42F1-BF55-A3365C7BCC0B}" type="pres">
      <dgm:prSet presAssocID="{A4240576-A56E-4539-9B4E-C424FAF37A5F}" presName="hierChild5" presStyleCnt="0"/>
      <dgm:spPr/>
    </dgm:pt>
    <dgm:pt modelId="{EB4A876E-CE02-44E6-9C28-1B50D9485DE6}" type="pres">
      <dgm:prSet presAssocID="{6C806157-66E2-4B81-BEF4-F6A9E95DAFAB}" presName="hierChild3" presStyleCnt="0"/>
      <dgm:spPr/>
    </dgm:pt>
  </dgm:ptLst>
  <dgm:cxnLst>
    <dgm:cxn modelId="{707F1C12-CDB5-4E4D-8ACC-42776032958E}" type="presOf" srcId="{A4240576-A56E-4539-9B4E-C424FAF37A5F}" destId="{AA166E9C-5017-446A-83FD-D79C4E865CE0}" srcOrd="1" destOrd="0" presId="urn:microsoft.com/office/officeart/2005/8/layout/orgChart1"/>
    <dgm:cxn modelId="{83398E3D-B3B6-4AEF-A21D-8A49C9DB70B7}" type="presOf" srcId="{22F30D3E-D1C5-4A94-9BBB-63EFC49668CD}" destId="{36DD863B-F5D2-4BEA-87C0-511F065F1F73}" srcOrd="0" destOrd="0" presId="urn:microsoft.com/office/officeart/2005/8/layout/orgChart1"/>
    <dgm:cxn modelId="{63201C65-3B8B-4023-ACBC-F41E39D7409B}" type="presOf" srcId="{6C806157-66E2-4B81-BEF4-F6A9E95DAFAB}" destId="{03359889-1736-4CB6-938B-D0FBC2DD0A61}" srcOrd="0" destOrd="0" presId="urn:microsoft.com/office/officeart/2005/8/layout/orgChart1"/>
    <dgm:cxn modelId="{3BDA646D-01F9-4452-B9B9-8E48CCB4F78D}" type="presOf" srcId="{507FD76A-60C3-4C1F-A1F4-F0471F3A549D}" destId="{B073300E-6475-4A24-B436-EFFDEE066C9E}" srcOrd="0" destOrd="0" presId="urn:microsoft.com/office/officeart/2005/8/layout/orgChart1"/>
    <dgm:cxn modelId="{07AA5372-7DF4-4A5A-B0FB-013348D8A7C4}" type="presOf" srcId="{20264802-0888-421B-A372-7F1AC263025C}" destId="{D9AE6C47-9DDA-48AB-8F69-DCCBB3CE204A}" srcOrd="1" destOrd="0" presId="urn:microsoft.com/office/officeart/2005/8/layout/orgChart1"/>
    <dgm:cxn modelId="{7328B57B-5B47-4B16-8AB6-6CC2A3EDC49A}" type="presOf" srcId="{7BAC767A-9DA0-4C12-A937-1B84990BDF33}" destId="{F292CE52-98D6-4533-894E-49DF417CA838}"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95B69FA1-0FCF-4474-AE93-614113684E0E}" srcId="{A4240576-A56E-4539-9B4E-C424FAF37A5F}" destId="{7BAC767A-9DA0-4C12-A937-1B84990BDF33}" srcOrd="0" destOrd="0" parTransId="{22F30D3E-D1C5-4A94-9BBB-63EFC49668CD}" sibTransId="{6E8AE1B4-626C-45C9-AE5F-4A41F24FD45E}"/>
    <dgm:cxn modelId="{DDB0A3CB-B4C5-42FE-9F1E-8990818BA2F6}" type="presOf" srcId="{16AAC7A4-F011-40A5-8724-C9DE8D9D3C00}" destId="{37E75BE2-BD40-4CBB-AB4A-73400CE09420}" srcOrd="0" destOrd="0" presId="urn:microsoft.com/office/officeart/2005/8/layout/orgChart1"/>
    <dgm:cxn modelId="{A7CE90D5-90BC-4F20-B0B3-DF86324BE230}" type="presOf" srcId="{20264802-0888-421B-A372-7F1AC263025C}" destId="{2D7F19AA-157D-41DD-8B3C-66DD4ADE63DD}" srcOrd="0" destOrd="0" presId="urn:microsoft.com/office/officeart/2005/8/layout/orgChart1"/>
    <dgm:cxn modelId="{49BF15E3-3C67-4ACF-AA95-3BD3E588227F}" srcId="{A4240576-A56E-4539-9B4E-C424FAF37A5F}" destId="{20264802-0888-421B-A372-7F1AC263025C}" srcOrd="1" destOrd="0" parTransId="{507FD76A-60C3-4C1F-A1F4-F0471F3A549D}" sibTransId="{C9A2FA2A-64AB-4E61-8B22-771649D2216C}"/>
    <dgm:cxn modelId="{B2D12FE4-B204-4215-A43A-7743813EEFEB}" type="presOf" srcId="{A4240576-A56E-4539-9B4E-C424FAF37A5F}" destId="{ECF7BF53-69B4-4E54-8A76-99DC85F525BC}" srcOrd="0" destOrd="0" presId="urn:microsoft.com/office/officeart/2005/8/layout/orgChart1"/>
    <dgm:cxn modelId="{318CC6F5-18D1-4954-8DA0-E93C0A66751E}" type="presOf" srcId="{FAB7AC7A-2565-458C-83B1-7E201ECBE239}" destId="{3F5F9F02-A2BB-413B-8BD5-408AC4B447AC}" srcOrd="0" destOrd="0" presId="urn:microsoft.com/office/officeart/2005/8/layout/orgChart1"/>
    <dgm:cxn modelId="{E78BFDF5-65E2-4C55-80CA-813E546F3326}" type="presOf" srcId="{6C806157-66E2-4B81-BEF4-F6A9E95DAFAB}" destId="{4E3D8799-D103-47D1-8F72-B2CC8CAC6587}" srcOrd="1" destOrd="0" presId="urn:microsoft.com/office/officeart/2005/8/layout/orgChart1"/>
    <dgm:cxn modelId="{03DFDAFA-F54D-4373-AFA9-F26B332F41E2}" type="presOf" srcId="{7BAC767A-9DA0-4C12-A937-1B84990BDF33}" destId="{F13745A2-E478-4DD7-9379-79301BE69DA0}"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CEFD6989-9E63-4034-B245-39118671AD96}" type="presParOf" srcId="{3F5F9F02-A2BB-413B-8BD5-408AC4B447AC}" destId="{27B9A657-5E97-4A82-AB03-1D3B0B0A1D60}" srcOrd="0" destOrd="0" presId="urn:microsoft.com/office/officeart/2005/8/layout/orgChart1"/>
    <dgm:cxn modelId="{FB3BD63A-259E-41E1-960F-FB40313A889F}" type="presParOf" srcId="{27B9A657-5E97-4A82-AB03-1D3B0B0A1D60}" destId="{20066040-4B19-4A0E-AC1C-C24C471E9763}" srcOrd="0" destOrd="0" presId="urn:microsoft.com/office/officeart/2005/8/layout/orgChart1"/>
    <dgm:cxn modelId="{3715D325-E272-4929-A097-8B85B96EF282}" type="presParOf" srcId="{20066040-4B19-4A0E-AC1C-C24C471E9763}" destId="{03359889-1736-4CB6-938B-D0FBC2DD0A61}" srcOrd="0" destOrd="0" presId="urn:microsoft.com/office/officeart/2005/8/layout/orgChart1"/>
    <dgm:cxn modelId="{A0282EFC-DD6F-453F-88F1-EFBEC1573416}" type="presParOf" srcId="{20066040-4B19-4A0E-AC1C-C24C471E9763}" destId="{4E3D8799-D103-47D1-8F72-B2CC8CAC6587}" srcOrd="1" destOrd="0" presId="urn:microsoft.com/office/officeart/2005/8/layout/orgChart1"/>
    <dgm:cxn modelId="{A0B09310-F710-4009-B5FC-E58A79C8ED6D}" type="presParOf" srcId="{27B9A657-5E97-4A82-AB03-1D3B0B0A1D60}" destId="{6DDC3BE3-E0E8-484F-82E2-6D1D91DB193D}" srcOrd="1" destOrd="0" presId="urn:microsoft.com/office/officeart/2005/8/layout/orgChart1"/>
    <dgm:cxn modelId="{882DEB15-7EE1-4F47-9DFC-648BC088676F}" type="presParOf" srcId="{6DDC3BE3-E0E8-484F-82E2-6D1D91DB193D}" destId="{37E75BE2-BD40-4CBB-AB4A-73400CE09420}" srcOrd="0" destOrd="0" presId="urn:microsoft.com/office/officeart/2005/8/layout/orgChart1"/>
    <dgm:cxn modelId="{8EC96D09-5773-423F-B39F-C84005D9B794}" type="presParOf" srcId="{6DDC3BE3-E0E8-484F-82E2-6D1D91DB193D}" destId="{3AFBAECD-5D9E-4FEF-B456-43A3B460D47C}" srcOrd="1" destOrd="0" presId="urn:microsoft.com/office/officeart/2005/8/layout/orgChart1"/>
    <dgm:cxn modelId="{A9A6D16B-394B-45F3-BA7E-3860B5B15454}" type="presParOf" srcId="{3AFBAECD-5D9E-4FEF-B456-43A3B460D47C}" destId="{C9AD89B3-9C72-496D-A744-C3D22120603E}" srcOrd="0" destOrd="0" presId="urn:microsoft.com/office/officeart/2005/8/layout/orgChart1"/>
    <dgm:cxn modelId="{B858B4B9-4B5E-40BA-B98D-E19AD294919F}" type="presParOf" srcId="{C9AD89B3-9C72-496D-A744-C3D22120603E}" destId="{ECF7BF53-69B4-4E54-8A76-99DC85F525BC}" srcOrd="0" destOrd="0" presId="urn:microsoft.com/office/officeart/2005/8/layout/orgChart1"/>
    <dgm:cxn modelId="{8BB91E57-F884-4EA4-B757-8BD3113B2683}" type="presParOf" srcId="{C9AD89B3-9C72-496D-A744-C3D22120603E}" destId="{AA166E9C-5017-446A-83FD-D79C4E865CE0}" srcOrd="1" destOrd="0" presId="urn:microsoft.com/office/officeart/2005/8/layout/orgChart1"/>
    <dgm:cxn modelId="{D9E7DD0B-F919-40D3-9A98-47C5E90C6CD6}" type="presParOf" srcId="{3AFBAECD-5D9E-4FEF-B456-43A3B460D47C}" destId="{40F472EA-C4C8-4A72-9BEB-19B2E7437CE9}" srcOrd="1" destOrd="0" presId="urn:microsoft.com/office/officeart/2005/8/layout/orgChart1"/>
    <dgm:cxn modelId="{5D55F035-97F5-45A8-8D9E-4FE2E64F8854}" type="presParOf" srcId="{40F472EA-C4C8-4A72-9BEB-19B2E7437CE9}" destId="{36DD863B-F5D2-4BEA-87C0-511F065F1F73}" srcOrd="0" destOrd="0" presId="urn:microsoft.com/office/officeart/2005/8/layout/orgChart1"/>
    <dgm:cxn modelId="{D2F8302B-EC74-415C-9096-F36B83A181B7}" type="presParOf" srcId="{40F472EA-C4C8-4A72-9BEB-19B2E7437CE9}" destId="{09611771-50BD-4062-9ABE-3374E1942725}" srcOrd="1" destOrd="0" presId="urn:microsoft.com/office/officeart/2005/8/layout/orgChart1"/>
    <dgm:cxn modelId="{A4AF3812-D376-4399-82F8-496D2F39AA33}" type="presParOf" srcId="{09611771-50BD-4062-9ABE-3374E1942725}" destId="{BE0A8601-EADE-4FE6-B0AE-577D3A96FEAB}" srcOrd="0" destOrd="0" presId="urn:microsoft.com/office/officeart/2005/8/layout/orgChart1"/>
    <dgm:cxn modelId="{D174C945-A26A-48BB-BBB5-C5991AE2FC7D}" type="presParOf" srcId="{BE0A8601-EADE-4FE6-B0AE-577D3A96FEAB}" destId="{F13745A2-E478-4DD7-9379-79301BE69DA0}" srcOrd="0" destOrd="0" presId="urn:microsoft.com/office/officeart/2005/8/layout/orgChart1"/>
    <dgm:cxn modelId="{C99D3F98-4C45-41ED-BE4F-8A210D98600E}" type="presParOf" srcId="{BE0A8601-EADE-4FE6-B0AE-577D3A96FEAB}" destId="{F292CE52-98D6-4533-894E-49DF417CA838}" srcOrd="1" destOrd="0" presId="urn:microsoft.com/office/officeart/2005/8/layout/orgChart1"/>
    <dgm:cxn modelId="{D09C1814-AA14-4609-9E66-DCAFFA75B1F2}" type="presParOf" srcId="{09611771-50BD-4062-9ABE-3374E1942725}" destId="{40B9E3EE-8654-475B-9F20-5A868259FDD4}" srcOrd="1" destOrd="0" presId="urn:microsoft.com/office/officeart/2005/8/layout/orgChart1"/>
    <dgm:cxn modelId="{F1EF6CAE-9A65-4F39-B476-94ABD12CFC08}" type="presParOf" srcId="{09611771-50BD-4062-9ABE-3374E1942725}" destId="{60A61FF5-70DC-4601-99B8-53CD31FA71FD}" srcOrd="2" destOrd="0" presId="urn:microsoft.com/office/officeart/2005/8/layout/orgChart1"/>
    <dgm:cxn modelId="{D65D9B75-2845-4FBF-BA1F-8122BF9CB99F}" type="presParOf" srcId="{40F472EA-C4C8-4A72-9BEB-19B2E7437CE9}" destId="{B073300E-6475-4A24-B436-EFFDEE066C9E}" srcOrd="2" destOrd="0" presId="urn:microsoft.com/office/officeart/2005/8/layout/orgChart1"/>
    <dgm:cxn modelId="{FBF6D8FE-7FC0-4125-8CE9-3D3950D41A52}" type="presParOf" srcId="{40F472EA-C4C8-4A72-9BEB-19B2E7437CE9}" destId="{A185E5D5-FC02-4A48-913D-E32944E68A89}" srcOrd="3" destOrd="0" presId="urn:microsoft.com/office/officeart/2005/8/layout/orgChart1"/>
    <dgm:cxn modelId="{CBABEDA6-2047-4EC8-951D-EFAD6A8DAE26}" type="presParOf" srcId="{A185E5D5-FC02-4A48-913D-E32944E68A89}" destId="{B3DC87EF-6746-490B-B470-DA06D200AF18}" srcOrd="0" destOrd="0" presId="urn:microsoft.com/office/officeart/2005/8/layout/orgChart1"/>
    <dgm:cxn modelId="{53248A65-8986-40D0-BBF7-43E805DA5B5C}" type="presParOf" srcId="{B3DC87EF-6746-490B-B470-DA06D200AF18}" destId="{2D7F19AA-157D-41DD-8B3C-66DD4ADE63DD}" srcOrd="0" destOrd="0" presId="urn:microsoft.com/office/officeart/2005/8/layout/orgChart1"/>
    <dgm:cxn modelId="{CDEC89B5-4B48-499C-8500-B564FF07D8A3}" type="presParOf" srcId="{B3DC87EF-6746-490B-B470-DA06D200AF18}" destId="{D9AE6C47-9DDA-48AB-8F69-DCCBB3CE204A}" srcOrd="1" destOrd="0" presId="urn:microsoft.com/office/officeart/2005/8/layout/orgChart1"/>
    <dgm:cxn modelId="{F4E02CCE-4570-4C6B-9929-E86C87CB303E}" type="presParOf" srcId="{A185E5D5-FC02-4A48-913D-E32944E68A89}" destId="{61233E95-D56E-4B01-983D-9EAC6368E5FD}" srcOrd="1" destOrd="0" presId="urn:microsoft.com/office/officeart/2005/8/layout/orgChart1"/>
    <dgm:cxn modelId="{3FD6CA68-FECC-4C66-BED6-9787E7B02CC5}" type="presParOf" srcId="{A185E5D5-FC02-4A48-913D-E32944E68A89}" destId="{F0ED42A5-6599-4B6F-A090-AA25AD408922}" srcOrd="2" destOrd="0" presId="urn:microsoft.com/office/officeart/2005/8/layout/orgChart1"/>
    <dgm:cxn modelId="{F4C6E3DE-6532-4D0F-B460-EBD1144662C0}" type="presParOf" srcId="{3AFBAECD-5D9E-4FEF-B456-43A3B460D47C}" destId="{12484CB8-D48A-42F1-BF55-A3365C7BCC0B}" srcOrd="2" destOrd="0" presId="urn:microsoft.com/office/officeart/2005/8/layout/orgChart1"/>
    <dgm:cxn modelId="{6ACB5A2B-3548-4761-873F-4C4B45616493}" type="presParOf" srcId="{27B9A657-5E97-4A82-AB03-1D3B0B0A1D60}" destId="{EB4A876E-CE02-44E6-9C28-1B50D9485DE6}" srcOrd="2" destOrd="0" presId="urn:microsoft.com/office/officeart/2005/8/layout/orgChart1"/>
  </dgm:cxnLst>
  <dgm:bg/>
  <dgm:whole/>
  <dgm:extLst>
    <a:ext uri="http://schemas.microsoft.com/office/drawing/2008/diagram">
      <dsp:dataModelExt xmlns:dsp="http://schemas.microsoft.com/office/drawing/2008/diagram" relId="rId30"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altLang="en-US" sz="700" b="1" err="1">
              <a:solidFill>
                <a:schemeClr val="tx1"/>
              </a:solidFill>
            </a:rPr>
            <a:t>SCPv</a:t>
          </a:r>
          <a:r>
            <a:rPr lang="en-US" altLang="en-US" sz="700" b="1">
              <a:solidFill>
                <a:schemeClr val="tx1"/>
              </a:solidFill>
            </a:rPr>
            <a:t>/Mirroring Server</a:t>
          </a:r>
          <a:r>
            <a:rPr lang="en-US" sz="700" b="1">
              <a:latin typeface="Meiryo UI" panose="020B0604030504040204" pitchFamily="34" charset="-128"/>
              <a:ea typeface="Meiryo UI" panose="020B0604030504040204" pitchFamily="34" charset="-128"/>
            </a:rPr>
            <a:t> </a:t>
          </a:r>
        </a:p>
        <a:p>
          <a:pPr algn="ctr"/>
          <a:r>
            <a:rPr lang="en-US" sz="700" b="1">
              <a:latin typeface="Meiryo UI" panose="020B0604030504040204" pitchFamily="34" charset="-128"/>
              <a:ea typeface="Meiryo UI" panose="020B0604030504040204" pitchFamily="34" charset="-128"/>
            </a:rPr>
            <a:t>PM </a:t>
          </a:r>
          <a:r>
            <a:rPr lang="en-US" sz="700" b="0">
              <a:solidFill>
                <a:srgbClr val="008000"/>
              </a:solidFill>
              <a:latin typeface="Meiryo UI" panose="020B0604030504040204" pitchFamily="34" charset="-128"/>
              <a:ea typeface="Meiryo UI" panose="020B0604030504040204" pitchFamily="34" charset="-128"/>
            </a:rPr>
            <a:t>Ariuna</a:t>
          </a:r>
          <a:endParaRPr lang="en-US" sz="400" b="1">
            <a:solidFill>
              <a:srgbClr val="00800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a:r>
            <a:rPr lang="en-US" altLang="en-US" sz="700" b="1" err="1">
              <a:solidFill>
                <a:schemeClr val="tx1"/>
              </a:solidFill>
            </a:rPr>
            <a:t>SCPv</a:t>
          </a:r>
          <a:r>
            <a:rPr lang="en-US" sz="700" b="1">
              <a:latin typeface="Meiryo UI" panose="020B0604030504040204" pitchFamily="34" charset="-128"/>
              <a:ea typeface="Meiryo UI" panose="020B0604030504040204" pitchFamily="34" charset="-128"/>
            </a:rPr>
            <a:t> </a:t>
          </a:r>
          <a:br>
            <a:rPr lang="en-US" sz="700" b="1">
              <a:latin typeface="Meiryo UI" panose="020B0604030504040204" pitchFamily="34" charset="-128"/>
              <a:ea typeface="Meiryo UI" panose="020B0604030504040204" pitchFamily="34" charset="-128"/>
            </a:rPr>
          </a:br>
          <a:r>
            <a:rPr lang="en-US" sz="700" b="1">
              <a:latin typeface="Meiryo UI" panose="020B0604030504040204" pitchFamily="34" charset="-128"/>
              <a:ea typeface="Meiryo UI" panose="020B0604030504040204" pitchFamily="34" charset="-128"/>
            </a:rPr>
            <a:t>SA/TM </a:t>
          </a:r>
          <a:r>
            <a:rPr lang="en-US" sz="700" b="0">
              <a:solidFill>
                <a:srgbClr val="008000"/>
              </a:solidFill>
              <a:latin typeface="Meiryo UI" panose="020B0604030504040204" pitchFamily="34" charset="-128"/>
              <a:ea typeface="Meiryo UI" panose="020B0604030504040204" pitchFamily="34" charset="-128"/>
            </a:rPr>
            <a:t>Kakuta</a:t>
          </a:r>
        </a:p>
        <a:p>
          <a:pPr algn="ctr"/>
          <a:r>
            <a:rPr lang="en-US" sz="700" b="0">
              <a:solidFill>
                <a:srgbClr val="008000"/>
              </a:solidFill>
              <a:latin typeface="Meiryo UI" panose="020B0604030504040204" pitchFamily="34" charset="-128"/>
              <a:ea typeface="Meiryo UI" panose="020B0604030504040204" pitchFamily="34" charset="-128"/>
            </a:rPr>
            <a:t>(Sakaguchi/Yong)</a:t>
          </a:r>
          <a:endParaRPr lang="en-US" sz="700" b="1">
            <a:solidFill>
              <a:srgbClr val="008000"/>
            </a:solidFill>
            <a:latin typeface="Meiryo UI" panose="020B0604030504040204" pitchFamily="34" charset="-128"/>
            <a:ea typeface="Meiryo UI" panose="020B0604030504040204" pitchFamily="34" charset="-128"/>
          </a:endParaRP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9668FCC7-F68C-450D-AA57-CD797E5CBC39}" type="pres">
      <dgm:prSet presAssocID="{FAB7AC7A-2565-458C-83B1-7E201ECBE239}" presName="hierChild1" presStyleCnt="0">
        <dgm:presLayoutVars>
          <dgm:orgChart val="1"/>
          <dgm:chPref val="1"/>
          <dgm:dir/>
          <dgm:animOne val="branch"/>
          <dgm:animLvl val="lvl"/>
          <dgm:resizeHandles/>
        </dgm:presLayoutVars>
      </dgm:prSet>
      <dgm:spPr/>
    </dgm:pt>
    <dgm:pt modelId="{A415C294-38B1-4269-BBD2-30D4C4EA323A}" type="pres">
      <dgm:prSet presAssocID="{6C806157-66E2-4B81-BEF4-F6A9E95DAFAB}" presName="hierRoot1" presStyleCnt="0">
        <dgm:presLayoutVars>
          <dgm:hierBranch val="init"/>
        </dgm:presLayoutVars>
      </dgm:prSet>
      <dgm:spPr/>
    </dgm:pt>
    <dgm:pt modelId="{6376CC66-A53D-4D7A-95A2-F20BBAD52E6A}" type="pres">
      <dgm:prSet presAssocID="{6C806157-66E2-4B81-BEF4-F6A9E95DAFAB}" presName="rootComposite1" presStyleCnt="0"/>
      <dgm:spPr/>
    </dgm:pt>
    <dgm:pt modelId="{763D2F94-1F15-4BC2-A91A-6C1DBBE19ECC}" type="pres">
      <dgm:prSet presAssocID="{6C806157-66E2-4B81-BEF4-F6A9E95DAFAB}" presName="rootText1" presStyleLbl="node0" presStyleIdx="0" presStyleCnt="1" custScaleX="87543" custScaleY="28609" custLinFactNeighborX="-10823" custLinFactNeighborY="19651">
        <dgm:presLayoutVars>
          <dgm:chPref val="3"/>
        </dgm:presLayoutVars>
      </dgm:prSet>
      <dgm:spPr/>
    </dgm:pt>
    <dgm:pt modelId="{FE78D2C0-B287-44D8-A066-C9611EEA03D9}" type="pres">
      <dgm:prSet presAssocID="{6C806157-66E2-4B81-BEF4-F6A9E95DAFAB}" presName="rootConnector1" presStyleLbl="node1" presStyleIdx="0" presStyleCnt="0"/>
      <dgm:spPr/>
    </dgm:pt>
    <dgm:pt modelId="{0D9071BB-D1C4-46EC-9F1C-62F0F3D6CE6F}" type="pres">
      <dgm:prSet presAssocID="{6C806157-66E2-4B81-BEF4-F6A9E95DAFAB}" presName="hierChild2" presStyleCnt="0"/>
      <dgm:spPr/>
    </dgm:pt>
    <dgm:pt modelId="{B4C7ED07-8F50-477A-8C74-F3EDC29096D9}" type="pres">
      <dgm:prSet presAssocID="{16AAC7A4-F011-40A5-8724-C9DE8D9D3C00}" presName="Name37" presStyleLbl="parChTrans1D2" presStyleIdx="0" presStyleCnt="1"/>
      <dgm:spPr/>
    </dgm:pt>
    <dgm:pt modelId="{D41F7D0F-B383-431C-8D41-49A7DCC70874}" type="pres">
      <dgm:prSet presAssocID="{A4240576-A56E-4539-9B4E-C424FAF37A5F}" presName="hierRoot2" presStyleCnt="0">
        <dgm:presLayoutVars>
          <dgm:hierBranch val="init"/>
        </dgm:presLayoutVars>
      </dgm:prSet>
      <dgm:spPr/>
    </dgm:pt>
    <dgm:pt modelId="{71BC12F6-EC76-4D6A-BD45-D5D178A89EE0}" type="pres">
      <dgm:prSet presAssocID="{A4240576-A56E-4539-9B4E-C424FAF37A5F}" presName="rootComposite" presStyleCnt="0"/>
      <dgm:spPr/>
    </dgm:pt>
    <dgm:pt modelId="{1767A91B-F8E1-4236-8432-56E7B59B4880}" type="pres">
      <dgm:prSet presAssocID="{A4240576-A56E-4539-9B4E-C424FAF37A5F}" presName="rootText" presStyleLbl="node2" presStyleIdx="0" presStyleCnt="1" custScaleX="55003" custScaleY="34084" custLinFactNeighborX="-9322" custLinFactNeighborY="-2408">
        <dgm:presLayoutVars>
          <dgm:chPref val="3"/>
        </dgm:presLayoutVars>
      </dgm:prSet>
      <dgm:spPr/>
    </dgm:pt>
    <dgm:pt modelId="{2F46C307-35E1-4FF2-9B36-3D431855995E}" type="pres">
      <dgm:prSet presAssocID="{A4240576-A56E-4539-9B4E-C424FAF37A5F}" presName="rootConnector" presStyleLbl="node2" presStyleIdx="0" presStyleCnt="1"/>
      <dgm:spPr/>
    </dgm:pt>
    <dgm:pt modelId="{31FD182C-5DEC-4966-B0BD-774D2DEBAA1D}" type="pres">
      <dgm:prSet presAssocID="{A4240576-A56E-4539-9B4E-C424FAF37A5F}" presName="hierChild4" presStyleCnt="0"/>
      <dgm:spPr/>
    </dgm:pt>
    <dgm:pt modelId="{06C5FBDB-4DAB-40CD-9618-494B5B9726B2}" type="pres">
      <dgm:prSet presAssocID="{A4240576-A56E-4539-9B4E-C424FAF37A5F}" presName="hierChild5" presStyleCnt="0"/>
      <dgm:spPr/>
    </dgm:pt>
    <dgm:pt modelId="{331DE4FA-B78E-48DF-87C7-A78257C6A6A5}" type="pres">
      <dgm:prSet presAssocID="{6C806157-66E2-4B81-BEF4-F6A9E95DAFAB}" presName="hierChild3" presStyleCnt="0"/>
      <dgm:spPr/>
    </dgm:pt>
  </dgm:ptLst>
  <dgm:cxnLst>
    <dgm:cxn modelId="{2836C363-89A0-4A7B-B9A2-0E51F529903A}" type="presOf" srcId="{16AAC7A4-F011-40A5-8724-C9DE8D9D3C00}" destId="{B4C7ED07-8F50-477A-8C74-F3EDC29096D9}" srcOrd="0" destOrd="0" presId="urn:microsoft.com/office/officeart/2005/8/layout/orgChart1"/>
    <dgm:cxn modelId="{E0156892-977E-4322-B351-1EDD70959D35}" type="presOf" srcId="{6C806157-66E2-4B81-BEF4-F6A9E95DAFAB}" destId="{FE78D2C0-B287-44D8-A066-C9611EEA03D9}"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E78D0DA7-8B70-403A-A7EA-98E3EA6E02CC}" type="presOf" srcId="{FAB7AC7A-2565-458C-83B1-7E201ECBE239}" destId="{9668FCC7-F68C-450D-AA57-CD797E5CBC39}" srcOrd="0" destOrd="0" presId="urn:microsoft.com/office/officeart/2005/8/layout/orgChart1"/>
    <dgm:cxn modelId="{3AD557C7-F4C1-4048-BC24-36E5102999B5}" type="presOf" srcId="{A4240576-A56E-4539-9B4E-C424FAF37A5F}" destId="{2F46C307-35E1-4FF2-9B36-3D431855995E}" srcOrd="1" destOrd="0" presId="urn:microsoft.com/office/officeart/2005/8/layout/orgChart1"/>
    <dgm:cxn modelId="{2B571AD4-F9CE-421F-B877-735318C5EEC0}" type="presOf" srcId="{A4240576-A56E-4539-9B4E-C424FAF37A5F}" destId="{1767A91B-F8E1-4236-8432-56E7B59B4880}" srcOrd="0" destOrd="0" presId="urn:microsoft.com/office/officeart/2005/8/layout/orgChart1"/>
    <dgm:cxn modelId="{952E2DDA-1001-48E6-BC8D-FDE37E5890D9}" type="presOf" srcId="{6C806157-66E2-4B81-BEF4-F6A9E95DAFAB}" destId="{763D2F94-1F15-4BC2-A91A-6C1DBBE19ECC}"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4DAA66C3-63E2-48FA-ABC9-5305ACCEEB17}" type="presParOf" srcId="{9668FCC7-F68C-450D-AA57-CD797E5CBC39}" destId="{A415C294-38B1-4269-BBD2-30D4C4EA323A}" srcOrd="0" destOrd="0" presId="urn:microsoft.com/office/officeart/2005/8/layout/orgChart1"/>
    <dgm:cxn modelId="{0AC80CE8-2D2C-449D-B772-8D5F1AAF3DC8}" type="presParOf" srcId="{A415C294-38B1-4269-BBD2-30D4C4EA323A}" destId="{6376CC66-A53D-4D7A-95A2-F20BBAD52E6A}" srcOrd="0" destOrd="0" presId="urn:microsoft.com/office/officeart/2005/8/layout/orgChart1"/>
    <dgm:cxn modelId="{5020F7A3-752C-4768-8F6C-AEC149A5F0B5}" type="presParOf" srcId="{6376CC66-A53D-4D7A-95A2-F20BBAD52E6A}" destId="{763D2F94-1F15-4BC2-A91A-6C1DBBE19ECC}" srcOrd="0" destOrd="0" presId="urn:microsoft.com/office/officeart/2005/8/layout/orgChart1"/>
    <dgm:cxn modelId="{4AC842AF-7CCC-4418-9C4B-503152985649}" type="presParOf" srcId="{6376CC66-A53D-4D7A-95A2-F20BBAD52E6A}" destId="{FE78D2C0-B287-44D8-A066-C9611EEA03D9}" srcOrd="1" destOrd="0" presId="urn:microsoft.com/office/officeart/2005/8/layout/orgChart1"/>
    <dgm:cxn modelId="{DF58A90B-A58B-412F-AE66-7B67D1F2F15F}" type="presParOf" srcId="{A415C294-38B1-4269-BBD2-30D4C4EA323A}" destId="{0D9071BB-D1C4-46EC-9F1C-62F0F3D6CE6F}" srcOrd="1" destOrd="0" presId="urn:microsoft.com/office/officeart/2005/8/layout/orgChart1"/>
    <dgm:cxn modelId="{60666265-6CFB-4542-A02F-5A86B28609DC}" type="presParOf" srcId="{0D9071BB-D1C4-46EC-9F1C-62F0F3D6CE6F}" destId="{B4C7ED07-8F50-477A-8C74-F3EDC29096D9}" srcOrd="0" destOrd="0" presId="urn:microsoft.com/office/officeart/2005/8/layout/orgChart1"/>
    <dgm:cxn modelId="{9975164A-EA89-4D25-BAB9-E76A04E24EEE}" type="presParOf" srcId="{0D9071BB-D1C4-46EC-9F1C-62F0F3D6CE6F}" destId="{D41F7D0F-B383-431C-8D41-49A7DCC70874}" srcOrd="1" destOrd="0" presId="urn:microsoft.com/office/officeart/2005/8/layout/orgChart1"/>
    <dgm:cxn modelId="{3CC0D95D-F729-40A0-97B8-A9D0D75CCCC1}" type="presParOf" srcId="{D41F7D0F-B383-431C-8D41-49A7DCC70874}" destId="{71BC12F6-EC76-4D6A-BD45-D5D178A89EE0}" srcOrd="0" destOrd="0" presId="urn:microsoft.com/office/officeart/2005/8/layout/orgChart1"/>
    <dgm:cxn modelId="{517B0A64-99CF-4205-84A2-7EB7E869176C}" type="presParOf" srcId="{71BC12F6-EC76-4D6A-BD45-D5D178A89EE0}" destId="{1767A91B-F8E1-4236-8432-56E7B59B4880}" srcOrd="0" destOrd="0" presId="urn:microsoft.com/office/officeart/2005/8/layout/orgChart1"/>
    <dgm:cxn modelId="{0D19D010-99F5-44BC-BACC-2376FF8B83C2}" type="presParOf" srcId="{71BC12F6-EC76-4D6A-BD45-D5D178A89EE0}" destId="{2F46C307-35E1-4FF2-9B36-3D431855995E}" srcOrd="1" destOrd="0" presId="urn:microsoft.com/office/officeart/2005/8/layout/orgChart1"/>
    <dgm:cxn modelId="{4676A804-F03F-4368-9830-F49B7A2A4FAE}" type="presParOf" srcId="{D41F7D0F-B383-431C-8D41-49A7DCC70874}" destId="{31FD182C-5DEC-4966-B0BD-774D2DEBAA1D}" srcOrd="1" destOrd="0" presId="urn:microsoft.com/office/officeart/2005/8/layout/orgChart1"/>
    <dgm:cxn modelId="{8C66659E-DA49-49D6-9DC7-0FB4985CEB6E}" type="presParOf" srcId="{D41F7D0F-B383-431C-8D41-49A7DCC70874}" destId="{06C5FBDB-4DAB-40CD-9618-494B5B9726B2}" srcOrd="2" destOrd="0" presId="urn:microsoft.com/office/officeart/2005/8/layout/orgChart1"/>
    <dgm:cxn modelId="{A2A6AF8D-44B4-4423-A39E-5D3AB2BA1D69}" type="presParOf" srcId="{A415C294-38B1-4269-BBD2-30D4C4EA323A}" destId="{331DE4FA-B78E-48DF-87C7-A78257C6A6A5}" srcOrd="2" destOrd="0" presId="urn:microsoft.com/office/officeart/2005/8/layout/orgChart1"/>
  </dgm:cxnLst>
  <dgm:bg/>
  <dgm:whole/>
  <dgm:extLst>
    <a:ext uri="http://schemas.microsoft.com/office/drawing/2008/diagram">
      <dsp:dataModelExt xmlns:dsp="http://schemas.microsoft.com/office/drawing/2008/diagram" relId="rId35"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800" b="1">
              <a:latin typeface="Meiryo UI"/>
              <a:ea typeface="Meiryo UI"/>
            </a:rPr>
            <a:t>TDL</a:t>
          </a:r>
          <a:endParaRPr lang="en-US" sz="500" b="1">
            <a:latin typeface="Meiryo UI"/>
            <a:ea typeface="Meiryo UI"/>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rtl="0"/>
          <a:r>
            <a:rPr lang="en-US" altLang="en-US" sz="700" b="1" err="1">
              <a:solidFill>
                <a:schemeClr val="tx1"/>
              </a:solidFill>
            </a:rPr>
            <a:t>SCPv</a:t>
          </a:r>
          <a:r>
            <a:rPr lang="en-US" sz="700" b="1">
              <a:latin typeface="Meiryo UI"/>
              <a:ea typeface="Meiryo UI"/>
            </a:rPr>
            <a:t> SA </a:t>
          </a:r>
          <a:br>
            <a:rPr lang="en-US" sz="700" b="1">
              <a:latin typeface="Meiryo UI"/>
              <a:ea typeface="Meiryo UI"/>
            </a:rPr>
          </a:br>
          <a:r>
            <a:rPr lang="en-US" sz="700" b="0">
              <a:solidFill>
                <a:srgbClr val="00B050"/>
              </a:solidFill>
              <a:latin typeface="Meiryo UI"/>
              <a:ea typeface="Meiryo UI"/>
            </a:rPr>
            <a:t>Vipin/</a:t>
          </a:r>
          <a:r>
            <a:rPr lang="en-US" sz="700" b="0" err="1">
              <a:solidFill>
                <a:srgbClr val="00B050"/>
              </a:solidFill>
              <a:latin typeface="Meiryo UI"/>
              <a:ea typeface="Meiryo UI"/>
            </a:rPr>
            <a:t>yadav</a:t>
          </a:r>
          <a:endParaRPr lang="en-US" sz="700" b="0">
            <a:solidFill>
              <a:srgbClr val="00B050"/>
            </a:solidFill>
            <a:latin typeface="Meiryo UI"/>
            <a:ea typeface="Meiryo UI"/>
          </a:endParaRP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7BAC767A-9DA0-4C12-A937-1B84990BDF33}">
      <dgm:prSet custT="1"/>
      <dgm:spPr/>
      <dgm:t>
        <a:bodyPr/>
        <a:lstStyle/>
        <a:p>
          <a:pPr algn="ctr"/>
          <a:r>
            <a:rPr lang="en-US" sz="700" b="1">
              <a:latin typeface="Meiryo UI"/>
              <a:ea typeface="Meiryo UI"/>
            </a:rPr>
            <a:t>Engineer Lead</a:t>
          </a:r>
        </a:p>
      </dgm:t>
    </dgm:pt>
    <dgm:pt modelId="{22F30D3E-D1C5-4A94-9BBB-63EFC49668CD}" type="parTrans" cxnId="{95B69FA1-0FCF-4474-AE93-614113684E0E}">
      <dgm:prSet/>
      <dgm:spPr/>
      <dgm:t>
        <a:bodyPr/>
        <a:lstStyle/>
        <a:p>
          <a:endParaRPr lang="en-US"/>
        </a:p>
      </dgm:t>
    </dgm:pt>
    <dgm:pt modelId="{6E8AE1B4-626C-45C9-AE5F-4A41F24FD45E}" type="sibTrans" cxnId="{95B69FA1-0FCF-4474-AE93-614113684E0E}">
      <dgm:prSet/>
      <dgm:spPr/>
      <dgm:t>
        <a:bodyPr/>
        <a:lstStyle/>
        <a:p>
          <a:endParaRPr lang="en-US"/>
        </a:p>
      </dgm:t>
    </dgm:pt>
    <dgm:pt modelId="{20264802-0888-421B-A372-7F1AC263025C}">
      <dgm:prSet custT="1"/>
      <dgm:spPr/>
      <dgm:t>
        <a:bodyPr/>
        <a:lstStyle/>
        <a:p>
          <a:pPr algn="ctr"/>
          <a:r>
            <a:rPr lang="en-US" sz="700" b="1">
              <a:latin typeface="Meiryo UI"/>
              <a:ea typeface="Meiryo UI"/>
            </a:rPr>
            <a:t>Engineer team</a:t>
          </a:r>
        </a:p>
      </dgm:t>
    </dgm:pt>
    <dgm:pt modelId="{507FD76A-60C3-4C1F-A1F4-F0471F3A549D}" type="parTrans" cxnId="{49BF15E3-3C67-4ACF-AA95-3BD3E588227F}">
      <dgm:prSet/>
      <dgm:spPr/>
      <dgm:t>
        <a:bodyPr/>
        <a:lstStyle/>
        <a:p>
          <a:endParaRPr lang="en-US"/>
        </a:p>
      </dgm:t>
    </dgm:pt>
    <dgm:pt modelId="{C9A2FA2A-64AB-4E61-8B22-771649D2216C}" type="sibTrans" cxnId="{49BF15E3-3C67-4ACF-AA95-3BD3E588227F}">
      <dgm:prSet/>
      <dgm:spPr/>
      <dgm:t>
        <a:bodyPr/>
        <a:lstStyle/>
        <a:p>
          <a:endParaRPr lang="en-US"/>
        </a:p>
      </dgm:t>
    </dgm:pt>
    <dgm:pt modelId="{3F5F9F02-A2BB-413B-8BD5-408AC4B447AC}" type="pres">
      <dgm:prSet presAssocID="{FAB7AC7A-2565-458C-83B1-7E201ECBE239}" presName="hierChild1" presStyleCnt="0">
        <dgm:presLayoutVars>
          <dgm:orgChart val="1"/>
          <dgm:chPref val="1"/>
          <dgm:dir/>
          <dgm:animOne val="branch"/>
          <dgm:animLvl val="lvl"/>
          <dgm:resizeHandles/>
        </dgm:presLayoutVars>
      </dgm:prSet>
      <dgm:spPr/>
    </dgm:pt>
    <dgm:pt modelId="{27B9A657-5E97-4A82-AB03-1D3B0B0A1D60}" type="pres">
      <dgm:prSet presAssocID="{6C806157-66E2-4B81-BEF4-F6A9E95DAFAB}" presName="hierRoot1" presStyleCnt="0">
        <dgm:presLayoutVars>
          <dgm:hierBranch val="init"/>
        </dgm:presLayoutVars>
      </dgm:prSet>
      <dgm:spPr/>
    </dgm:pt>
    <dgm:pt modelId="{20066040-4B19-4A0E-AC1C-C24C471E9763}" type="pres">
      <dgm:prSet presAssocID="{6C806157-66E2-4B81-BEF4-F6A9E95DAFAB}" presName="rootComposite1" presStyleCnt="0"/>
      <dgm:spPr/>
    </dgm:pt>
    <dgm:pt modelId="{03359889-1736-4CB6-938B-D0FBC2DD0A61}" type="pres">
      <dgm:prSet presAssocID="{6C806157-66E2-4B81-BEF4-F6A9E95DAFAB}" presName="rootText1" presStyleLbl="node0" presStyleIdx="0" presStyleCnt="1" custScaleX="126280">
        <dgm:presLayoutVars>
          <dgm:chPref val="3"/>
        </dgm:presLayoutVars>
      </dgm:prSet>
      <dgm:spPr/>
    </dgm:pt>
    <dgm:pt modelId="{4E3D8799-D103-47D1-8F72-B2CC8CAC6587}" type="pres">
      <dgm:prSet presAssocID="{6C806157-66E2-4B81-BEF4-F6A9E95DAFAB}" presName="rootConnector1" presStyleLbl="node1" presStyleIdx="0" presStyleCnt="0"/>
      <dgm:spPr/>
    </dgm:pt>
    <dgm:pt modelId="{6DDC3BE3-E0E8-484F-82E2-6D1D91DB193D}" type="pres">
      <dgm:prSet presAssocID="{6C806157-66E2-4B81-BEF4-F6A9E95DAFAB}" presName="hierChild2" presStyleCnt="0"/>
      <dgm:spPr/>
    </dgm:pt>
    <dgm:pt modelId="{37E75BE2-BD40-4CBB-AB4A-73400CE09420}" type="pres">
      <dgm:prSet presAssocID="{16AAC7A4-F011-40A5-8724-C9DE8D9D3C00}" presName="Name37" presStyleLbl="parChTrans1D2" presStyleIdx="0" presStyleCnt="1"/>
      <dgm:spPr/>
    </dgm:pt>
    <dgm:pt modelId="{3AFBAECD-5D9E-4FEF-B456-43A3B460D47C}" type="pres">
      <dgm:prSet presAssocID="{A4240576-A56E-4539-9B4E-C424FAF37A5F}" presName="hierRoot2" presStyleCnt="0">
        <dgm:presLayoutVars>
          <dgm:hierBranch val="init"/>
        </dgm:presLayoutVars>
      </dgm:prSet>
      <dgm:spPr/>
    </dgm:pt>
    <dgm:pt modelId="{C9AD89B3-9C72-496D-A744-C3D22120603E}" type="pres">
      <dgm:prSet presAssocID="{A4240576-A56E-4539-9B4E-C424FAF37A5F}" presName="rootComposite" presStyleCnt="0"/>
      <dgm:spPr/>
    </dgm:pt>
    <dgm:pt modelId="{ECF7BF53-69B4-4E54-8A76-99DC85F525BC}" type="pres">
      <dgm:prSet presAssocID="{A4240576-A56E-4539-9B4E-C424FAF37A5F}" presName="rootText" presStyleLbl="node2" presStyleIdx="0" presStyleCnt="1" custScaleX="135896">
        <dgm:presLayoutVars>
          <dgm:chPref val="3"/>
        </dgm:presLayoutVars>
      </dgm:prSet>
      <dgm:spPr/>
    </dgm:pt>
    <dgm:pt modelId="{AA166E9C-5017-446A-83FD-D79C4E865CE0}" type="pres">
      <dgm:prSet presAssocID="{A4240576-A56E-4539-9B4E-C424FAF37A5F}" presName="rootConnector" presStyleLbl="node2" presStyleIdx="0" presStyleCnt="1"/>
      <dgm:spPr/>
    </dgm:pt>
    <dgm:pt modelId="{40F472EA-C4C8-4A72-9BEB-19B2E7437CE9}" type="pres">
      <dgm:prSet presAssocID="{A4240576-A56E-4539-9B4E-C424FAF37A5F}" presName="hierChild4" presStyleCnt="0"/>
      <dgm:spPr/>
    </dgm:pt>
    <dgm:pt modelId="{36DD863B-F5D2-4BEA-87C0-511F065F1F73}" type="pres">
      <dgm:prSet presAssocID="{22F30D3E-D1C5-4A94-9BBB-63EFC49668CD}" presName="Name37" presStyleLbl="parChTrans1D3" presStyleIdx="0" presStyleCnt="2"/>
      <dgm:spPr/>
    </dgm:pt>
    <dgm:pt modelId="{09611771-50BD-4062-9ABE-3374E1942725}" type="pres">
      <dgm:prSet presAssocID="{7BAC767A-9DA0-4C12-A937-1B84990BDF33}" presName="hierRoot2" presStyleCnt="0">
        <dgm:presLayoutVars>
          <dgm:hierBranch val="init"/>
        </dgm:presLayoutVars>
      </dgm:prSet>
      <dgm:spPr/>
    </dgm:pt>
    <dgm:pt modelId="{BE0A8601-EADE-4FE6-B0AE-577D3A96FEAB}" type="pres">
      <dgm:prSet presAssocID="{7BAC767A-9DA0-4C12-A937-1B84990BDF33}" presName="rootComposite" presStyleCnt="0"/>
      <dgm:spPr/>
    </dgm:pt>
    <dgm:pt modelId="{F13745A2-E478-4DD7-9379-79301BE69DA0}" type="pres">
      <dgm:prSet presAssocID="{7BAC767A-9DA0-4C12-A937-1B84990BDF33}" presName="rootText" presStyleLbl="node3" presStyleIdx="0" presStyleCnt="2">
        <dgm:presLayoutVars>
          <dgm:chPref val="3"/>
        </dgm:presLayoutVars>
      </dgm:prSet>
      <dgm:spPr/>
    </dgm:pt>
    <dgm:pt modelId="{F292CE52-98D6-4533-894E-49DF417CA838}" type="pres">
      <dgm:prSet presAssocID="{7BAC767A-9DA0-4C12-A937-1B84990BDF33}" presName="rootConnector" presStyleLbl="node3" presStyleIdx="0" presStyleCnt="2"/>
      <dgm:spPr/>
    </dgm:pt>
    <dgm:pt modelId="{40B9E3EE-8654-475B-9F20-5A868259FDD4}" type="pres">
      <dgm:prSet presAssocID="{7BAC767A-9DA0-4C12-A937-1B84990BDF33}" presName="hierChild4" presStyleCnt="0"/>
      <dgm:spPr/>
    </dgm:pt>
    <dgm:pt modelId="{60A61FF5-70DC-4601-99B8-53CD31FA71FD}" type="pres">
      <dgm:prSet presAssocID="{7BAC767A-9DA0-4C12-A937-1B84990BDF33}" presName="hierChild5" presStyleCnt="0"/>
      <dgm:spPr/>
    </dgm:pt>
    <dgm:pt modelId="{B073300E-6475-4A24-B436-EFFDEE066C9E}" type="pres">
      <dgm:prSet presAssocID="{507FD76A-60C3-4C1F-A1F4-F0471F3A549D}" presName="Name37" presStyleLbl="parChTrans1D3" presStyleIdx="1" presStyleCnt="2"/>
      <dgm:spPr/>
    </dgm:pt>
    <dgm:pt modelId="{A185E5D5-FC02-4A48-913D-E32944E68A89}" type="pres">
      <dgm:prSet presAssocID="{20264802-0888-421B-A372-7F1AC263025C}" presName="hierRoot2" presStyleCnt="0">
        <dgm:presLayoutVars>
          <dgm:hierBranch val="init"/>
        </dgm:presLayoutVars>
      </dgm:prSet>
      <dgm:spPr/>
    </dgm:pt>
    <dgm:pt modelId="{B3DC87EF-6746-490B-B470-DA06D200AF18}" type="pres">
      <dgm:prSet presAssocID="{20264802-0888-421B-A372-7F1AC263025C}" presName="rootComposite" presStyleCnt="0"/>
      <dgm:spPr/>
    </dgm:pt>
    <dgm:pt modelId="{2D7F19AA-157D-41DD-8B3C-66DD4ADE63DD}" type="pres">
      <dgm:prSet presAssocID="{20264802-0888-421B-A372-7F1AC263025C}" presName="rootText" presStyleLbl="node3" presStyleIdx="1" presStyleCnt="2" custScaleX="122804">
        <dgm:presLayoutVars>
          <dgm:chPref val="3"/>
        </dgm:presLayoutVars>
      </dgm:prSet>
      <dgm:spPr/>
    </dgm:pt>
    <dgm:pt modelId="{D9AE6C47-9DDA-48AB-8F69-DCCBB3CE204A}" type="pres">
      <dgm:prSet presAssocID="{20264802-0888-421B-A372-7F1AC263025C}" presName="rootConnector" presStyleLbl="node3" presStyleIdx="1" presStyleCnt="2"/>
      <dgm:spPr/>
    </dgm:pt>
    <dgm:pt modelId="{61233E95-D56E-4B01-983D-9EAC6368E5FD}" type="pres">
      <dgm:prSet presAssocID="{20264802-0888-421B-A372-7F1AC263025C}" presName="hierChild4" presStyleCnt="0"/>
      <dgm:spPr/>
    </dgm:pt>
    <dgm:pt modelId="{F0ED42A5-6599-4B6F-A090-AA25AD408922}" type="pres">
      <dgm:prSet presAssocID="{20264802-0888-421B-A372-7F1AC263025C}" presName="hierChild5" presStyleCnt="0"/>
      <dgm:spPr/>
    </dgm:pt>
    <dgm:pt modelId="{12484CB8-D48A-42F1-BF55-A3365C7BCC0B}" type="pres">
      <dgm:prSet presAssocID="{A4240576-A56E-4539-9B4E-C424FAF37A5F}" presName="hierChild5" presStyleCnt="0"/>
      <dgm:spPr/>
    </dgm:pt>
    <dgm:pt modelId="{EB4A876E-CE02-44E6-9C28-1B50D9485DE6}" type="pres">
      <dgm:prSet presAssocID="{6C806157-66E2-4B81-BEF4-F6A9E95DAFAB}" presName="hierChild3" presStyleCnt="0"/>
      <dgm:spPr/>
    </dgm:pt>
  </dgm:ptLst>
  <dgm:cxnLst>
    <dgm:cxn modelId="{707F1C12-CDB5-4E4D-8ACC-42776032958E}" type="presOf" srcId="{A4240576-A56E-4539-9B4E-C424FAF37A5F}" destId="{AA166E9C-5017-446A-83FD-D79C4E865CE0}" srcOrd="1" destOrd="0" presId="urn:microsoft.com/office/officeart/2005/8/layout/orgChart1"/>
    <dgm:cxn modelId="{83398E3D-B3B6-4AEF-A21D-8A49C9DB70B7}" type="presOf" srcId="{22F30D3E-D1C5-4A94-9BBB-63EFC49668CD}" destId="{36DD863B-F5D2-4BEA-87C0-511F065F1F73}" srcOrd="0" destOrd="0" presId="urn:microsoft.com/office/officeart/2005/8/layout/orgChart1"/>
    <dgm:cxn modelId="{63201C65-3B8B-4023-ACBC-F41E39D7409B}" type="presOf" srcId="{6C806157-66E2-4B81-BEF4-F6A9E95DAFAB}" destId="{03359889-1736-4CB6-938B-D0FBC2DD0A61}" srcOrd="0" destOrd="0" presId="urn:microsoft.com/office/officeart/2005/8/layout/orgChart1"/>
    <dgm:cxn modelId="{3BDA646D-01F9-4452-B9B9-8E48CCB4F78D}" type="presOf" srcId="{507FD76A-60C3-4C1F-A1F4-F0471F3A549D}" destId="{B073300E-6475-4A24-B436-EFFDEE066C9E}" srcOrd="0" destOrd="0" presId="urn:microsoft.com/office/officeart/2005/8/layout/orgChart1"/>
    <dgm:cxn modelId="{07AA5372-7DF4-4A5A-B0FB-013348D8A7C4}" type="presOf" srcId="{20264802-0888-421B-A372-7F1AC263025C}" destId="{D9AE6C47-9DDA-48AB-8F69-DCCBB3CE204A}" srcOrd="1" destOrd="0" presId="urn:microsoft.com/office/officeart/2005/8/layout/orgChart1"/>
    <dgm:cxn modelId="{7328B57B-5B47-4B16-8AB6-6CC2A3EDC49A}" type="presOf" srcId="{7BAC767A-9DA0-4C12-A937-1B84990BDF33}" destId="{F292CE52-98D6-4533-894E-49DF417CA838}"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95B69FA1-0FCF-4474-AE93-614113684E0E}" srcId="{A4240576-A56E-4539-9B4E-C424FAF37A5F}" destId="{7BAC767A-9DA0-4C12-A937-1B84990BDF33}" srcOrd="0" destOrd="0" parTransId="{22F30D3E-D1C5-4A94-9BBB-63EFC49668CD}" sibTransId="{6E8AE1B4-626C-45C9-AE5F-4A41F24FD45E}"/>
    <dgm:cxn modelId="{DDB0A3CB-B4C5-42FE-9F1E-8990818BA2F6}" type="presOf" srcId="{16AAC7A4-F011-40A5-8724-C9DE8D9D3C00}" destId="{37E75BE2-BD40-4CBB-AB4A-73400CE09420}" srcOrd="0" destOrd="0" presId="urn:microsoft.com/office/officeart/2005/8/layout/orgChart1"/>
    <dgm:cxn modelId="{A7CE90D5-90BC-4F20-B0B3-DF86324BE230}" type="presOf" srcId="{20264802-0888-421B-A372-7F1AC263025C}" destId="{2D7F19AA-157D-41DD-8B3C-66DD4ADE63DD}" srcOrd="0" destOrd="0" presId="urn:microsoft.com/office/officeart/2005/8/layout/orgChart1"/>
    <dgm:cxn modelId="{49BF15E3-3C67-4ACF-AA95-3BD3E588227F}" srcId="{A4240576-A56E-4539-9B4E-C424FAF37A5F}" destId="{20264802-0888-421B-A372-7F1AC263025C}" srcOrd="1" destOrd="0" parTransId="{507FD76A-60C3-4C1F-A1F4-F0471F3A549D}" sibTransId="{C9A2FA2A-64AB-4E61-8B22-771649D2216C}"/>
    <dgm:cxn modelId="{B2D12FE4-B204-4215-A43A-7743813EEFEB}" type="presOf" srcId="{A4240576-A56E-4539-9B4E-C424FAF37A5F}" destId="{ECF7BF53-69B4-4E54-8A76-99DC85F525BC}" srcOrd="0" destOrd="0" presId="urn:microsoft.com/office/officeart/2005/8/layout/orgChart1"/>
    <dgm:cxn modelId="{318CC6F5-18D1-4954-8DA0-E93C0A66751E}" type="presOf" srcId="{FAB7AC7A-2565-458C-83B1-7E201ECBE239}" destId="{3F5F9F02-A2BB-413B-8BD5-408AC4B447AC}" srcOrd="0" destOrd="0" presId="urn:microsoft.com/office/officeart/2005/8/layout/orgChart1"/>
    <dgm:cxn modelId="{E78BFDF5-65E2-4C55-80CA-813E546F3326}" type="presOf" srcId="{6C806157-66E2-4B81-BEF4-F6A9E95DAFAB}" destId="{4E3D8799-D103-47D1-8F72-B2CC8CAC6587}" srcOrd="1" destOrd="0" presId="urn:microsoft.com/office/officeart/2005/8/layout/orgChart1"/>
    <dgm:cxn modelId="{03DFDAFA-F54D-4373-AFA9-F26B332F41E2}" type="presOf" srcId="{7BAC767A-9DA0-4C12-A937-1B84990BDF33}" destId="{F13745A2-E478-4DD7-9379-79301BE69DA0}"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CEFD6989-9E63-4034-B245-39118671AD96}" type="presParOf" srcId="{3F5F9F02-A2BB-413B-8BD5-408AC4B447AC}" destId="{27B9A657-5E97-4A82-AB03-1D3B0B0A1D60}" srcOrd="0" destOrd="0" presId="urn:microsoft.com/office/officeart/2005/8/layout/orgChart1"/>
    <dgm:cxn modelId="{FB3BD63A-259E-41E1-960F-FB40313A889F}" type="presParOf" srcId="{27B9A657-5E97-4A82-AB03-1D3B0B0A1D60}" destId="{20066040-4B19-4A0E-AC1C-C24C471E9763}" srcOrd="0" destOrd="0" presId="urn:microsoft.com/office/officeart/2005/8/layout/orgChart1"/>
    <dgm:cxn modelId="{3715D325-E272-4929-A097-8B85B96EF282}" type="presParOf" srcId="{20066040-4B19-4A0E-AC1C-C24C471E9763}" destId="{03359889-1736-4CB6-938B-D0FBC2DD0A61}" srcOrd="0" destOrd="0" presId="urn:microsoft.com/office/officeart/2005/8/layout/orgChart1"/>
    <dgm:cxn modelId="{A0282EFC-DD6F-453F-88F1-EFBEC1573416}" type="presParOf" srcId="{20066040-4B19-4A0E-AC1C-C24C471E9763}" destId="{4E3D8799-D103-47D1-8F72-B2CC8CAC6587}" srcOrd="1" destOrd="0" presId="urn:microsoft.com/office/officeart/2005/8/layout/orgChart1"/>
    <dgm:cxn modelId="{A0B09310-F710-4009-B5FC-E58A79C8ED6D}" type="presParOf" srcId="{27B9A657-5E97-4A82-AB03-1D3B0B0A1D60}" destId="{6DDC3BE3-E0E8-484F-82E2-6D1D91DB193D}" srcOrd="1" destOrd="0" presId="urn:microsoft.com/office/officeart/2005/8/layout/orgChart1"/>
    <dgm:cxn modelId="{882DEB15-7EE1-4F47-9DFC-648BC088676F}" type="presParOf" srcId="{6DDC3BE3-E0E8-484F-82E2-6D1D91DB193D}" destId="{37E75BE2-BD40-4CBB-AB4A-73400CE09420}" srcOrd="0" destOrd="0" presId="urn:microsoft.com/office/officeart/2005/8/layout/orgChart1"/>
    <dgm:cxn modelId="{8EC96D09-5773-423F-B39F-C84005D9B794}" type="presParOf" srcId="{6DDC3BE3-E0E8-484F-82E2-6D1D91DB193D}" destId="{3AFBAECD-5D9E-4FEF-B456-43A3B460D47C}" srcOrd="1" destOrd="0" presId="urn:microsoft.com/office/officeart/2005/8/layout/orgChart1"/>
    <dgm:cxn modelId="{A9A6D16B-394B-45F3-BA7E-3860B5B15454}" type="presParOf" srcId="{3AFBAECD-5D9E-4FEF-B456-43A3B460D47C}" destId="{C9AD89B3-9C72-496D-A744-C3D22120603E}" srcOrd="0" destOrd="0" presId="urn:microsoft.com/office/officeart/2005/8/layout/orgChart1"/>
    <dgm:cxn modelId="{B858B4B9-4B5E-40BA-B98D-E19AD294919F}" type="presParOf" srcId="{C9AD89B3-9C72-496D-A744-C3D22120603E}" destId="{ECF7BF53-69B4-4E54-8A76-99DC85F525BC}" srcOrd="0" destOrd="0" presId="urn:microsoft.com/office/officeart/2005/8/layout/orgChart1"/>
    <dgm:cxn modelId="{8BB91E57-F884-4EA4-B757-8BD3113B2683}" type="presParOf" srcId="{C9AD89B3-9C72-496D-A744-C3D22120603E}" destId="{AA166E9C-5017-446A-83FD-D79C4E865CE0}" srcOrd="1" destOrd="0" presId="urn:microsoft.com/office/officeart/2005/8/layout/orgChart1"/>
    <dgm:cxn modelId="{D9E7DD0B-F919-40D3-9A98-47C5E90C6CD6}" type="presParOf" srcId="{3AFBAECD-5D9E-4FEF-B456-43A3B460D47C}" destId="{40F472EA-C4C8-4A72-9BEB-19B2E7437CE9}" srcOrd="1" destOrd="0" presId="urn:microsoft.com/office/officeart/2005/8/layout/orgChart1"/>
    <dgm:cxn modelId="{5D55F035-97F5-45A8-8D9E-4FE2E64F8854}" type="presParOf" srcId="{40F472EA-C4C8-4A72-9BEB-19B2E7437CE9}" destId="{36DD863B-F5D2-4BEA-87C0-511F065F1F73}" srcOrd="0" destOrd="0" presId="urn:microsoft.com/office/officeart/2005/8/layout/orgChart1"/>
    <dgm:cxn modelId="{D2F8302B-EC74-415C-9096-F36B83A181B7}" type="presParOf" srcId="{40F472EA-C4C8-4A72-9BEB-19B2E7437CE9}" destId="{09611771-50BD-4062-9ABE-3374E1942725}" srcOrd="1" destOrd="0" presId="urn:microsoft.com/office/officeart/2005/8/layout/orgChart1"/>
    <dgm:cxn modelId="{A4AF3812-D376-4399-82F8-496D2F39AA33}" type="presParOf" srcId="{09611771-50BD-4062-9ABE-3374E1942725}" destId="{BE0A8601-EADE-4FE6-B0AE-577D3A96FEAB}" srcOrd="0" destOrd="0" presId="urn:microsoft.com/office/officeart/2005/8/layout/orgChart1"/>
    <dgm:cxn modelId="{D174C945-A26A-48BB-BBB5-C5991AE2FC7D}" type="presParOf" srcId="{BE0A8601-EADE-4FE6-B0AE-577D3A96FEAB}" destId="{F13745A2-E478-4DD7-9379-79301BE69DA0}" srcOrd="0" destOrd="0" presId="urn:microsoft.com/office/officeart/2005/8/layout/orgChart1"/>
    <dgm:cxn modelId="{C99D3F98-4C45-41ED-BE4F-8A210D98600E}" type="presParOf" srcId="{BE0A8601-EADE-4FE6-B0AE-577D3A96FEAB}" destId="{F292CE52-98D6-4533-894E-49DF417CA838}" srcOrd="1" destOrd="0" presId="urn:microsoft.com/office/officeart/2005/8/layout/orgChart1"/>
    <dgm:cxn modelId="{D09C1814-AA14-4609-9E66-DCAFFA75B1F2}" type="presParOf" srcId="{09611771-50BD-4062-9ABE-3374E1942725}" destId="{40B9E3EE-8654-475B-9F20-5A868259FDD4}" srcOrd="1" destOrd="0" presId="urn:microsoft.com/office/officeart/2005/8/layout/orgChart1"/>
    <dgm:cxn modelId="{F1EF6CAE-9A65-4F39-B476-94ABD12CFC08}" type="presParOf" srcId="{09611771-50BD-4062-9ABE-3374E1942725}" destId="{60A61FF5-70DC-4601-99B8-53CD31FA71FD}" srcOrd="2" destOrd="0" presId="urn:microsoft.com/office/officeart/2005/8/layout/orgChart1"/>
    <dgm:cxn modelId="{D65D9B75-2845-4FBF-BA1F-8122BF9CB99F}" type="presParOf" srcId="{40F472EA-C4C8-4A72-9BEB-19B2E7437CE9}" destId="{B073300E-6475-4A24-B436-EFFDEE066C9E}" srcOrd="2" destOrd="0" presId="urn:microsoft.com/office/officeart/2005/8/layout/orgChart1"/>
    <dgm:cxn modelId="{FBF6D8FE-7FC0-4125-8CE9-3D3950D41A52}" type="presParOf" srcId="{40F472EA-C4C8-4A72-9BEB-19B2E7437CE9}" destId="{A185E5D5-FC02-4A48-913D-E32944E68A89}" srcOrd="3" destOrd="0" presId="urn:microsoft.com/office/officeart/2005/8/layout/orgChart1"/>
    <dgm:cxn modelId="{CBABEDA6-2047-4EC8-951D-EFAD6A8DAE26}" type="presParOf" srcId="{A185E5D5-FC02-4A48-913D-E32944E68A89}" destId="{B3DC87EF-6746-490B-B470-DA06D200AF18}" srcOrd="0" destOrd="0" presId="urn:microsoft.com/office/officeart/2005/8/layout/orgChart1"/>
    <dgm:cxn modelId="{53248A65-8986-40D0-BBF7-43E805DA5B5C}" type="presParOf" srcId="{B3DC87EF-6746-490B-B470-DA06D200AF18}" destId="{2D7F19AA-157D-41DD-8B3C-66DD4ADE63DD}" srcOrd="0" destOrd="0" presId="urn:microsoft.com/office/officeart/2005/8/layout/orgChart1"/>
    <dgm:cxn modelId="{CDEC89B5-4B48-499C-8500-B564FF07D8A3}" type="presParOf" srcId="{B3DC87EF-6746-490B-B470-DA06D200AF18}" destId="{D9AE6C47-9DDA-48AB-8F69-DCCBB3CE204A}" srcOrd="1" destOrd="0" presId="urn:microsoft.com/office/officeart/2005/8/layout/orgChart1"/>
    <dgm:cxn modelId="{F4E02CCE-4570-4C6B-9929-E86C87CB303E}" type="presParOf" srcId="{A185E5D5-FC02-4A48-913D-E32944E68A89}" destId="{61233E95-D56E-4B01-983D-9EAC6368E5FD}" srcOrd="1" destOrd="0" presId="urn:microsoft.com/office/officeart/2005/8/layout/orgChart1"/>
    <dgm:cxn modelId="{3FD6CA68-FECC-4C66-BED6-9787E7B02CC5}" type="presParOf" srcId="{A185E5D5-FC02-4A48-913D-E32944E68A89}" destId="{F0ED42A5-6599-4B6F-A090-AA25AD408922}" srcOrd="2" destOrd="0" presId="urn:microsoft.com/office/officeart/2005/8/layout/orgChart1"/>
    <dgm:cxn modelId="{F4C6E3DE-6532-4D0F-B460-EBD1144662C0}" type="presParOf" srcId="{3AFBAECD-5D9E-4FEF-B456-43A3B460D47C}" destId="{12484CB8-D48A-42F1-BF55-A3365C7BCC0B}" srcOrd="2" destOrd="0" presId="urn:microsoft.com/office/officeart/2005/8/layout/orgChart1"/>
    <dgm:cxn modelId="{6ACB5A2B-3548-4761-873F-4C4B45616493}" type="presParOf" srcId="{27B9A657-5E97-4A82-AB03-1D3B0B0A1D60}" destId="{EB4A876E-CE02-44E6-9C28-1B50D9485DE6}" srcOrd="2" destOrd="0" presId="urn:microsoft.com/office/officeart/2005/8/layout/orgChart1"/>
  </dgm:cxnLst>
  <dgm:bg/>
  <dgm:whole/>
  <dgm:extLst>
    <a:ext uri="http://schemas.microsoft.com/office/drawing/2008/diagram">
      <dsp:dataModelExt xmlns:dsp="http://schemas.microsoft.com/office/drawing/2008/diagram" relId="rId40"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altLang="en-US" sz="700" b="1">
              <a:solidFill>
                <a:schemeClr val="tx1"/>
              </a:solidFill>
            </a:rPr>
            <a:t>PCF/</a:t>
          </a:r>
          <a:r>
            <a:rPr lang="en-US" altLang="en-US" sz="700" b="1" err="1">
              <a:solidFill>
                <a:schemeClr val="tx1"/>
              </a:solidFill>
            </a:rPr>
            <a:t>PCRFv</a:t>
          </a:r>
          <a:r>
            <a:rPr lang="en-US" sz="700" b="1">
              <a:latin typeface="Meiryo UI" panose="020B0604030504040204" pitchFamily="34" charset="-128"/>
              <a:ea typeface="Meiryo UI" panose="020B0604030504040204" pitchFamily="34" charset="-128"/>
            </a:rPr>
            <a:t> </a:t>
          </a:r>
        </a:p>
        <a:p>
          <a:pPr algn="ctr"/>
          <a:r>
            <a:rPr lang="en-US" sz="700" b="1">
              <a:latin typeface="Meiryo UI" panose="020B0604030504040204" pitchFamily="34" charset="-128"/>
              <a:ea typeface="Meiryo UI" panose="020B0604030504040204" pitchFamily="34" charset="-128"/>
            </a:rPr>
            <a:t>PM </a:t>
          </a:r>
          <a:r>
            <a:rPr lang="en-US" sz="700" b="0">
              <a:solidFill>
                <a:srgbClr val="008000"/>
              </a:solidFill>
              <a:latin typeface="Meiryo UI" panose="020B0604030504040204" pitchFamily="34" charset="-128"/>
              <a:ea typeface="Meiryo UI" panose="020B0604030504040204" pitchFamily="34" charset="-128"/>
            </a:rPr>
            <a:t>Natsume</a:t>
          </a:r>
          <a:endParaRPr lang="en-US" sz="400" b="1">
            <a:solidFill>
              <a:srgbClr val="00800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a:r>
            <a:rPr lang="en-US" altLang="en-US" sz="700" b="1">
              <a:solidFill>
                <a:schemeClr val="tx1"/>
              </a:solidFill>
            </a:rPr>
            <a:t>PCF/</a:t>
          </a:r>
          <a:r>
            <a:rPr lang="en-US" altLang="en-US" sz="700" b="1" err="1">
              <a:solidFill>
                <a:schemeClr val="tx1"/>
              </a:solidFill>
            </a:rPr>
            <a:t>PCRFv</a:t>
          </a:r>
          <a:r>
            <a:rPr lang="en-US" sz="700" b="1">
              <a:latin typeface="Meiryo UI" panose="020B0604030504040204" pitchFamily="34" charset="-128"/>
              <a:ea typeface="Meiryo UI" panose="020B0604030504040204" pitchFamily="34" charset="-128"/>
            </a:rPr>
            <a:t> </a:t>
          </a:r>
        </a:p>
        <a:p>
          <a:pPr algn="ctr"/>
          <a:r>
            <a:rPr lang="en-US" sz="700" b="1">
              <a:latin typeface="Meiryo UI" panose="020B0604030504040204" pitchFamily="34" charset="-128"/>
              <a:ea typeface="Meiryo UI" panose="020B0604030504040204" pitchFamily="34" charset="-128"/>
            </a:rPr>
            <a:t>SA/TM </a:t>
          </a:r>
          <a:r>
            <a:rPr lang="en-US" sz="700" b="0">
              <a:solidFill>
                <a:srgbClr val="FF0000"/>
              </a:solidFill>
              <a:latin typeface="Meiryo UI" panose="020B0604030504040204" pitchFamily="34" charset="-128"/>
              <a:ea typeface="Meiryo UI" panose="020B0604030504040204" pitchFamily="34" charset="-128"/>
            </a:rPr>
            <a:t>TBD</a:t>
          </a:r>
          <a:endParaRPr lang="en-US" sz="700" b="1">
            <a:solidFill>
              <a:srgbClr val="FF0000"/>
            </a:solidFill>
            <a:latin typeface="Meiryo UI" panose="020B0604030504040204" pitchFamily="34" charset="-128"/>
            <a:ea typeface="Meiryo UI" panose="020B0604030504040204" pitchFamily="34" charset="-128"/>
          </a:endParaRP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9668FCC7-F68C-450D-AA57-CD797E5CBC39}" type="pres">
      <dgm:prSet presAssocID="{FAB7AC7A-2565-458C-83B1-7E201ECBE239}" presName="hierChild1" presStyleCnt="0">
        <dgm:presLayoutVars>
          <dgm:orgChart val="1"/>
          <dgm:chPref val="1"/>
          <dgm:dir/>
          <dgm:animOne val="branch"/>
          <dgm:animLvl val="lvl"/>
          <dgm:resizeHandles/>
        </dgm:presLayoutVars>
      </dgm:prSet>
      <dgm:spPr/>
    </dgm:pt>
    <dgm:pt modelId="{A415C294-38B1-4269-BBD2-30D4C4EA323A}" type="pres">
      <dgm:prSet presAssocID="{6C806157-66E2-4B81-BEF4-F6A9E95DAFAB}" presName="hierRoot1" presStyleCnt="0">
        <dgm:presLayoutVars>
          <dgm:hierBranch val="init"/>
        </dgm:presLayoutVars>
      </dgm:prSet>
      <dgm:spPr/>
    </dgm:pt>
    <dgm:pt modelId="{6376CC66-A53D-4D7A-95A2-F20BBAD52E6A}" type="pres">
      <dgm:prSet presAssocID="{6C806157-66E2-4B81-BEF4-F6A9E95DAFAB}" presName="rootComposite1" presStyleCnt="0"/>
      <dgm:spPr/>
    </dgm:pt>
    <dgm:pt modelId="{763D2F94-1F15-4BC2-A91A-6C1DBBE19ECC}" type="pres">
      <dgm:prSet presAssocID="{6C806157-66E2-4B81-BEF4-F6A9E95DAFAB}" presName="rootText1" presStyleLbl="node0" presStyleIdx="0" presStyleCnt="1" custScaleX="28795" custScaleY="24661" custLinFactNeighborX="2239" custLinFactNeighborY="14310">
        <dgm:presLayoutVars>
          <dgm:chPref val="3"/>
        </dgm:presLayoutVars>
      </dgm:prSet>
      <dgm:spPr/>
    </dgm:pt>
    <dgm:pt modelId="{FE78D2C0-B287-44D8-A066-C9611EEA03D9}" type="pres">
      <dgm:prSet presAssocID="{6C806157-66E2-4B81-BEF4-F6A9E95DAFAB}" presName="rootConnector1" presStyleLbl="node1" presStyleIdx="0" presStyleCnt="0"/>
      <dgm:spPr/>
    </dgm:pt>
    <dgm:pt modelId="{0D9071BB-D1C4-46EC-9F1C-62F0F3D6CE6F}" type="pres">
      <dgm:prSet presAssocID="{6C806157-66E2-4B81-BEF4-F6A9E95DAFAB}" presName="hierChild2" presStyleCnt="0"/>
      <dgm:spPr/>
    </dgm:pt>
    <dgm:pt modelId="{B4C7ED07-8F50-477A-8C74-F3EDC29096D9}" type="pres">
      <dgm:prSet presAssocID="{16AAC7A4-F011-40A5-8724-C9DE8D9D3C00}" presName="Name37" presStyleLbl="parChTrans1D2" presStyleIdx="0" presStyleCnt="1"/>
      <dgm:spPr/>
    </dgm:pt>
    <dgm:pt modelId="{D41F7D0F-B383-431C-8D41-49A7DCC70874}" type="pres">
      <dgm:prSet presAssocID="{A4240576-A56E-4539-9B4E-C424FAF37A5F}" presName="hierRoot2" presStyleCnt="0">
        <dgm:presLayoutVars>
          <dgm:hierBranch val="init"/>
        </dgm:presLayoutVars>
      </dgm:prSet>
      <dgm:spPr/>
    </dgm:pt>
    <dgm:pt modelId="{71BC12F6-EC76-4D6A-BD45-D5D178A89EE0}" type="pres">
      <dgm:prSet presAssocID="{A4240576-A56E-4539-9B4E-C424FAF37A5F}" presName="rootComposite" presStyleCnt="0"/>
      <dgm:spPr/>
    </dgm:pt>
    <dgm:pt modelId="{1767A91B-F8E1-4236-8432-56E7B59B4880}" type="pres">
      <dgm:prSet presAssocID="{A4240576-A56E-4539-9B4E-C424FAF37A5F}" presName="rootText" presStyleLbl="node2" presStyleIdx="0" presStyleCnt="1" custScaleX="28258" custScaleY="24812" custLinFactNeighborX="2234" custLinFactNeighborY="-12027">
        <dgm:presLayoutVars>
          <dgm:chPref val="3"/>
        </dgm:presLayoutVars>
      </dgm:prSet>
      <dgm:spPr/>
    </dgm:pt>
    <dgm:pt modelId="{2F46C307-35E1-4FF2-9B36-3D431855995E}" type="pres">
      <dgm:prSet presAssocID="{A4240576-A56E-4539-9B4E-C424FAF37A5F}" presName="rootConnector" presStyleLbl="node2" presStyleIdx="0" presStyleCnt="1"/>
      <dgm:spPr/>
    </dgm:pt>
    <dgm:pt modelId="{31FD182C-5DEC-4966-B0BD-774D2DEBAA1D}" type="pres">
      <dgm:prSet presAssocID="{A4240576-A56E-4539-9B4E-C424FAF37A5F}" presName="hierChild4" presStyleCnt="0"/>
      <dgm:spPr/>
    </dgm:pt>
    <dgm:pt modelId="{06C5FBDB-4DAB-40CD-9618-494B5B9726B2}" type="pres">
      <dgm:prSet presAssocID="{A4240576-A56E-4539-9B4E-C424FAF37A5F}" presName="hierChild5" presStyleCnt="0"/>
      <dgm:spPr/>
    </dgm:pt>
    <dgm:pt modelId="{331DE4FA-B78E-48DF-87C7-A78257C6A6A5}" type="pres">
      <dgm:prSet presAssocID="{6C806157-66E2-4B81-BEF4-F6A9E95DAFAB}" presName="hierChild3" presStyleCnt="0"/>
      <dgm:spPr/>
    </dgm:pt>
  </dgm:ptLst>
  <dgm:cxnLst>
    <dgm:cxn modelId="{2836C363-89A0-4A7B-B9A2-0E51F529903A}" type="presOf" srcId="{16AAC7A4-F011-40A5-8724-C9DE8D9D3C00}" destId="{B4C7ED07-8F50-477A-8C74-F3EDC29096D9}" srcOrd="0" destOrd="0" presId="urn:microsoft.com/office/officeart/2005/8/layout/orgChart1"/>
    <dgm:cxn modelId="{E0156892-977E-4322-B351-1EDD70959D35}" type="presOf" srcId="{6C806157-66E2-4B81-BEF4-F6A9E95DAFAB}" destId="{FE78D2C0-B287-44D8-A066-C9611EEA03D9}"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E78D0DA7-8B70-403A-A7EA-98E3EA6E02CC}" type="presOf" srcId="{FAB7AC7A-2565-458C-83B1-7E201ECBE239}" destId="{9668FCC7-F68C-450D-AA57-CD797E5CBC39}" srcOrd="0" destOrd="0" presId="urn:microsoft.com/office/officeart/2005/8/layout/orgChart1"/>
    <dgm:cxn modelId="{3AD557C7-F4C1-4048-BC24-36E5102999B5}" type="presOf" srcId="{A4240576-A56E-4539-9B4E-C424FAF37A5F}" destId="{2F46C307-35E1-4FF2-9B36-3D431855995E}" srcOrd="1" destOrd="0" presId="urn:microsoft.com/office/officeart/2005/8/layout/orgChart1"/>
    <dgm:cxn modelId="{2B571AD4-F9CE-421F-B877-735318C5EEC0}" type="presOf" srcId="{A4240576-A56E-4539-9B4E-C424FAF37A5F}" destId="{1767A91B-F8E1-4236-8432-56E7B59B4880}" srcOrd="0" destOrd="0" presId="urn:microsoft.com/office/officeart/2005/8/layout/orgChart1"/>
    <dgm:cxn modelId="{952E2DDA-1001-48E6-BC8D-FDE37E5890D9}" type="presOf" srcId="{6C806157-66E2-4B81-BEF4-F6A9E95DAFAB}" destId="{763D2F94-1F15-4BC2-A91A-6C1DBBE19ECC}"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4DAA66C3-63E2-48FA-ABC9-5305ACCEEB17}" type="presParOf" srcId="{9668FCC7-F68C-450D-AA57-CD797E5CBC39}" destId="{A415C294-38B1-4269-BBD2-30D4C4EA323A}" srcOrd="0" destOrd="0" presId="urn:microsoft.com/office/officeart/2005/8/layout/orgChart1"/>
    <dgm:cxn modelId="{0AC80CE8-2D2C-449D-B772-8D5F1AAF3DC8}" type="presParOf" srcId="{A415C294-38B1-4269-BBD2-30D4C4EA323A}" destId="{6376CC66-A53D-4D7A-95A2-F20BBAD52E6A}" srcOrd="0" destOrd="0" presId="urn:microsoft.com/office/officeart/2005/8/layout/orgChart1"/>
    <dgm:cxn modelId="{5020F7A3-752C-4768-8F6C-AEC149A5F0B5}" type="presParOf" srcId="{6376CC66-A53D-4D7A-95A2-F20BBAD52E6A}" destId="{763D2F94-1F15-4BC2-A91A-6C1DBBE19ECC}" srcOrd="0" destOrd="0" presId="urn:microsoft.com/office/officeart/2005/8/layout/orgChart1"/>
    <dgm:cxn modelId="{4AC842AF-7CCC-4418-9C4B-503152985649}" type="presParOf" srcId="{6376CC66-A53D-4D7A-95A2-F20BBAD52E6A}" destId="{FE78D2C0-B287-44D8-A066-C9611EEA03D9}" srcOrd="1" destOrd="0" presId="urn:microsoft.com/office/officeart/2005/8/layout/orgChart1"/>
    <dgm:cxn modelId="{DF58A90B-A58B-412F-AE66-7B67D1F2F15F}" type="presParOf" srcId="{A415C294-38B1-4269-BBD2-30D4C4EA323A}" destId="{0D9071BB-D1C4-46EC-9F1C-62F0F3D6CE6F}" srcOrd="1" destOrd="0" presId="urn:microsoft.com/office/officeart/2005/8/layout/orgChart1"/>
    <dgm:cxn modelId="{60666265-6CFB-4542-A02F-5A86B28609DC}" type="presParOf" srcId="{0D9071BB-D1C4-46EC-9F1C-62F0F3D6CE6F}" destId="{B4C7ED07-8F50-477A-8C74-F3EDC29096D9}" srcOrd="0" destOrd="0" presId="urn:microsoft.com/office/officeart/2005/8/layout/orgChart1"/>
    <dgm:cxn modelId="{9975164A-EA89-4D25-BAB9-E76A04E24EEE}" type="presParOf" srcId="{0D9071BB-D1C4-46EC-9F1C-62F0F3D6CE6F}" destId="{D41F7D0F-B383-431C-8D41-49A7DCC70874}" srcOrd="1" destOrd="0" presId="urn:microsoft.com/office/officeart/2005/8/layout/orgChart1"/>
    <dgm:cxn modelId="{3CC0D95D-F729-40A0-97B8-A9D0D75CCCC1}" type="presParOf" srcId="{D41F7D0F-B383-431C-8D41-49A7DCC70874}" destId="{71BC12F6-EC76-4D6A-BD45-D5D178A89EE0}" srcOrd="0" destOrd="0" presId="urn:microsoft.com/office/officeart/2005/8/layout/orgChart1"/>
    <dgm:cxn modelId="{517B0A64-99CF-4205-84A2-7EB7E869176C}" type="presParOf" srcId="{71BC12F6-EC76-4D6A-BD45-D5D178A89EE0}" destId="{1767A91B-F8E1-4236-8432-56E7B59B4880}" srcOrd="0" destOrd="0" presId="urn:microsoft.com/office/officeart/2005/8/layout/orgChart1"/>
    <dgm:cxn modelId="{0D19D010-99F5-44BC-BACC-2376FF8B83C2}" type="presParOf" srcId="{71BC12F6-EC76-4D6A-BD45-D5D178A89EE0}" destId="{2F46C307-35E1-4FF2-9B36-3D431855995E}" srcOrd="1" destOrd="0" presId="urn:microsoft.com/office/officeart/2005/8/layout/orgChart1"/>
    <dgm:cxn modelId="{4676A804-F03F-4368-9830-F49B7A2A4FAE}" type="presParOf" srcId="{D41F7D0F-B383-431C-8D41-49A7DCC70874}" destId="{31FD182C-5DEC-4966-B0BD-774D2DEBAA1D}" srcOrd="1" destOrd="0" presId="urn:microsoft.com/office/officeart/2005/8/layout/orgChart1"/>
    <dgm:cxn modelId="{8C66659E-DA49-49D6-9DC7-0FB4985CEB6E}" type="presParOf" srcId="{D41F7D0F-B383-431C-8D41-49A7DCC70874}" destId="{06C5FBDB-4DAB-40CD-9618-494B5B9726B2}" srcOrd="2" destOrd="0" presId="urn:microsoft.com/office/officeart/2005/8/layout/orgChart1"/>
    <dgm:cxn modelId="{A2A6AF8D-44B4-4423-A39E-5D3AB2BA1D69}" type="presParOf" srcId="{A415C294-38B1-4269-BBD2-30D4C4EA323A}" destId="{331DE4FA-B78E-48DF-87C7-A78257C6A6A5}" srcOrd="2" destOrd="0" presId="urn:microsoft.com/office/officeart/2005/8/layout/orgChart1"/>
  </dgm:cxnLst>
  <dgm:bg/>
  <dgm:whole/>
  <dgm:extLst>
    <a:ext uri="http://schemas.microsoft.com/office/drawing/2008/diagram">
      <dsp:dataModelExt xmlns:dsp="http://schemas.microsoft.com/office/drawing/2008/diagram" relId="rId45"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700" b="1">
              <a:latin typeface="Meiryo UI"/>
              <a:ea typeface="Meiryo UI"/>
            </a:rPr>
            <a:t>TDL </a:t>
          </a:r>
          <a:r>
            <a:rPr lang="en-US" sz="700" b="0">
              <a:solidFill>
                <a:srgbClr val="00B050"/>
              </a:solidFill>
              <a:latin typeface="Meiryo UI"/>
              <a:ea typeface="Meiryo UI"/>
            </a:rPr>
            <a:t>Sushil</a:t>
          </a:r>
          <a:endParaRPr lang="en-US" sz="400" b="0">
            <a:solidFill>
              <a:srgbClr val="00B050"/>
            </a:solidFill>
            <a:latin typeface="Meiryo UI"/>
            <a:ea typeface="Meiryo UI"/>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rtl="0"/>
          <a:r>
            <a:rPr lang="en-US" sz="700" b="1">
              <a:latin typeface="Meiryo UI" panose="020B0604030504040204" pitchFamily="34" charset="-128"/>
              <a:ea typeface="Meiryo UI" panose="020B0604030504040204" pitchFamily="34" charset="-128"/>
            </a:rPr>
            <a:t>SA/TM</a:t>
          </a:r>
          <a:br>
            <a:rPr lang="en-US" sz="700" b="0">
              <a:latin typeface="Nokia Pure Text Light"/>
              <a:ea typeface="Meiryo UI"/>
            </a:rPr>
          </a:br>
          <a:r>
            <a:rPr lang="en-US" sz="700" b="0">
              <a:solidFill>
                <a:srgbClr val="00B050"/>
              </a:solidFill>
              <a:latin typeface="Nokia Pure Text Light"/>
              <a:ea typeface="Meiryo UI"/>
            </a:rPr>
            <a:t>Rahul 26/Mayank Joshi</a:t>
          </a: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7BAC767A-9DA0-4C12-A937-1B84990BDF33}">
      <dgm:prSet custT="1"/>
      <dgm:spPr/>
      <dgm:t>
        <a:bodyPr/>
        <a:lstStyle/>
        <a:p>
          <a:pPr algn="ctr"/>
          <a:r>
            <a:rPr lang="en-US" sz="700" b="1">
              <a:latin typeface="Meiryo UI"/>
              <a:ea typeface="Meiryo UI"/>
            </a:rPr>
            <a:t>Engineer Lead</a:t>
          </a:r>
        </a:p>
      </dgm:t>
    </dgm:pt>
    <dgm:pt modelId="{22F30D3E-D1C5-4A94-9BBB-63EFC49668CD}" type="parTrans" cxnId="{95B69FA1-0FCF-4474-AE93-614113684E0E}">
      <dgm:prSet/>
      <dgm:spPr/>
      <dgm:t>
        <a:bodyPr/>
        <a:lstStyle/>
        <a:p>
          <a:endParaRPr lang="en-US"/>
        </a:p>
      </dgm:t>
    </dgm:pt>
    <dgm:pt modelId="{6E8AE1B4-626C-45C9-AE5F-4A41F24FD45E}" type="sibTrans" cxnId="{95B69FA1-0FCF-4474-AE93-614113684E0E}">
      <dgm:prSet/>
      <dgm:spPr/>
      <dgm:t>
        <a:bodyPr/>
        <a:lstStyle/>
        <a:p>
          <a:endParaRPr lang="en-US"/>
        </a:p>
      </dgm:t>
    </dgm:pt>
    <dgm:pt modelId="{20264802-0888-421B-A372-7F1AC263025C}">
      <dgm:prSet custT="1"/>
      <dgm:spPr/>
      <dgm:t>
        <a:bodyPr/>
        <a:lstStyle/>
        <a:p>
          <a:pPr algn="ctr"/>
          <a:r>
            <a:rPr lang="en-US" sz="700" b="1">
              <a:latin typeface="Meiryo UI"/>
              <a:ea typeface="Meiryo UI"/>
            </a:rPr>
            <a:t>Engineer team</a:t>
          </a:r>
        </a:p>
      </dgm:t>
    </dgm:pt>
    <dgm:pt modelId="{507FD76A-60C3-4C1F-A1F4-F0471F3A549D}" type="parTrans" cxnId="{49BF15E3-3C67-4ACF-AA95-3BD3E588227F}">
      <dgm:prSet/>
      <dgm:spPr/>
      <dgm:t>
        <a:bodyPr/>
        <a:lstStyle/>
        <a:p>
          <a:endParaRPr lang="en-US"/>
        </a:p>
      </dgm:t>
    </dgm:pt>
    <dgm:pt modelId="{C9A2FA2A-64AB-4E61-8B22-771649D2216C}" type="sibTrans" cxnId="{49BF15E3-3C67-4ACF-AA95-3BD3E588227F}">
      <dgm:prSet/>
      <dgm:spPr/>
      <dgm:t>
        <a:bodyPr/>
        <a:lstStyle/>
        <a:p>
          <a:endParaRPr lang="en-US"/>
        </a:p>
      </dgm:t>
    </dgm:pt>
    <dgm:pt modelId="{3F5F9F02-A2BB-413B-8BD5-408AC4B447AC}" type="pres">
      <dgm:prSet presAssocID="{FAB7AC7A-2565-458C-83B1-7E201ECBE239}" presName="hierChild1" presStyleCnt="0">
        <dgm:presLayoutVars>
          <dgm:orgChart val="1"/>
          <dgm:chPref val="1"/>
          <dgm:dir/>
          <dgm:animOne val="branch"/>
          <dgm:animLvl val="lvl"/>
          <dgm:resizeHandles/>
        </dgm:presLayoutVars>
      </dgm:prSet>
      <dgm:spPr/>
    </dgm:pt>
    <dgm:pt modelId="{27B9A657-5E97-4A82-AB03-1D3B0B0A1D60}" type="pres">
      <dgm:prSet presAssocID="{6C806157-66E2-4B81-BEF4-F6A9E95DAFAB}" presName="hierRoot1" presStyleCnt="0">
        <dgm:presLayoutVars>
          <dgm:hierBranch val="init"/>
        </dgm:presLayoutVars>
      </dgm:prSet>
      <dgm:spPr/>
    </dgm:pt>
    <dgm:pt modelId="{20066040-4B19-4A0E-AC1C-C24C471E9763}" type="pres">
      <dgm:prSet presAssocID="{6C806157-66E2-4B81-BEF4-F6A9E95DAFAB}" presName="rootComposite1" presStyleCnt="0"/>
      <dgm:spPr/>
    </dgm:pt>
    <dgm:pt modelId="{03359889-1736-4CB6-938B-D0FBC2DD0A61}" type="pres">
      <dgm:prSet presAssocID="{6C806157-66E2-4B81-BEF4-F6A9E95DAFAB}" presName="rootText1" presStyleLbl="node0" presStyleIdx="0" presStyleCnt="1" custScaleX="126280">
        <dgm:presLayoutVars>
          <dgm:chPref val="3"/>
        </dgm:presLayoutVars>
      </dgm:prSet>
      <dgm:spPr/>
    </dgm:pt>
    <dgm:pt modelId="{4E3D8799-D103-47D1-8F72-B2CC8CAC6587}" type="pres">
      <dgm:prSet presAssocID="{6C806157-66E2-4B81-BEF4-F6A9E95DAFAB}" presName="rootConnector1" presStyleLbl="node1" presStyleIdx="0" presStyleCnt="0"/>
      <dgm:spPr/>
    </dgm:pt>
    <dgm:pt modelId="{6DDC3BE3-E0E8-484F-82E2-6D1D91DB193D}" type="pres">
      <dgm:prSet presAssocID="{6C806157-66E2-4B81-BEF4-F6A9E95DAFAB}" presName="hierChild2" presStyleCnt="0"/>
      <dgm:spPr/>
    </dgm:pt>
    <dgm:pt modelId="{37E75BE2-BD40-4CBB-AB4A-73400CE09420}" type="pres">
      <dgm:prSet presAssocID="{16AAC7A4-F011-40A5-8724-C9DE8D9D3C00}" presName="Name37" presStyleLbl="parChTrans1D2" presStyleIdx="0" presStyleCnt="1"/>
      <dgm:spPr/>
    </dgm:pt>
    <dgm:pt modelId="{3AFBAECD-5D9E-4FEF-B456-43A3B460D47C}" type="pres">
      <dgm:prSet presAssocID="{A4240576-A56E-4539-9B4E-C424FAF37A5F}" presName="hierRoot2" presStyleCnt="0">
        <dgm:presLayoutVars>
          <dgm:hierBranch val="init"/>
        </dgm:presLayoutVars>
      </dgm:prSet>
      <dgm:spPr/>
    </dgm:pt>
    <dgm:pt modelId="{C9AD89B3-9C72-496D-A744-C3D22120603E}" type="pres">
      <dgm:prSet presAssocID="{A4240576-A56E-4539-9B4E-C424FAF37A5F}" presName="rootComposite" presStyleCnt="0"/>
      <dgm:spPr/>
    </dgm:pt>
    <dgm:pt modelId="{ECF7BF53-69B4-4E54-8A76-99DC85F525BC}" type="pres">
      <dgm:prSet presAssocID="{A4240576-A56E-4539-9B4E-C424FAF37A5F}" presName="rootText" presStyleLbl="node2" presStyleIdx="0" presStyleCnt="1" custScaleX="135896">
        <dgm:presLayoutVars>
          <dgm:chPref val="3"/>
        </dgm:presLayoutVars>
      </dgm:prSet>
      <dgm:spPr/>
    </dgm:pt>
    <dgm:pt modelId="{AA166E9C-5017-446A-83FD-D79C4E865CE0}" type="pres">
      <dgm:prSet presAssocID="{A4240576-A56E-4539-9B4E-C424FAF37A5F}" presName="rootConnector" presStyleLbl="node2" presStyleIdx="0" presStyleCnt="1"/>
      <dgm:spPr/>
    </dgm:pt>
    <dgm:pt modelId="{40F472EA-C4C8-4A72-9BEB-19B2E7437CE9}" type="pres">
      <dgm:prSet presAssocID="{A4240576-A56E-4539-9B4E-C424FAF37A5F}" presName="hierChild4" presStyleCnt="0"/>
      <dgm:spPr/>
    </dgm:pt>
    <dgm:pt modelId="{36DD863B-F5D2-4BEA-87C0-511F065F1F73}" type="pres">
      <dgm:prSet presAssocID="{22F30D3E-D1C5-4A94-9BBB-63EFC49668CD}" presName="Name37" presStyleLbl="parChTrans1D3" presStyleIdx="0" presStyleCnt="2"/>
      <dgm:spPr/>
    </dgm:pt>
    <dgm:pt modelId="{09611771-50BD-4062-9ABE-3374E1942725}" type="pres">
      <dgm:prSet presAssocID="{7BAC767A-9DA0-4C12-A937-1B84990BDF33}" presName="hierRoot2" presStyleCnt="0">
        <dgm:presLayoutVars>
          <dgm:hierBranch val="init"/>
        </dgm:presLayoutVars>
      </dgm:prSet>
      <dgm:spPr/>
    </dgm:pt>
    <dgm:pt modelId="{BE0A8601-EADE-4FE6-B0AE-577D3A96FEAB}" type="pres">
      <dgm:prSet presAssocID="{7BAC767A-9DA0-4C12-A937-1B84990BDF33}" presName="rootComposite" presStyleCnt="0"/>
      <dgm:spPr/>
    </dgm:pt>
    <dgm:pt modelId="{F13745A2-E478-4DD7-9379-79301BE69DA0}" type="pres">
      <dgm:prSet presAssocID="{7BAC767A-9DA0-4C12-A937-1B84990BDF33}" presName="rootText" presStyleLbl="node3" presStyleIdx="0" presStyleCnt="2">
        <dgm:presLayoutVars>
          <dgm:chPref val="3"/>
        </dgm:presLayoutVars>
      </dgm:prSet>
      <dgm:spPr/>
    </dgm:pt>
    <dgm:pt modelId="{F292CE52-98D6-4533-894E-49DF417CA838}" type="pres">
      <dgm:prSet presAssocID="{7BAC767A-9DA0-4C12-A937-1B84990BDF33}" presName="rootConnector" presStyleLbl="node3" presStyleIdx="0" presStyleCnt="2"/>
      <dgm:spPr/>
    </dgm:pt>
    <dgm:pt modelId="{40B9E3EE-8654-475B-9F20-5A868259FDD4}" type="pres">
      <dgm:prSet presAssocID="{7BAC767A-9DA0-4C12-A937-1B84990BDF33}" presName="hierChild4" presStyleCnt="0"/>
      <dgm:spPr/>
    </dgm:pt>
    <dgm:pt modelId="{60A61FF5-70DC-4601-99B8-53CD31FA71FD}" type="pres">
      <dgm:prSet presAssocID="{7BAC767A-9DA0-4C12-A937-1B84990BDF33}" presName="hierChild5" presStyleCnt="0"/>
      <dgm:spPr/>
    </dgm:pt>
    <dgm:pt modelId="{B073300E-6475-4A24-B436-EFFDEE066C9E}" type="pres">
      <dgm:prSet presAssocID="{507FD76A-60C3-4C1F-A1F4-F0471F3A549D}" presName="Name37" presStyleLbl="parChTrans1D3" presStyleIdx="1" presStyleCnt="2"/>
      <dgm:spPr/>
    </dgm:pt>
    <dgm:pt modelId="{A185E5D5-FC02-4A48-913D-E32944E68A89}" type="pres">
      <dgm:prSet presAssocID="{20264802-0888-421B-A372-7F1AC263025C}" presName="hierRoot2" presStyleCnt="0">
        <dgm:presLayoutVars>
          <dgm:hierBranch val="init"/>
        </dgm:presLayoutVars>
      </dgm:prSet>
      <dgm:spPr/>
    </dgm:pt>
    <dgm:pt modelId="{B3DC87EF-6746-490B-B470-DA06D200AF18}" type="pres">
      <dgm:prSet presAssocID="{20264802-0888-421B-A372-7F1AC263025C}" presName="rootComposite" presStyleCnt="0"/>
      <dgm:spPr/>
    </dgm:pt>
    <dgm:pt modelId="{2D7F19AA-157D-41DD-8B3C-66DD4ADE63DD}" type="pres">
      <dgm:prSet presAssocID="{20264802-0888-421B-A372-7F1AC263025C}" presName="rootText" presStyleLbl="node3" presStyleIdx="1" presStyleCnt="2" custScaleX="155069">
        <dgm:presLayoutVars>
          <dgm:chPref val="3"/>
        </dgm:presLayoutVars>
      </dgm:prSet>
      <dgm:spPr/>
    </dgm:pt>
    <dgm:pt modelId="{D9AE6C47-9DDA-48AB-8F69-DCCBB3CE204A}" type="pres">
      <dgm:prSet presAssocID="{20264802-0888-421B-A372-7F1AC263025C}" presName="rootConnector" presStyleLbl="node3" presStyleIdx="1" presStyleCnt="2"/>
      <dgm:spPr/>
    </dgm:pt>
    <dgm:pt modelId="{61233E95-D56E-4B01-983D-9EAC6368E5FD}" type="pres">
      <dgm:prSet presAssocID="{20264802-0888-421B-A372-7F1AC263025C}" presName="hierChild4" presStyleCnt="0"/>
      <dgm:spPr/>
    </dgm:pt>
    <dgm:pt modelId="{F0ED42A5-6599-4B6F-A090-AA25AD408922}" type="pres">
      <dgm:prSet presAssocID="{20264802-0888-421B-A372-7F1AC263025C}" presName="hierChild5" presStyleCnt="0"/>
      <dgm:spPr/>
    </dgm:pt>
    <dgm:pt modelId="{12484CB8-D48A-42F1-BF55-A3365C7BCC0B}" type="pres">
      <dgm:prSet presAssocID="{A4240576-A56E-4539-9B4E-C424FAF37A5F}" presName="hierChild5" presStyleCnt="0"/>
      <dgm:spPr/>
    </dgm:pt>
    <dgm:pt modelId="{EB4A876E-CE02-44E6-9C28-1B50D9485DE6}" type="pres">
      <dgm:prSet presAssocID="{6C806157-66E2-4B81-BEF4-F6A9E95DAFAB}" presName="hierChild3" presStyleCnt="0"/>
      <dgm:spPr/>
    </dgm:pt>
  </dgm:ptLst>
  <dgm:cxnLst>
    <dgm:cxn modelId="{707F1C12-CDB5-4E4D-8ACC-42776032958E}" type="presOf" srcId="{A4240576-A56E-4539-9B4E-C424FAF37A5F}" destId="{AA166E9C-5017-446A-83FD-D79C4E865CE0}" srcOrd="1" destOrd="0" presId="urn:microsoft.com/office/officeart/2005/8/layout/orgChart1"/>
    <dgm:cxn modelId="{83398E3D-B3B6-4AEF-A21D-8A49C9DB70B7}" type="presOf" srcId="{22F30D3E-D1C5-4A94-9BBB-63EFC49668CD}" destId="{36DD863B-F5D2-4BEA-87C0-511F065F1F73}" srcOrd="0" destOrd="0" presId="urn:microsoft.com/office/officeart/2005/8/layout/orgChart1"/>
    <dgm:cxn modelId="{63201C65-3B8B-4023-ACBC-F41E39D7409B}" type="presOf" srcId="{6C806157-66E2-4B81-BEF4-F6A9E95DAFAB}" destId="{03359889-1736-4CB6-938B-D0FBC2DD0A61}" srcOrd="0" destOrd="0" presId="urn:microsoft.com/office/officeart/2005/8/layout/orgChart1"/>
    <dgm:cxn modelId="{3BDA646D-01F9-4452-B9B9-8E48CCB4F78D}" type="presOf" srcId="{507FD76A-60C3-4C1F-A1F4-F0471F3A549D}" destId="{B073300E-6475-4A24-B436-EFFDEE066C9E}" srcOrd="0" destOrd="0" presId="urn:microsoft.com/office/officeart/2005/8/layout/orgChart1"/>
    <dgm:cxn modelId="{07AA5372-7DF4-4A5A-B0FB-013348D8A7C4}" type="presOf" srcId="{20264802-0888-421B-A372-7F1AC263025C}" destId="{D9AE6C47-9DDA-48AB-8F69-DCCBB3CE204A}" srcOrd="1" destOrd="0" presId="urn:microsoft.com/office/officeart/2005/8/layout/orgChart1"/>
    <dgm:cxn modelId="{7328B57B-5B47-4B16-8AB6-6CC2A3EDC49A}" type="presOf" srcId="{7BAC767A-9DA0-4C12-A937-1B84990BDF33}" destId="{F292CE52-98D6-4533-894E-49DF417CA838}"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95B69FA1-0FCF-4474-AE93-614113684E0E}" srcId="{A4240576-A56E-4539-9B4E-C424FAF37A5F}" destId="{7BAC767A-9DA0-4C12-A937-1B84990BDF33}" srcOrd="0" destOrd="0" parTransId="{22F30D3E-D1C5-4A94-9BBB-63EFC49668CD}" sibTransId="{6E8AE1B4-626C-45C9-AE5F-4A41F24FD45E}"/>
    <dgm:cxn modelId="{DDB0A3CB-B4C5-42FE-9F1E-8990818BA2F6}" type="presOf" srcId="{16AAC7A4-F011-40A5-8724-C9DE8D9D3C00}" destId="{37E75BE2-BD40-4CBB-AB4A-73400CE09420}" srcOrd="0" destOrd="0" presId="urn:microsoft.com/office/officeart/2005/8/layout/orgChart1"/>
    <dgm:cxn modelId="{A7CE90D5-90BC-4F20-B0B3-DF86324BE230}" type="presOf" srcId="{20264802-0888-421B-A372-7F1AC263025C}" destId="{2D7F19AA-157D-41DD-8B3C-66DD4ADE63DD}" srcOrd="0" destOrd="0" presId="urn:microsoft.com/office/officeart/2005/8/layout/orgChart1"/>
    <dgm:cxn modelId="{49BF15E3-3C67-4ACF-AA95-3BD3E588227F}" srcId="{A4240576-A56E-4539-9B4E-C424FAF37A5F}" destId="{20264802-0888-421B-A372-7F1AC263025C}" srcOrd="1" destOrd="0" parTransId="{507FD76A-60C3-4C1F-A1F4-F0471F3A549D}" sibTransId="{C9A2FA2A-64AB-4E61-8B22-771649D2216C}"/>
    <dgm:cxn modelId="{B2D12FE4-B204-4215-A43A-7743813EEFEB}" type="presOf" srcId="{A4240576-A56E-4539-9B4E-C424FAF37A5F}" destId="{ECF7BF53-69B4-4E54-8A76-99DC85F525BC}" srcOrd="0" destOrd="0" presId="urn:microsoft.com/office/officeart/2005/8/layout/orgChart1"/>
    <dgm:cxn modelId="{318CC6F5-18D1-4954-8DA0-E93C0A66751E}" type="presOf" srcId="{FAB7AC7A-2565-458C-83B1-7E201ECBE239}" destId="{3F5F9F02-A2BB-413B-8BD5-408AC4B447AC}" srcOrd="0" destOrd="0" presId="urn:microsoft.com/office/officeart/2005/8/layout/orgChart1"/>
    <dgm:cxn modelId="{E78BFDF5-65E2-4C55-80CA-813E546F3326}" type="presOf" srcId="{6C806157-66E2-4B81-BEF4-F6A9E95DAFAB}" destId="{4E3D8799-D103-47D1-8F72-B2CC8CAC6587}" srcOrd="1" destOrd="0" presId="urn:microsoft.com/office/officeart/2005/8/layout/orgChart1"/>
    <dgm:cxn modelId="{03DFDAFA-F54D-4373-AFA9-F26B332F41E2}" type="presOf" srcId="{7BAC767A-9DA0-4C12-A937-1B84990BDF33}" destId="{F13745A2-E478-4DD7-9379-79301BE69DA0}"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CEFD6989-9E63-4034-B245-39118671AD96}" type="presParOf" srcId="{3F5F9F02-A2BB-413B-8BD5-408AC4B447AC}" destId="{27B9A657-5E97-4A82-AB03-1D3B0B0A1D60}" srcOrd="0" destOrd="0" presId="urn:microsoft.com/office/officeart/2005/8/layout/orgChart1"/>
    <dgm:cxn modelId="{FB3BD63A-259E-41E1-960F-FB40313A889F}" type="presParOf" srcId="{27B9A657-5E97-4A82-AB03-1D3B0B0A1D60}" destId="{20066040-4B19-4A0E-AC1C-C24C471E9763}" srcOrd="0" destOrd="0" presId="urn:microsoft.com/office/officeart/2005/8/layout/orgChart1"/>
    <dgm:cxn modelId="{3715D325-E272-4929-A097-8B85B96EF282}" type="presParOf" srcId="{20066040-4B19-4A0E-AC1C-C24C471E9763}" destId="{03359889-1736-4CB6-938B-D0FBC2DD0A61}" srcOrd="0" destOrd="0" presId="urn:microsoft.com/office/officeart/2005/8/layout/orgChart1"/>
    <dgm:cxn modelId="{A0282EFC-DD6F-453F-88F1-EFBEC1573416}" type="presParOf" srcId="{20066040-4B19-4A0E-AC1C-C24C471E9763}" destId="{4E3D8799-D103-47D1-8F72-B2CC8CAC6587}" srcOrd="1" destOrd="0" presId="urn:microsoft.com/office/officeart/2005/8/layout/orgChart1"/>
    <dgm:cxn modelId="{A0B09310-F710-4009-B5FC-E58A79C8ED6D}" type="presParOf" srcId="{27B9A657-5E97-4A82-AB03-1D3B0B0A1D60}" destId="{6DDC3BE3-E0E8-484F-82E2-6D1D91DB193D}" srcOrd="1" destOrd="0" presId="urn:microsoft.com/office/officeart/2005/8/layout/orgChart1"/>
    <dgm:cxn modelId="{882DEB15-7EE1-4F47-9DFC-648BC088676F}" type="presParOf" srcId="{6DDC3BE3-E0E8-484F-82E2-6D1D91DB193D}" destId="{37E75BE2-BD40-4CBB-AB4A-73400CE09420}" srcOrd="0" destOrd="0" presId="urn:microsoft.com/office/officeart/2005/8/layout/orgChart1"/>
    <dgm:cxn modelId="{8EC96D09-5773-423F-B39F-C84005D9B794}" type="presParOf" srcId="{6DDC3BE3-E0E8-484F-82E2-6D1D91DB193D}" destId="{3AFBAECD-5D9E-4FEF-B456-43A3B460D47C}" srcOrd="1" destOrd="0" presId="urn:microsoft.com/office/officeart/2005/8/layout/orgChart1"/>
    <dgm:cxn modelId="{A9A6D16B-394B-45F3-BA7E-3860B5B15454}" type="presParOf" srcId="{3AFBAECD-5D9E-4FEF-B456-43A3B460D47C}" destId="{C9AD89B3-9C72-496D-A744-C3D22120603E}" srcOrd="0" destOrd="0" presId="urn:microsoft.com/office/officeart/2005/8/layout/orgChart1"/>
    <dgm:cxn modelId="{B858B4B9-4B5E-40BA-B98D-E19AD294919F}" type="presParOf" srcId="{C9AD89B3-9C72-496D-A744-C3D22120603E}" destId="{ECF7BF53-69B4-4E54-8A76-99DC85F525BC}" srcOrd="0" destOrd="0" presId="urn:microsoft.com/office/officeart/2005/8/layout/orgChart1"/>
    <dgm:cxn modelId="{8BB91E57-F884-4EA4-B757-8BD3113B2683}" type="presParOf" srcId="{C9AD89B3-9C72-496D-A744-C3D22120603E}" destId="{AA166E9C-5017-446A-83FD-D79C4E865CE0}" srcOrd="1" destOrd="0" presId="urn:microsoft.com/office/officeart/2005/8/layout/orgChart1"/>
    <dgm:cxn modelId="{D9E7DD0B-F919-40D3-9A98-47C5E90C6CD6}" type="presParOf" srcId="{3AFBAECD-5D9E-4FEF-B456-43A3B460D47C}" destId="{40F472EA-C4C8-4A72-9BEB-19B2E7437CE9}" srcOrd="1" destOrd="0" presId="urn:microsoft.com/office/officeart/2005/8/layout/orgChart1"/>
    <dgm:cxn modelId="{5D55F035-97F5-45A8-8D9E-4FE2E64F8854}" type="presParOf" srcId="{40F472EA-C4C8-4A72-9BEB-19B2E7437CE9}" destId="{36DD863B-F5D2-4BEA-87C0-511F065F1F73}" srcOrd="0" destOrd="0" presId="urn:microsoft.com/office/officeart/2005/8/layout/orgChart1"/>
    <dgm:cxn modelId="{D2F8302B-EC74-415C-9096-F36B83A181B7}" type="presParOf" srcId="{40F472EA-C4C8-4A72-9BEB-19B2E7437CE9}" destId="{09611771-50BD-4062-9ABE-3374E1942725}" srcOrd="1" destOrd="0" presId="urn:microsoft.com/office/officeart/2005/8/layout/orgChart1"/>
    <dgm:cxn modelId="{A4AF3812-D376-4399-82F8-496D2F39AA33}" type="presParOf" srcId="{09611771-50BD-4062-9ABE-3374E1942725}" destId="{BE0A8601-EADE-4FE6-B0AE-577D3A96FEAB}" srcOrd="0" destOrd="0" presId="urn:microsoft.com/office/officeart/2005/8/layout/orgChart1"/>
    <dgm:cxn modelId="{D174C945-A26A-48BB-BBB5-C5991AE2FC7D}" type="presParOf" srcId="{BE0A8601-EADE-4FE6-B0AE-577D3A96FEAB}" destId="{F13745A2-E478-4DD7-9379-79301BE69DA0}" srcOrd="0" destOrd="0" presId="urn:microsoft.com/office/officeart/2005/8/layout/orgChart1"/>
    <dgm:cxn modelId="{C99D3F98-4C45-41ED-BE4F-8A210D98600E}" type="presParOf" srcId="{BE0A8601-EADE-4FE6-B0AE-577D3A96FEAB}" destId="{F292CE52-98D6-4533-894E-49DF417CA838}" srcOrd="1" destOrd="0" presId="urn:microsoft.com/office/officeart/2005/8/layout/orgChart1"/>
    <dgm:cxn modelId="{D09C1814-AA14-4609-9E66-DCAFFA75B1F2}" type="presParOf" srcId="{09611771-50BD-4062-9ABE-3374E1942725}" destId="{40B9E3EE-8654-475B-9F20-5A868259FDD4}" srcOrd="1" destOrd="0" presId="urn:microsoft.com/office/officeart/2005/8/layout/orgChart1"/>
    <dgm:cxn modelId="{F1EF6CAE-9A65-4F39-B476-94ABD12CFC08}" type="presParOf" srcId="{09611771-50BD-4062-9ABE-3374E1942725}" destId="{60A61FF5-70DC-4601-99B8-53CD31FA71FD}" srcOrd="2" destOrd="0" presId="urn:microsoft.com/office/officeart/2005/8/layout/orgChart1"/>
    <dgm:cxn modelId="{D65D9B75-2845-4FBF-BA1F-8122BF9CB99F}" type="presParOf" srcId="{40F472EA-C4C8-4A72-9BEB-19B2E7437CE9}" destId="{B073300E-6475-4A24-B436-EFFDEE066C9E}" srcOrd="2" destOrd="0" presId="urn:microsoft.com/office/officeart/2005/8/layout/orgChart1"/>
    <dgm:cxn modelId="{FBF6D8FE-7FC0-4125-8CE9-3D3950D41A52}" type="presParOf" srcId="{40F472EA-C4C8-4A72-9BEB-19B2E7437CE9}" destId="{A185E5D5-FC02-4A48-913D-E32944E68A89}" srcOrd="3" destOrd="0" presId="urn:microsoft.com/office/officeart/2005/8/layout/orgChart1"/>
    <dgm:cxn modelId="{CBABEDA6-2047-4EC8-951D-EFAD6A8DAE26}" type="presParOf" srcId="{A185E5D5-FC02-4A48-913D-E32944E68A89}" destId="{B3DC87EF-6746-490B-B470-DA06D200AF18}" srcOrd="0" destOrd="0" presId="urn:microsoft.com/office/officeart/2005/8/layout/orgChart1"/>
    <dgm:cxn modelId="{53248A65-8986-40D0-BBF7-43E805DA5B5C}" type="presParOf" srcId="{B3DC87EF-6746-490B-B470-DA06D200AF18}" destId="{2D7F19AA-157D-41DD-8B3C-66DD4ADE63DD}" srcOrd="0" destOrd="0" presId="urn:microsoft.com/office/officeart/2005/8/layout/orgChart1"/>
    <dgm:cxn modelId="{CDEC89B5-4B48-499C-8500-B564FF07D8A3}" type="presParOf" srcId="{B3DC87EF-6746-490B-B470-DA06D200AF18}" destId="{D9AE6C47-9DDA-48AB-8F69-DCCBB3CE204A}" srcOrd="1" destOrd="0" presId="urn:microsoft.com/office/officeart/2005/8/layout/orgChart1"/>
    <dgm:cxn modelId="{F4E02CCE-4570-4C6B-9929-E86C87CB303E}" type="presParOf" srcId="{A185E5D5-FC02-4A48-913D-E32944E68A89}" destId="{61233E95-D56E-4B01-983D-9EAC6368E5FD}" srcOrd="1" destOrd="0" presId="urn:microsoft.com/office/officeart/2005/8/layout/orgChart1"/>
    <dgm:cxn modelId="{3FD6CA68-FECC-4C66-BED6-9787E7B02CC5}" type="presParOf" srcId="{A185E5D5-FC02-4A48-913D-E32944E68A89}" destId="{F0ED42A5-6599-4B6F-A090-AA25AD408922}" srcOrd="2" destOrd="0" presId="urn:microsoft.com/office/officeart/2005/8/layout/orgChart1"/>
    <dgm:cxn modelId="{F4C6E3DE-6532-4D0F-B460-EBD1144662C0}" type="presParOf" srcId="{3AFBAECD-5D9E-4FEF-B456-43A3B460D47C}" destId="{12484CB8-D48A-42F1-BF55-A3365C7BCC0B}" srcOrd="2" destOrd="0" presId="urn:microsoft.com/office/officeart/2005/8/layout/orgChart1"/>
    <dgm:cxn modelId="{6ACB5A2B-3548-4761-873F-4C4B45616493}" type="presParOf" srcId="{27B9A657-5E97-4A82-AB03-1D3B0B0A1D60}" destId="{EB4A876E-CE02-44E6-9C28-1B50D9485DE6}" srcOrd="2" destOrd="0" presId="urn:microsoft.com/office/officeart/2005/8/layout/orgChart1"/>
  </dgm:cxnLst>
  <dgm:bg/>
  <dgm:whole/>
  <dgm:extLst>
    <a:ext uri="http://schemas.microsoft.com/office/drawing/2008/diagram">
      <dsp:dataModelExt xmlns:dsp="http://schemas.microsoft.com/office/drawing/2008/diagram" relId="rId50"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altLang="en-US" sz="700" b="1">
              <a:solidFill>
                <a:schemeClr val="tx1"/>
              </a:solidFill>
            </a:rPr>
            <a:t>NCOM</a:t>
          </a:r>
        </a:p>
        <a:p>
          <a:pPr algn="ctr"/>
          <a:r>
            <a:rPr lang="en-US" sz="700" b="1">
              <a:latin typeface="Meiryo UI" panose="020B0604030504040204" pitchFamily="34" charset="-128"/>
              <a:ea typeface="Meiryo UI" panose="020B0604030504040204" pitchFamily="34" charset="-128"/>
            </a:rPr>
            <a:t>PM </a:t>
          </a:r>
          <a:r>
            <a:rPr lang="en-US" sz="700" b="0">
              <a:solidFill>
                <a:srgbClr val="00B050"/>
              </a:solidFill>
              <a:latin typeface="Meiryo UI" panose="020B0604030504040204" pitchFamily="34" charset="-128"/>
              <a:ea typeface="Meiryo UI" panose="020B0604030504040204" pitchFamily="34" charset="-128"/>
            </a:rPr>
            <a:t>Fukuhara</a:t>
          </a:r>
          <a:endParaRPr lang="en-US" sz="400" b="0">
            <a:solidFill>
              <a:srgbClr val="00B05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9668FCC7-F68C-450D-AA57-CD797E5CBC39}" type="pres">
      <dgm:prSet presAssocID="{FAB7AC7A-2565-458C-83B1-7E201ECBE239}" presName="hierChild1" presStyleCnt="0">
        <dgm:presLayoutVars>
          <dgm:orgChart val="1"/>
          <dgm:chPref val="1"/>
          <dgm:dir/>
          <dgm:animOne val="branch"/>
          <dgm:animLvl val="lvl"/>
          <dgm:resizeHandles/>
        </dgm:presLayoutVars>
      </dgm:prSet>
      <dgm:spPr/>
    </dgm:pt>
    <dgm:pt modelId="{A415C294-38B1-4269-BBD2-30D4C4EA323A}" type="pres">
      <dgm:prSet presAssocID="{6C806157-66E2-4B81-BEF4-F6A9E95DAFAB}" presName="hierRoot1" presStyleCnt="0">
        <dgm:presLayoutVars>
          <dgm:hierBranch val="init"/>
        </dgm:presLayoutVars>
      </dgm:prSet>
      <dgm:spPr/>
    </dgm:pt>
    <dgm:pt modelId="{6376CC66-A53D-4D7A-95A2-F20BBAD52E6A}" type="pres">
      <dgm:prSet presAssocID="{6C806157-66E2-4B81-BEF4-F6A9E95DAFAB}" presName="rootComposite1" presStyleCnt="0"/>
      <dgm:spPr/>
    </dgm:pt>
    <dgm:pt modelId="{763D2F94-1F15-4BC2-A91A-6C1DBBE19ECC}" type="pres">
      <dgm:prSet presAssocID="{6C806157-66E2-4B81-BEF4-F6A9E95DAFAB}" presName="rootText1" presStyleLbl="node0" presStyleIdx="0" presStyleCnt="1" custScaleX="28795" custScaleY="24661" custLinFactNeighborX="11241" custLinFactNeighborY="13783">
        <dgm:presLayoutVars>
          <dgm:chPref val="3"/>
        </dgm:presLayoutVars>
      </dgm:prSet>
      <dgm:spPr/>
    </dgm:pt>
    <dgm:pt modelId="{FE78D2C0-B287-44D8-A066-C9611EEA03D9}" type="pres">
      <dgm:prSet presAssocID="{6C806157-66E2-4B81-BEF4-F6A9E95DAFAB}" presName="rootConnector1" presStyleLbl="node1" presStyleIdx="0" presStyleCnt="0"/>
      <dgm:spPr/>
    </dgm:pt>
    <dgm:pt modelId="{0D9071BB-D1C4-46EC-9F1C-62F0F3D6CE6F}" type="pres">
      <dgm:prSet presAssocID="{6C806157-66E2-4B81-BEF4-F6A9E95DAFAB}" presName="hierChild2" presStyleCnt="0"/>
      <dgm:spPr/>
    </dgm:pt>
    <dgm:pt modelId="{331DE4FA-B78E-48DF-87C7-A78257C6A6A5}" type="pres">
      <dgm:prSet presAssocID="{6C806157-66E2-4B81-BEF4-F6A9E95DAFAB}" presName="hierChild3" presStyleCnt="0"/>
      <dgm:spPr/>
    </dgm:pt>
  </dgm:ptLst>
  <dgm:cxnLst>
    <dgm:cxn modelId="{E0156892-977E-4322-B351-1EDD70959D35}" type="presOf" srcId="{6C806157-66E2-4B81-BEF4-F6A9E95DAFAB}" destId="{FE78D2C0-B287-44D8-A066-C9611EEA03D9}" srcOrd="1" destOrd="0" presId="urn:microsoft.com/office/officeart/2005/8/layout/orgChart1"/>
    <dgm:cxn modelId="{E78D0DA7-8B70-403A-A7EA-98E3EA6E02CC}" type="presOf" srcId="{FAB7AC7A-2565-458C-83B1-7E201ECBE239}" destId="{9668FCC7-F68C-450D-AA57-CD797E5CBC39}" srcOrd="0" destOrd="0" presId="urn:microsoft.com/office/officeart/2005/8/layout/orgChart1"/>
    <dgm:cxn modelId="{952E2DDA-1001-48E6-BC8D-FDE37E5890D9}" type="presOf" srcId="{6C806157-66E2-4B81-BEF4-F6A9E95DAFAB}" destId="{763D2F94-1F15-4BC2-A91A-6C1DBBE19ECC}"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4DAA66C3-63E2-48FA-ABC9-5305ACCEEB17}" type="presParOf" srcId="{9668FCC7-F68C-450D-AA57-CD797E5CBC39}" destId="{A415C294-38B1-4269-BBD2-30D4C4EA323A}" srcOrd="0" destOrd="0" presId="urn:microsoft.com/office/officeart/2005/8/layout/orgChart1"/>
    <dgm:cxn modelId="{0AC80CE8-2D2C-449D-B772-8D5F1AAF3DC8}" type="presParOf" srcId="{A415C294-38B1-4269-BBD2-30D4C4EA323A}" destId="{6376CC66-A53D-4D7A-95A2-F20BBAD52E6A}" srcOrd="0" destOrd="0" presId="urn:microsoft.com/office/officeart/2005/8/layout/orgChart1"/>
    <dgm:cxn modelId="{5020F7A3-752C-4768-8F6C-AEC149A5F0B5}" type="presParOf" srcId="{6376CC66-A53D-4D7A-95A2-F20BBAD52E6A}" destId="{763D2F94-1F15-4BC2-A91A-6C1DBBE19ECC}" srcOrd="0" destOrd="0" presId="urn:microsoft.com/office/officeart/2005/8/layout/orgChart1"/>
    <dgm:cxn modelId="{4AC842AF-7CCC-4418-9C4B-503152985649}" type="presParOf" srcId="{6376CC66-A53D-4D7A-95A2-F20BBAD52E6A}" destId="{FE78D2C0-B287-44D8-A066-C9611EEA03D9}" srcOrd="1" destOrd="0" presId="urn:microsoft.com/office/officeart/2005/8/layout/orgChart1"/>
    <dgm:cxn modelId="{DF58A90B-A58B-412F-AE66-7B67D1F2F15F}" type="presParOf" srcId="{A415C294-38B1-4269-BBD2-30D4C4EA323A}" destId="{0D9071BB-D1C4-46EC-9F1C-62F0F3D6CE6F}" srcOrd="1" destOrd="0" presId="urn:microsoft.com/office/officeart/2005/8/layout/orgChart1"/>
    <dgm:cxn modelId="{A2A6AF8D-44B4-4423-A39E-5D3AB2BA1D69}" type="presParOf" srcId="{A415C294-38B1-4269-BBD2-30D4C4EA323A}" destId="{331DE4FA-B78E-48DF-87C7-A78257C6A6A5}" srcOrd="2" destOrd="0" presId="urn:microsoft.com/office/officeart/2005/8/layout/orgChart1"/>
  </dgm:cxnLst>
  <dgm:bg/>
  <dgm:whole/>
  <dgm:extLst>
    <a:ext uri="http://schemas.microsoft.com/office/drawing/2008/diagram">
      <dsp:dataModelExt xmlns:dsp="http://schemas.microsoft.com/office/drawing/2008/diagram" relId="rId55"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700" b="1">
              <a:latin typeface="Meiryo UI" panose="020B0604030504040204" pitchFamily="34" charset="-128"/>
              <a:ea typeface="Meiryo UI" panose="020B0604030504040204" pitchFamily="34" charset="-128"/>
            </a:rPr>
            <a:t>TDL </a:t>
          </a:r>
          <a:r>
            <a:rPr lang="en-US" sz="700" b="0">
              <a:solidFill>
                <a:srgbClr val="00B050"/>
              </a:solidFill>
              <a:latin typeface="Meiryo UI" panose="020B0604030504040204" pitchFamily="34" charset="-128"/>
              <a:ea typeface="Meiryo UI" panose="020B0604030504040204" pitchFamily="34" charset="-128"/>
            </a:rPr>
            <a:t>Yi-Chen</a:t>
          </a:r>
          <a:endParaRPr lang="en-US" sz="400" b="0">
            <a:solidFill>
              <a:srgbClr val="00B05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a:r>
            <a:rPr lang="en-US" sz="700" b="1">
              <a:latin typeface="Meiryo UI" panose="020B0604030504040204" pitchFamily="34" charset="-128"/>
              <a:ea typeface="Meiryo UI" panose="020B0604030504040204" pitchFamily="34" charset="-128"/>
            </a:rPr>
            <a:t>NCOM SA/TM </a:t>
          </a:r>
          <a:r>
            <a:rPr lang="en-US" sz="700">
              <a:solidFill>
                <a:srgbClr val="00B050"/>
              </a:solidFill>
            </a:rPr>
            <a:t>Md Monirul Islam</a:t>
          </a:r>
          <a:br>
            <a:rPr lang="en-US" sz="700">
              <a:solidFill>
                <a:srgbClr val="00B050"/>
              </a:solidFill>
            </a:rPr>
          </a:br>
          <a:r>
            <a:rPr lang="en-US" sz="700">
              <a:solidFill>
                <a:srgbClr val="00B050"/>
              </a:solidFill>
            </a:rPr>
            <a:t>/Hashitani</a:t>
          </a: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7BAC767A-9DA0-4C12-A937-1B84990BDF33}">
      <dgm:prSet custT="1"/>
      <dgm:spPr/>
      <dgm:t>
        <a:bodyPr/>
        <a:lstStyle/>
        <a:p>
          <a:pPr algn="ctr"/>
          <a:r>
            <a:rPr lang="en-US" sz="700" b="1">
              <a:latin typeface="Meiryo UI" panose="020B0604030504040204" pitchFamily="34" charset="-128"/>
              <a:ea typeface="Meiryo UI" panose="020B0604030504040204" pitchFamily="34" charset="-128"/>
            </a:rPr>
            <a:t>Engineer Lead</a:t>
          </a:r>
        </a:p>
      </dgm:t>
    </dgm:pt>
    <dgm:pt modelId="{22F30D3E-D1C5-4A94-9BBB-63EFC49668CD}" type="parTrans" cxnId="{95B69FA1-0FCF-4474-AE93-614113684E0E}">
      <dgm:prSet/>
      <dgm:spPr/>
      <dgm:t>
        <a:bodyPr/>
        <a:lstStyle/>
        <a:p>
          <a:endParaRPr lang="en-US"/>
        </a:p>
      </dgm:t>
    </dgm:pt>
    <dgm:pt modelId="{6E8AE1B4-626C-45C9-AE5F-4A41F24FD45E}" type="sibTrans" cxnId="{95B69FA1-0FCF-4474-AE93-614113684E0E}">
      <dgm:prSet/>
      <dgm:spPr/>
      <dgm:t>
        <a:bodyPr/>
        <a:lstStyle/>
        <a:p>
          <a:endParaRPr lang="en-US"/>
        </a:p>
      </dgm:t>
    </dgm:pt>
    <dgm:pt modelId="{20264802-0888-421B-A372-7F1AC263025C}">
      <dgm:prSet custT="1"/>
      <dgm:spPr/>
      <dgm:t>
        <a:bodyPr/>
        <a:lstStyle/>
        <a:p>
          <a:pPr algn="ctr"/>
          <a:r>
            <a:rPr lang="en-US" sz="700" b="1">
              <a:latin typeface="Meiryo UI" panose="020B0604030504040204" pitchFamily="34" charset="-128"/>
              <a:ea typeface="Meiryo UI" panose="020B0604030504040204" pitchFamily="34" charset="-128"/>
            </a:rPr>
            <a:t>Engineer team</a:t>
          </a:r>
        </a:p>
      </dgm:t>
    </dgm:pt>
    <dgm:pt modelId="{507FD76A-60C3-4C1F-A1F4-F0471F3A549D}" type="parTrans" cxnId="{49BF15E3-3C67-4ACF-AA95-3BD3E588227F}">
      <dgm:prSet/>
      <dgm:spPr/>
      <dgm:t>
        <a:bodyPr/>
        <a:lstStyle/>
        <a:p>
          <a:endParaRPr lang="en-US"/>
        </a:p>
      </dgm:t>
    </dgm:pt>
    <dgm:pt modelId="{C9A2FA2A-64AB-4E61-8B22-771649D2216C}" type="sibTrans" cxnId="{49BF15E3-3C67-4ACF-AA95-3BD3E588227F}">
      <dgm:prSet/>
      <dgm:spPr/>
      <dgm:t>
        <a:bodyPr/>
        <a:lstStyle/>
        <a:p>
          <a:endParaRPr lang="en-US"/>
        </a:p>
      </dgm:t>
    </dgm:pt>
    <dgm:pt modelId="{3F5F9F02-A2BB-413B-8BD5-408AC4B447AC}" type="pres">
      <dgm:prSet presAssocID="{FAB7AC7A-2565-458C-83B1-7E201ECBE239}" presName="hierChild1" presStyleCnt="0">
        <dgm:presLayoutVars>
          <dgm:orgChart val="1"/>
          <dgm:chPref val="1"/>
          <dgm:dir/>
          <dgm:animOne val="branch"/>
          <dgm:animLvl val="lvl"/>
          <dgm:resizeHandles/>
        </dgm:presLayoutVars>
      </dgm:prSet>
      <dgm:spPr/>
    </dgm:pt>
    <dgm:pt modelId="{27B9A657-5E97-4A82-AB03-1D3B0B0A1D60}" type="pres">
      <dgm:prSet presAssocID="{6C806157-66E2-4B81-BEF4-F6A9E95DAFAB}" presName="hierRoot1" presStyleCnt="0">
        <dgm:presLayoutVars>
          <dgm:hierBranch val="init"/>
        </dgm:presLayoutVars>
      </dgm:prSet>
      <dgm:spPr/>
    </dgm:pt>
    <dgm:pt modelId="{20066040-4B19-4A0E-AC1C-C24C471E9763}" type="pres">
      <dgm:prSet presAssocID="{6C806157-66E2-4B81-BEF4-F6A9E95DAFAB}" presName="rootComposite1" presStyleCnt="0"/>
      <dgm:spPr/>
    </dgm:pt>
    <dgm:pt modelId="{03359889-1736-4CB6-938B-D0FBC2DD0A61}" type="pres">
      <dgm:prSet presAssocID="{6C806157-66E2-4B81-BEF4-F6A9E95DAFAB}" presName="rootText1" presStyleLbl="node0" presStyleIdx="0" presStyleCnt="1" custScaleX="126280">
        <dgm:presLayoutVars>
          <dgm:chPref val="3"/>
        </dgm:presLayoutVars>
      </dgm:prSet>
      <dgm:spPr/>
    </dgm:pt>
    <dgm:pt modelId="{4E3D8799-D103-47D1-8F72-B2CC8CAC6587}" type="pres">
      <dgm:prSet presAssocID="{6C806157-66E2-4B81-BEF4-F6A9E95DAFAB}" presName="rootConnector1" presStyleLbl="node1" presStyleIdx="0" presStyleCnt="0"/>
      <dgm:spPr/>
    </dgm:pt>
    <dgm:pt modelId="{6DDC3BE3-E0E8-484F-82E2-6D1D91DB193D}" type="pres">
      <dgm:prSet presAssocID="{6C806157-66E2-4B81-BEF4-F6A9E95DAFAB}" presName="hierChild2" presStyleCnt="0"/>
      <dgm:spPr/>
    </dgm:pt>
    <dgm:pt modelId="{37E75BE2-BD40-4CBB-AB4A-73400CE09420}" type="pres">
      <dgm:prSet presAssocID="{16AAC7A4-F011-40A5-8724-C9DE8D9D3C00}" presName="Name37" presStyleLbl="parChTrans1D2" presStyleIdx="0" presStyleCnt="1"/>
      <dgm:spPr/>
    </dgm:pt>
    <dgm:pt modelId="{3AFBAECD-5D9E-4FEF-B456-43A3B460D47C}" type="pres">
      <dgm:prSet presAssocID="{A4240576-A56E-4539-9B4E-C424FAF37A5F}" presName="hierRoot2" presStyleCnt="0">
        <dgm:presLayoutVars>
          <dgm:hierBranch val="init"/>
        </dgm:presLayoutVars>
      </dgm:prSet>
      <dgm:spPr/>
    </dgm:pt>
    <dgm:pt modelId="{C9AD89B3-9C72-496D-A744-C3D22120603E}" type="pres">
      <dgm:prSet presAssocID="{A4240576-A56E-4539-9B4E-C424FAF37A5F}" presName="rootComposite" presStyleCnt="0"/>
      <dgm:spPr/>
    </dgm:pt>
    <dgm:pt modelId="{ECF7BF53-69B4-4E54-8A76-99DC85F525BC}" type="pres">
      <dgm:prSet presAssocID="{A4240576-A56E-4539-9B4E-C424FAF37A5F}" presName="rootText" presStyleLbl="node2" presStyleIdx="0" presStyleCnt="1" custScaleX="135896">
        <dgm:presLayoutVars>
          <dgm:chPref val="3"/>
        </dgm:presLayoutVars>
      </dgm:prSet>
      <dgm:spPr/>
    </dgm:pt>
    <dgm:pt modelId="{AA166E9C-5017-446A-83FD-D79C4E865CE0}" type="pres">
      <dgm:prSet presAssocID="{A4240576-A56E-4539-9B4E-C424FAF37A5F}" presName="rootConnector" presStyleLbl="node2" presStyleIdx="0" presStyleCnt="1"/>
      <dgm:spPr/>
    </dgm:pt>
    <dgm:pt modelId="{40F472EA-C4C8-4A72-9BEB-19B2E7437CE9}" type="pres">
      <dgm:prSet presAssocID="{A4240576-A56E-4539-9B4E-C424FAF37A5F}" presName="hierChild4" presStyleCnt="0"/>
      <dgm:spPr/>
    </dgm:pt>
    <dgm:pt modelId="{36DD863B-F5D2-4BEA-87C0-511F065F1F73}" type="pres">
      <dgm:prSet presAssocID="{22F30D3E-D1C5-4A94-9BBB-63EFC49668CD}" presName="Name37" presStyleLbl="parChTrans1D3" presStyleIdx="0" presStyleCnt="2"/>
      <dgm:spPr/>
    </dgm:pt>
    <dgm:pt modelId="{09611771-50BD-4062-9ABE-3374E1942725}" type="pres">
      <dgm:prSet presAssocID="{7BAC767A-9DA0-4C12-A937-1B84990BDF33}" presName="hierRoot2" presStyleCnt="0">
        <dgm:presLayoutVars>
          <dgm:hierBranch val="init"/>
        </dgm:presLayoutVars>
      </dgm:prSet>
      <dgm:spPr/>
    </dgm:pt>
    <dgm:pt modelId="{BE0A8601-EADE-4FE6-B0AE-577D3A96FEAB}" type="pres">
      <dgm:prSet presAssocID="{7BAC767A-9DA0-4C12-A937-1B84990BDF33}" presName="rootComposite" presStyleCnt="0"/>
      <dgm:spPr/>
    </dgm:pt>
    <dgm:pt modelId="{F13745A2-E478-4DD7-9379-79301BE69DA0}" type="pres">
      <dgm:prSet presAssocID="{7BAC767A-9DA0-4C12-A937-1B84990BDF33}" presName="rootText" presStyleLbl="node3" presStyleIdx="0" presStyleCnt="2">
        <dgm:presLayoutVars>
          <dgm:chPref val="3"/>
        </dgm:presLayoutVars>
      </dgm:prSet>
      <dgm:spPr/>
    </dgm:pt>
    <dgm:pt modelId="{F292CE52-98D6-4533-894E-49DF417CA838}" type="pres">
      <dgm:prSet presAssocID="{7BAC767A-9DA0-4C12-A937-1B84990BDF33}" presName="rootConnector" presStyleLbl="node3" presStyleIdx="0" presStyleCnt="2"/>
      <dgm:spPr/>
    </dgm:pt>
    <dgm:pt modelId="{40B9E3EE-8654-475B-9F20-5A868259FDD4}" type="pres">
      <dgm:prSet presAssocID="{7BAC767A-9DA0-4C12-A937-1B84990BDF33}" presName="hierChild4" presStyleCnt="0"/>
      <dgm:spPr/>
    </dgm:pt>
    <dgm:pt modelId="{60A61FF5-70DC-4601-99B8-53CD31FA71FD}" type="pres">
      <dgm:prSet presAssocID="{7BAC767A-9DA0-4C12-A937-1B84990BDF33}" presName="hierChild5" presStyleCnt="0"/>
      <dgm:spPr/>
    </dgm:pt>
    <dgm:pt modelId="{B073300E-6475-4A24-B436-EFFDEE066C9E}" type="pres">
      <dgm:prSet presAssocID="{507FD76A-60C3-4C1F-A1F4-F0471F3A549D}" presName="Name37" presStyleLbl="parChTrans1D3" presStyleIdx="1" presStyleCnt="2"/>
      <dgm:spPr/>
    </dgm:pt>
    <dgm:pt modelId="{A185E5D5-FC02-4A48-913D-E32944E68A89}" type="pres">
      <dgm:prSet presAssocID="{20264802-0888-421B-A372-7F1AC263025C}" presName="hierRoot2" presStyleCnt="0">
        <dgm:presLayoutVars>
          <dgm:hierBranch val="init"/>
        </dgm:presLayoutVars>
      </dgm:prSet>
      <dgm:spPr/>
    </dgm:pt>
    <dgm:pt modelId="{B3DC87EF-6746-490B-B470-DA06D200AF18}" type="pres">
      <dgm:prSet presAssocID="{20264802-0888-421B-A372-7F1AC263025C}" presName="rootComposite" presStyleCnt="0"/>
      <dgm:spPr/>
    </dgm:pt>
    <dgm:pt modelId="{2D7F19AA-157D-41DD-8B3C-66DD4ADE63DD}" type="pres">
      <dgm:prSet presAssocID="{20264802-0888-421B-A372-7F1AC263025C}" presName="rootText" presStyleLbl="node3" presStyleIdx="1" presStyleCnt="2" custScaleX="155069">
        <dgm:presLayoutVars>
          <dgm:chPref val="3"/>
        </dgm:presLayoutVars>
      </dgm:prSet>
      <dgm:spPr/>
    </dgm:pt>
    <dgm:pt modelId="{D9AE6C47-9DDA-48AB-8F69-DCCBB3CE204A}" type="pres">
      <dgm:prSet presAssocID="{20264802-0888-421B-A372-7F1AC263025C}" presName="rootConnector" presStyleLbl="node3" presStyleIdx="1" presStyleCnt="2"/>
      <dgm:spPr/>
    </dgm:pt>
    <dgm:pt modelId="{61233E95-D56E-4B01-983D-9EAC6368E5FD}" type="pres">
      <dgm:prSet presAssocID="{20264802-0888-421B-A372-7F1AC263025C}" presName="hierChild4" presStyleCnt="0"/>
      <dgm:spPr/>
    </dgm:pt>
    <dgm:pt modelId="{F0ED42A5-6599-4B6F-A090-AA25AD408922}" type="pres">
      <dgm:prSet presAssocID="{20264802-0888-421B-A372-7F1AC263025C}" presName="hierChild5" presStyleCnt="0"/>
      <dgm:spPr/>
    </dgm:pt>
    <dgm:pt modelId="{12484CB8-D48A-42F1-BF55-A3365C7BCC0B}" type="pres">
      <dgm:prSet presAssocID="{A4240576-A56E-4539-9B4E-C424FAF37A5F}" presName="hierChild5" presStyleCnt="0"/>
      <dgm:spPr/>
    </dgm:pt>
    <dgm:pt modelId="{EB4A876E-CE02-44E6-9C28-1B50D9485DE6}" type="pres">
      <dgm:prSet presAssocID="{6C806157-66E2-4B81-BEF4-F6A9E95DAFAB}" presName="hierChild3" presStyleCnt="0"/>
      <dgm:spPr/>
    </dgm:pt>
  </dgm:ptLst>
  <dgm:cxnLst>
    <dgm:cxn modelId="{707F1C12-CDB5-4E4D-8ACC-42776032958E}" type="presOf" srcId="{A4240576-A56E-4539-9B4E-C424FAF37A5F}" destId="{AA166E9C-5017-446A-83FD-D79C4E865CE0}" srcOrd="1" destOrd="0" presId="urn:microsoft.com/office/officeart/2005/8/layout/orgChart1"/>
    <dgm:cxn modelId="{83398E3D-B3B6-4AEF-A21D-8A49C9DB70B7}" type="presOf" srcId="{22F30D3E-D1C5-4A94-9BBB-63EFC49668CD}" destId="{36DD863B-F5D2-4BEA-87C0-511F065F1F73}" srcOrd="0" destOrd="0" presId="urn:microsoft.com/office/officeart/2005/8/layout/orgChart1"/>
    <dgm:cxn modelId="{63201C65-3B8B-4023-ACBC-F41E39D7409B}" type="presOf" srcId="{6C806157-66E2-4B81-BEF4-F6A9E95DAFAB}" destId="{03359889-1736-4CB6-938B-D0FBC2DD0A61}" srcOrd="0" destOrd="0" presId="urn:microsoft.com/office/officeart/2005/8/layout/orgChart1"/>
    <dgm:cxn modelId="{3BDA646D-01F9-4452-B9B9-8E48CCB4F78D}" type="presOf" srcId="{507FD76A-60C3-4C1F-A1F4-F0471F3A549D}" destId="{B073300E-6475-4A24-B436-EFFDEE066C9E}" srcOrd="0" destOrd="0" presId="urn:microsoft.com/office/officeart/2005/8/layout/orgChart1"/>
    <dgm:cxn modelId="{07AA5372-7DF4-4A5A-B0FB-013348D8A7C4}" type="presOf" srcId="{20264802-0888-421B-A372-7F1AC263025C}" destId="{D9AE6C47-9DDA-48AB-8F69-DCCBB3CE204A}" srcOrd="1" destOrd="0" presId="urn:microsoft.com/office/officeart/2005/8/layout/orgChart1"/>
    <dgm:cxn modelId="{7328B57B-5B47-4B16-8AB6-6CC2A3EDC49A}" type="presOf" srcId="{7BAC767A-9DA0-4C12-A937-1B84990BDF33}" destId="{F292CE52-98D6-4533-894E-49DF417CA838}"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95B69FA1-0FCF-4474-AE93-614113684E0E}" srcId="{A4240576-A56E-4539-9B4E-C424FAF37A5F}" destId="{7BAC767A-9DA0-4C12-A937-1B84990BDF33}" srcOrd="0" destOrd="0" parTransId="{22F30D3E-D1C5-4A94-9BBB-63EFC49668CD}" sibTransId="{6E8AE1B4-626C-45C9-AE5F-4A41F24FD45E}"/>
    <dgm:cxn modelId="{DDB0A3CB-B4C5-42FE-9F1E-8990818BA2F6}" type="presOf" srcId="{16AAC7A4-F011-40A5-8724-C9DE8D9D3C00}" destId="{37E75BE2-BD40-4CBB-AB4A-73400CE09420}" srcOrd="0" destOrd="0" presId="urn:microsoft.com/office/officeart/2005/8/layout/orgChart1"/>
    <dgm:cxn modelId="{A7CE90D5-90BC-4F20-B0B3-DF86324BE230}" type="presOf" srcId="{20264802-0888-421B-A372-7F1AC263025C}" destId="{2D7F19AA-157D-41DD-8B3C-66DD4ADE63DD}" srcOrd="0" destOrd="0" presId="urn:microsoft.com/office/officeart/2005/8/layout/orgChart1"/>
    <dgm:cxn modelId="{49BF15E3-3C67-4ACF-AA95-3BD3E588227F}" srcId="{A4240576-A56E-4539-9B4E-C424FAF37A5F}" destId="{20264802-0888-421B-A372-7F1AC263025C}" srcOrd="1" destOrd="0" parTransId="{507FD76A-60C3-4C1F-A1F4-F0471F3A549D}" sibTransId="{C9A2FA2A-64AB-4E61-8B22-771649D2216C}"/>
    <dgm:cxn modelId="{B2D12FE4-B204-4215-A43A-7743813EEFEB}" type="presOf" srcId="{A4240576-A56E-4539-9B4E-C424FAF37A5F}" destId="{ECF7BF53-69B4-4E54-8A76-99DC85F525BC}" srcOrd="0" destOrd="0" presId="urn:microsoft.com/office/officeart/2005/8/layout/orgChart1"/>
    <dgm:cxn modelId="{318CC6F5-18D1-4954-8DA0-E93C0A66751E}" type="presOf" srcId="{FAB7AC7A-2565-458C-83B1-7E201ECBE239}" destId="{3F5F9F02-A2BB-413B-8BD5-408AC4B447AC}" srcOrd="0" destOrd="0" presId="urn:microsoft.com/office/officeart/2005/8/layout/orgChart1"/>
    <dgm:cxn modelId="{E78BFDF5-65E2-4C55-80CA-813E546F3326}" type="presOf" srcId="{6C806157-66E2-4B81-BEF4-F6A9E95DAFAB}" destId="{4E3D8799-D103-47D1-8F72-B2CC8CAC6587}" srcOrd="1" destOrd="0" presId="urn:microsoft.com/office/officeart/2005/8/layout/orgChart1"/>
    <dgm:cxn modelId="{03DFDAFA-F54D-4373-AFA9-F26B332F41E2}" type="presOf" srcId="{7BAC767A-9DA0-4C12-A937-1B84990BDF33}" destId="{F13745A2-E478-4DD7-9379-79301BE69DA0}"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CEFD6989-9E63-4034-B245-39118671AD96}" type="presParOf" srcId="{3F5F9F02-A2BB-413B-8BD5-408AC4B447AC}" destId="{27B9A657-5E97-4A82-AB03-1D3B0B0A1D60}" srcOrd="0" destOrd="0" presId="urn:microsoft.com/office/officeart/2005/8/layout/orgChart1"/>
    <dgm:cxn modelId="{FB3BD63A-259E-41E1-960F-FB40313A889F}" type="presParOf" srcId="{27B9A657-5E97-4A82-AB03-1D3B0B0A1D60}" destId="{20066040-4B19-4A0E-AC1C-C24C471E9763}" srcOrd="0" destOrd="0" presId="urn:microsoft.com/office/officeart/2005/8/layout/orgChart1"/>
    <dgm:cxn modelId="{3715D325-E272-4929-A097-8B85B96EF282}" type="presParOf" srcId="{20066040-4B19-4A0E-AC1C-C24C471E9763}" destId="{03359889-1736-4CB6-938B-D0FBC2DD0A61}" srcOrd="0" destOrd="0" presId="urn:microsoft.com/office/officeart/2005/8/layout/orgChart1"/>
    <dgm:cxn modelId="{A0282EFC-DD6F-453F-88F1-EFBEC1573416}" type="presParOf" srcId="{20066040-4B19-4A0E-AC1C-C24C471E9763}" destId="{4E3D8799-D103-47D1-8F72-B2CC8CAC6587}" srcOrd="1" destOrd="0" presId="urn:microsoft.com/office/officeart/2005/8/layout/orgChart1"/>
    <dgm:cxn modelId="{A0B09310-F710-4009-B5FC-E58A79C8ED6D}" type="presParOf" srcId="{27B9A657-5E97-4A82-AB03-1D3B0B0A1D60}" destId="{6DDC3BE3-E0E8-484F-82E2-6D1D91DB193D}" srcOrd="1" destOrd="0" presId="urn:microsoft.com/office/officeart/2005/8/layout/orgChart1"/>
    <dgm:cxn modelId="{882DEB15-7EE1-4F47-9DFC-648BC088676F}" type="presParOf" srcId="{6DDC3BE3-E0E8-484F-82E2-6D1D91DB193D}" destId="{37E75BE2-BD40-4CBB-AB4A-73400CE09420}" srcOrd="0" destOrd="0" presId="urn:microsoft.com/office/officeart/2005/8/layout/orgChart1"/>
    <dgm:cxn modelId="{8EC96D09-5773-423F-B39F-C84005D9B794}" type="presParOf" srcId="{6DDC3BE3-E0E8-484F-82E2-6D1D91DB193D}" destId="{3AFBAECD-5D9E-4FEF-B456-43A3B460D47C}" srcOrd="1" destOrd="0" presId="urn:microsoft.com/office/officeart/2005/8/layout/orgChart1"/>
    <dgm:cxn modelId="{A9A6D16B-394B-45F3-BA7E-3860B5B15454}" type="presParOf" srcId="{3AFBAECD-5D9E-4FEF-B456-43A3B460D47C}" destId="{C9AD89B3-9C72-496D-A744-C3D22120603E}" srcOrd="0" destOrd="0" presId="urn:microsoft.com/office/officeart/2005/8/layout/orgChart1"/>
    <dgm:cxn modelId="{B858B4B9-4B5E-40BA-B98D-E19AD294919F}" type="presParOf" srcId="{C9AD89B3-9C72-496D-A744-C3D22120603E}" destId="{ECF7BF53-69B4-4E54-8A76-99DC85F525BC}" srcOrd="0" destOrd="0" presId="urn:microsoft.com/office/officeart/2005/8/layout/orgChart1"/>
    <dgm:cxn modelId="{8BB91E57-F884-4EA4-B757-8BD3113B2683}" type="presParOf" srcId="{C9AD89B3-9C72-496D-A744-C3D22120603E}" destId="{AA166E9C-5017-446A-83FD-D79C4E865CE0}" srcOrd="1" destOrd="0" presId="urn:microsoft.com/office/officeart/2005/8/layout/orgChart1"/>
    <dgm:cxn modelId="{D9E7DD0B-F919-40D3-9A98-47C5E90C6CD6}" type="presParOf" srcId="{3AFBAECD-5D9E-4FEF-B456-43A3B460D47C}" destId="{40F472EA-C4C8-4A72-9BEB-19B2E7437CE9}" srcOrd="1" destOrd="0" presId="urn:microsoft.com/office/officeart/2005/8/layout/orgChart1"/>
    <dgm:cxn modelId="{5D55F035-97F5-45A8-8D9E-4FE2E64F8854}" type="presParOf" srcId="{40F472EA-C4C8-4A72-9BEB-19B2E7437CE9}" destId="{36DD863B-F5D2-4BEA-87C0-511F065F1F73}" srcOrd="0" destOrd="0" presId="urn:microsoft.com/office/officeart/2005/8/layout/orgChart1"/>
    <dgm:cxn modelId="{D2F8302B-EC74-415C-9096-F36B83A181B7}" type="presParOf" srcId="{40F472EA-C4C8-4A72-9BEB-19B2E7437CE9}" destId="{09611771-50BD-4062-9ABE-3374E1942725}" srcOrd="1" destOrd="0" presId="urn:microsoft.com/office/officeart/2005/8/layout/orgChart1"/>
    <dgm:cxn modelId="{A4AF3812-D376-4399-82F8-496D2F39AA33}" type="presParOf" srcId="{09611771-50BD-4062-9ABE-3374E1942725}" destId="{BE0A8601-EADE-4FE6-B0AE-577D3A96FEAB}" srcOrd="0" destOrd="0" presId="urn:microsoft.com/office/officeart/2005/8/layout/orgChart1"/>
    <dgm:cxn modelId="{D174C945-A26A-48BB-BBB5-C5991AE2FC7D}" type="presParOf" srcId="{BE0A8601-EADE-4FE6-B0AE-577D3A96FEAB}" destId="{F13745A2-E478-4DD7-9379-79301BE69DA0}" srcOrd="0" destOrd="0" presId="urn:microsoft.com/office/officeart/2005/8/layout/orgChart1"/>
    <dgm:cxn modelId="{C99D3F98-4C45-41ED-BE4F-8A210D98600E}" type="presParOf" srcId="{BE0A8601-EADE-4FE6-B0AE-577D3A96FEAB}" destId="{F292CE52-98D6-4533-894E-49DF417CA838}" srcOrd="1" destOrd="0" presId="urn:microsoft.com/office/officeart/2005/8/layout/orgChart1"/>
    <dgm:cxn modelId="{D09C1814-AA14-4609-9E66-DCAFFA75B1F2}" type="presParOf" srcId="{09611771-50BD-4062-9ABE-3374E1942725}" destId="{40B9E3EE-8654-475B-9F20-5A868259FDD4}" srcOrd="1" destOrd="0" presId="urn:microsoft.com/office/officeart/2005/8/layout/orgChart1"/>
    <dgm:cxn modelId="{F1EF6CAE-9A65-4F39-B476-94ABD12CFC08}" type="presParOf" srcId="{09611771-50BD-4062-9ABE-3374E1942725}" destId="{60A61FF5-70DC-4601-99B8-53CD31FA71FD}" srcOrd="2" destOrd="0" presId="urn:microsoft.com/office/officeart/2005/8/layout/orgChart1"/>
    <dgm:cxn modelId="{D65D9B75-2845-4FBF-BA1F-8122BF9CB99F}" type="presParOf" srcId="{40F472EA-C4C8-4A72-9BEB-19B2E7437CE9}" destId="{B073300E-6475-4A24-B436-EFFDEE066C9E}" srcOrd="2" destOrd="0" presId="urn:microsoft.com/office/officeart/2005/8/layout/orgChart1"/>
    <dgm:cxn modelId="{FBF6D8FE-7FC0-4125-8CE9-3D3950D41A52}" type="presParOf" srcId="{40F472EA-C4C8-4A72-9BEB-19B2E7437CE9}" destId="{A185E5D5-FC02-4A48-913D-E32944E68A89}" srcOrd="3" destOrd="0" presId="urn:microsoft.com/office/officeart/2005/8/layout/orgChart1"/>
    <dgm:cxn modelId="{CBABEDA6-2047-4EC8-951D-EFAD6A8DAE26}" type="presParOf" srcId="{A185E5D5-FC02-4A48-913D-E32944E68A89}" destId="{B3DC87EF-6746-490B-B470-DA06D200AF18}" srcOrd="0" destOrd="0" presId="urn:microsoft.com/office/officeart/2005/8/layout/orgChart1"/>
    <dgm:cxn modelId="{53248A65-8986-40D0-BBF7-43E805DA5B5C}" type="presParOf" srcId="{B3DC87EF-6746-490B-B470-DA06D200AF18}" destId="{2D7F19AA-157D-41DD-8B3C-66DD4ADE63DD}" srcOrd="0" destOrd="0" presId="urn:microsoft.com/office/officeart/2005/8/layout/orgChart1"/>
    <dgm:cxn modelId="{CDEC89B5-4B48-499C-8500-B564FF07D8A3}" type="presParOf" srcId="{B3DC87EF-6746-490B-B470-DA06D200AF18}" destId="{D9AE6C47-9DDA-48AB-8F69-DCCBB3CE204A}" srcOrd="1" destOrd="0" presId="urn:microsoft.com/office/officeart/2005/8/layout/orgChart1"/>
    <dgm:cxn modelId="{F4E02CCE-4570-4C6B-9929-E86C87CB303E}" type="presParOf" srcId="{A185E5D5-FC02-4A48-913D-E32944E68A89}" destId="{61233E95-D56E-4B01-983D-9EAC6368E5FD}" srcOrd="1" destOrd="0" presId="urn:microsoft.com/office/officeart/2005/8/layout/orgChart1"/>
    <dgm:cxn modelId="{3FD6CA68-FECC-4C66-BED6-9787E7B02CC5}" type="presParOf" srcId="{A185E5D5-FC02-4A48-913D-E32944E68A89}" destId="{F0ED42A5-6599-4B6F-A090-AA25AD408922}" srcOrd="2" destOrd="0" presId="urn:microsoft.com/office/officeart/2005/8/layout/orgChart1"/>
    <dgm:cxn modelId="{F4C6E3DE-6532-4D0F-B460-EBD1144662C0}" type="presParOf" srcId="{3AFBAECD-5D9E-4FEF-B456-43A3B460D47C}" destId="{12484CB8-D48A-42F1-BF55-A3365C7BCC0B}" srcOrd="2" destOrd="0" presId="urn:microsoft.com/office/officeart/2005/8/layout/orgChart1"/>
    <dgm:cxn modelId="{6ACB5A2B-3548-4761-873F-4C4B45616493}" type="presParOf" srcId="{27B9A657-5E97-4A82-AB03-1D3B0B0A1D60}" destId="{EB4A876E-CE02-44E6-9C28-1B50D9485DE6}" srcOrd="2" destOrd="0" presId="urn:microsoft.com/office/officeart/2005/8/layout/orgChart1"/>
  </dgm:cxnLst>
  <dgm:bg/>
  <dgm:whole/>
  <dgm:extLst>
    <a:ext uri="http://schemas.microsoft.com/office/drawing/2008/diagram">
      <dsp:dataModelExt xmlns:dsp="http://schemas.microsoft.com/office/drawing/2008/diagram" relId="rId60"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700" b="1">
              <a:latin typeface="Meiryo UI" panose="020B0604030504040204" pitchFamily="34" charset="-128"/>
              <a:ea typeface="Meiryo UI" panose="020B0604030504040204" pitchFamily="34" charset="-128"/>
            </a:rPr>
            <a:t>5G-EIR/EIR </a:t>
          </a:r>
        </a:p>
        <a:p>
          <a:pPr algn="ctr"/>
          <a:r>
            <a:rPr lang="en-US" sz="700" b="1">
              <a:latin typeface="Meiryo UI" panose="020B0604030504040204" pitchFamily="34" charset="-128"/>
              <a:ea typeface="Meiryo UI" panose="020B0604030504040204" pitchFamily="34" charset="-128"/>
            </a:rPr>
            <a:t>PM </a:t>
          </a:r>
          <a:r>
            <a:rPr lang="en-US" altLang="ja-JP" sz="700" b="0">
              <a:solidFill>
                <a:srgbClr val="008000"/>
              </a:solidFill>
              <a:latin typeface="Meiryo UI" panose="020B0604030504040204" pitchFamily="34" charset="-128"/>
              <a:ea typeface="Meiryo UI" panose="020B0604030504040204" pitchFamily="34" charset="-128"/>
            </a:rPr>
            <a:t>Umeda</a:t>
          </a:r>
          <a:endParaRPr lang="en-US" sz="400" b="1">
            <a:solidFill>
              <a:srgbClr val="008000"/>
            </a:solidFill>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a:r>
            <a:rPr lang="en-US" sz="700" b="1">
              <a:latin typeface="Meiryo UI" panose="020B0604030504040204" pitchFamily="34" charset="-128"/>
              <a:ea typeface="Meiryo UI" panose="020B0604030504040204" pitchFamily="34" charset="-128"/>
            </a:rPr>
            <a:t>5G-EIR/EIR </a:t>
          </a:r>
        </a:p>
        <a:p>
          <a:pPr algn="ctr"/>
          <a:r>
            <a:rPr lang="en-US" sz="700" b="1">
              <a:latin typeface="Meiryo UI" panose="020B0604030504040204" pitchFamily="34" charset="-128"/>
              <a:ea typeface="Meiryo UI" panose="020B0604030504040204" pitchFamily="34" charset="-128"/>
            </a:rPr>
            <a:t>SA/TM</a:t>
          </a: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9668FCC7-F68C-450D-AA57-CD797E5CBC39}" type="pres">
      <dgm:prSet presAssocID="{FAB7AC7A-2565-458C-83B1-7E201ECBE239}" presName="hierChild1" presStyleCnt="0">
        <dgm:presLayoutVars>
          <dgm:orgChart val="1"/>
          <dgm:chPref val="1"/>
          <dgm:dir/>
          <dgm:animOne val="branch"/>
          <dgm:animLvl val="lvl"/>
          <dgm:resizeHandles/>
        </dgm:presLayoutVars>
      </dgm:prSet>
      <dgm:spPr/>
    </dgm:pt>
    <dgm:pt modelId="{A415C294-38B1-4269-BBD2-30D4C4EA323A}" type="pres">
      <dgm:prSet presAssocID="{6C806157-66E2-4B81-BEF4-F6A9E95DAFAB}" presName="hierRoot1" presStyleCnt="0">
        <dgm:presLayoutVars>
          <dgm:hierBranch val="init"/>
        </dgm:presLayoutVars>
      </dgm:prSet>
      <dgm:spPr/>
    </dgm:pt>
    <dgm:pt modelId="{6376CC66-A53D-4D7A-95A2-F20BBAD52E6A}" type="pres">
      <dgm:prSet presAssocID="{6C806157-66E2-4B81-BEF4-F6A9E95DAFAB}" presName="rootComposite1" presStyleCnt="0"/>
      <dgm:spPr/>
    </dgm:pt>
    <dgm:pt modelId="{763D2F94-1F15-4BC2-A91A-6C1DBBE19ECC}" type="pres">
      <dgm:prSet presAssocID="{6C806157-66E2-4B81-BEF4-F6A9E95DAFAB}" presName="rootText1" presStyleLbl="node0" presStyleIdx="0" presStyleCnt="1" custScaleX="28795" custScaleY="24661" custLinFactNeighborX="1496" custLinFactNeighborY="13815">
        <dgm:presLayoutVars>
          <dgm:chPref val="3"/>
        </dgm:presLayoutVars>
      </dgm:prSet>
      <dgm:spPr/>
    </dgm:pt>
    <dgm:pt modelId="{FE78D2C0-B287-44D8-A066-C9611EEA03D9}" type="pres">
      <dgm:prSet presAssocID="{6C806157-66E2-4B81-BEF4-F6A9E95DAFAB}" presName="rootConnector1" presStyleLbl="node1" presStyleIdx="0" presStyleCnt="0"/>
      <dgm:spPr/>
    </dgm:pt>
    <dgm:pt modelId="{0D9071BB-D1C4-46EC-9F1C-62F0F3D6CE6F}" type="pres">
      <dgm:prSet presAssocID="{6C806157-66E2-4B81-BEF4-F6A9E95DAFAB}" presName="hierChild2" presStyleCnt="0"/>
      <dgm:spPr/>
    </dgm:pt>
    <dgm:pt modelId="{B4C7ED07-8F50-477A-8C74-F3EDC29096D9}" type="pres">
      <dgm:prSet presAssocID="{16AAC7A4-F011-40A5-8724-C9DE8D9D3C00}" presName="Name37" presStyleLbl="parChTrans1D2" presStyleIdx="0" presStyleCnt="1"/>
      <dgm:spPr/>
    </dgm:pt>
    <dgm:pt modelId="{D41F7D0F-B383-431C-8D41-49A7DCC70874}" type="pres">
      <dgm:prSet presAssocID="{A4240576-A56E-4539-9B4E-C424FAF37A5F}" presName="hierRoot2" presStyleCnt="0">
        <dgm:presLayoutVars>
          <dgm:hierBranch val="init"/>
        </dgm:presLayoutVars>
      </dgm:prSet>
      <dgm:spPr/>
    </dgm:pt>
    <dgm:pt modelId="{71BC12F6-EC76-4D6A-BD45-D5D178A89EE0}" type="pres">
      <dgm:prSet presAssocID="{A4240576-A56E-4539-9B4E-C424FAF37A5F}" presName="rootComposite" presStyleCnt="0"/>
      <dgm:spPr/>
    </dgm:pt>
    <dgm:pt modelId="{1767A91B-F8E1-4236-8432-56E7B59B4880}" type="pres">
      <dgm:prSet presAssocID="{A4240576-A56E-4539-9B4E-C424FAF37A5F}" presName="rootText" presStyleLbl="node2" presStyleIdx="0" presStyleCnt="1" custScaleX="28258" custScaleY="24812" custLinFactNeighborX="2548" custLinFactNeighborY="-9241">
        <dgm:presLayoutVars>
          <dgm:chPref val="3"/>
        </dgm:presLayoutVars>
      </dgm:prSet>
      <dgm:spPr/>
    </dgm:pt>
    <dgm:pt modelId="{2F46C307-35E1-4FF2-9B36-3D431855995E}" type="pres">
      <dgm:prSet presAssocID="{A4240576-A56E-4539-9B4E-C424FAF37A5F}" presName="rootConnector" presStyleLbl="node2" presStyleIdx="0" presStyleCnt="1"/>
      <dgm:spPr/>
    </dgm:pt>
    <dgm:pt modelId="{31FD182C-5DEC-4966-B0BD-774D2DEBAA1D}" type="pres">
      <dgm:prSet presAssocID="{A4240576-A56E-4539-9B4E-C424FAF37A5F}" presName="hierChild4" presStyleCnt="0"/>
      <dgm:spPr/>
    </dgm:pt>
    <dgm:pt modelId="{06C5FBDB-4DAB-40CD-9618-494B5B9726B2}" type="pres">
      <dgm:prSet presAssocID="{A4240576-A56E-4539-9B4E-C424FAF37A5F}" presName="hierChild5" presStyleCnt="0"/>
      <dgm:spPr/>
    </dgm:pt>
    <dgm:pt modelId="{331DE4FA-B78E-48DF-87C7-A78257C6A6A5}" type="pres">
      <dgm:prSet presAssocID="{6C806157-66E2-4B81-BEF4-F6A9E95DAFAB}" presName="hierChild3" presStyleCnt="0"/>
      <dgm:spPr/>
    </dgm:pt>
  </dgm:ptLst>
  <dgm:cxnLst>
    <dgm:cxn modelId="{2836C363-89A0-4A7B-B9A2-0E51F529903A}" type="presOf" srcId="{16AAC7A4-F011-40A5-8724-C9DE8D9D3C00}" destId="{B4C7ED07-8F50-477A-8C74-F3EDC29096D9}" srcOrd="0" destOrd="0" presId="urn:microsoft.com/office/officeart/2005/8/layout/orgChart1"/>
    <dgm:cxn modelId="{E0156892-977E-4322-B351-1EDD70959D35}" type="presOf" srcId="{6C806157-66E2-4B81-BEF4-F6A9E95DAFAB}" destId="{FE78D2C0-B287-44D8-A066-C9611EEA03D9}"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E78D0DA7-8B70-403A-A7EA-98E3EA6E02CC}" type="presOf" srcId="{FAB7AC7A-2565-458C-83B1-7E201ECBE239}" destId="{9668FCC7-F68C-450D-AA57-CD797E5CBC39}" srcOrd="0" destOrd="0" presId="urn:microsoft.com/office/officeart/2005/8/layout/orgChart1"/>
    <dgm:cxn modelId="{3AD557C7-F4C1-4048-BC24-36E5102999B5}" type="presOf" srcId="{A4240576-A56E-4539-9B4E-C424FAF37A5F}" destId="{2F46C307-35E1-4FF2-9B36-3D431855995E}" srcOrd="1" destOrd="0" presId="urn:microsoft.com/office/officeart/2005/8/layout/orgChart1"/>
    <dgm:cxn modelId="{2B571AD4-F9CE-421F-B877-735318C5EEC0}" type="presOf" srcId="{A4240576-A56E-4539-9B4E-C424FAF37A5F}" destId="{1767A91B-F8E1-4236-8432-56E7B59B4880}" srcOrd="0" destOrd="0" presId="urn:microsoft.com/office/officeart/2005/8/layout/orgChart1"/>
    <dgm:cxn modelId="{952E2DDA-1001-48E6-BC8D-FDE37E5890D9}" type="presOf" srcId="{6C806157-66E2-4B81-BEF4-F6A9E95DAFAB}" destId="{763D2F94-1F15-4BC2-A91A-6C1DBBE19ECC}"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4DAA66C3-63E2-48FA-ABC9-5305ACCEEB17}" type="presParOf" srcId="{9668FCC7-F68C-450D-AA57-CD797E5CBC39}" destId="{A415C294-38B1-4269-BBD2-30D4C4EA323A}" srcOrd="0" destOrd="0" presId="urn:microsoft.com/office/officeart/2005/8/layout/orgChart1"/>
    <dgm:cxn modelId="{0AC80CE8-2D2C-449D-B772-8D5F1AAF3DC8}" type="presParOf" srcId="{A415C294-38B1-4269-BBD2-30D4C4EA323A}" destId="{6376CC66-A53D-4D7A-95A2-F20BBAD52E6A}" srcOrd="0" destOrd="0" presId="urn:microsoft.com/office/officeart/2005/8/layout/orgChart1"/>
    <dgm:cxn modelId="{5020F7A3-752C-4768-8F6C-AEC149A5F0B5}" type="presParOf" srcId="{6376CC66-A53D-4D7A-95A2-F20BBAD52E6A}" destId="{763D2F94-1F15-4BC2-A91A-6C1DBBE19ECC}" srcOrd="0" destOrd="0" presId="urn:microsoft.com/office/officeart/2005/8/layout/orgChart1"/>
    <dgm:cxn modelId="{4AC842AF-7CCC-4418-9C4B-503152985649}" type="presParOf" srcId="{6376CC66-A53D-4D7A-95A2-F20BBAD52E6A}" destId="{FE78D2C0-B287-44D8-A066-C9611EEA03D9}" srcOrd="1" destOrd="0" presId="urn:microsoft.com/office/officeart/2005/8/layout/orgChart1"/>
    <dgm:cxn modelId="{DF58A90B-A58B-412F-AE66-7B67D1F2F15F}" type="presParOf" srcId="{A415C294-38B1-4269-BBD2-30D4C4EA323A}" destId="{0D9071BB-D1C4-46EC-9F1C-62F0F3D6CE6F}" srcOrd="1" destOrd="0" presId="urn:microsoft.com/office/officeart/2005/8/layout/orgChart1"/>
    <dgm:cxn modelId="{60666265-6CFB-4542-A02F-5A86B28609DC}" type="presParOf" srcId="{0D9071BB-D1C4-46EC-9F1C-62F0F3D6CE6F}" destId="{B4C7ED07-8F50-477A-8C74-F3EDC29096D9}" srcOrd="0" destOrd="0" presId="urn:microsoft.com/office/officeart/2005/8/layout/orgChart1"/>
    <dgm:cxn modelId="{9975164A-EA89-4D25-BAB9-E76A04E24EEE}" type="presParOf" srcId="{0D9071BB-D1C4-46EC-9F1C-62F0F3D6CE6F}" destId="{D41F7D0F-B383-431C-8D41-49A7DCC70874}" srcOrd="1" destOrd="0" presId="urn:microsoft.com/office/officeart/2005/8/layout/orgChart1"/>
    <dgm:cxn modelId="{3CC0D95D-F729-40A0-97B8-A9D0D75CCCC1}" type="presParOf" srcId="{D41F7D0F-B383-431C-8D41-49A7DCC70874}" destId="{71BC12F6-EC76-4D6A-BD45-D5D178A89EE0}" srcOrd="0" destOrd="0" presId="urn:microsoft.com/office/officeart/2005/8/layout/orgChart1"/>
    <dgm:cxn modelId="{517B0A64-99CF-4205-84A2-7EB7E869176C}" type="presParOf" srcId="{71BC12F6-EC76-4D6A-BD45-D5D178A89EE0}" destId="{1767A91B-F8E1-4236-8432-56E7B59B4880}" srcOrd="0" destOrd="0" presId="urn:microsoft.com/office/officeart/2005/8/layout/orgChart1"/>
    <dgm:cxn modelId="{0D19D010-99F5-44BC-BACC-2376FF8B83C2}" type="presParOf" srcId="{71BC12F6-EC76-4D6A-BD45-D5D178A89EE0}" destId="{2F46C307-35E1-4FF2-9B36-3D431855995E}" srcOrd="1" destOrd="0" presId="urn:microsoft.com/office/officeart/2005/8/layout/orgChart1"/>
    <dgm:cxn modelId="{4676A804-F03F-4368-9830-F49B7A2A4FAE}" type="presParOf" srcId="{D41F7D0F-B383-431C-8D41-49A7DCC70874}" destId="{31FD182C-5DEC-4966-B0BD-774D2DEBAA1D}" srcOrd="1" destOrd="0" presId="urn:microsoft.com/office/officeart/2005/8/layout/orgChart1"/>
    <dgm:cxn modelId="{8C66659E-DA49-49D6-9DC7-0FB4985CEB6E}" type="presParOf" srcId="{D41F7D0F-B383-431C-8D41-49A7DCC70874}" destId="{06C5FBDB-4DAB-40CD-9618-494B5B9726B2}" srcOrd="2" destOrd="0" presId="urn:microsoft.com/office/officeart/2005/8/layout/orgChart1"/>
    <dgm:cxn modelId="{A2A6AF8D-44B4-4423-A39E-5D3AB2BA1D69}" type="presParOf" srcId="{A415C294-38B1-4269-BBD2-30D4C4EA323A}" destId="{331DE4FA-B78E-48DF-87C7-A78257C6A6A5}" srcOrd="2" destOrd="0" presId="urn:microsoft.com/office/officeart/2005/8/layout/orgChart1"/>
  </dgm:cxnLst>
  <dgm:bg/>
  <dgm:whole/>
  <dgm:extLst>
    <a:ext uri="http://schemas.microsoft.com/office/drawing/2008/diagram">
      <dsp:dataModelExt xmlns:dsp="http://schemas.microsoft.com/office/drawing/2008/diagram" relId="rId65"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800" b="1">
              <a:latin typeface="Meiryo UI"/>
              <a:ea typeface="Meiryo UI"/>
            </a:rPr>
            <a:t>TDL</a:t>
          </a:r>
          <a:endParaRPr lang="en-US" sz="500" b="1">
            <a:latin typeface="Meiryo UI"/>
            <a:ea typeface="Meiryo UI"/>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A4240576-A56E-4539-9B4E-C424FAF37A5F}">
      <dgm:prSet custT="1"/>
      <dgm:spPr/>
      <dgm:t>
        <a:bodyPr/>
        <a:lstStyle/>
        <a:p>
          <a:pPr algn="ctr" rtl="0"/>
          <a:r>
            <a:rPr lang="en-US" sz="700" b="1">
              <a:latin typeface="Meiryo UI"/>
              <a:ea typeface="Meiryo UI"/>
            </a:rPr>
            <a:t>5G-EIR SA </a:t>
          </a:r>
          <a:br>
            <a:rPr lang="en-US" sz="700" b="1">
              <a:latin typeface="Meiryo UI"/>
              <a:ea typeface="Meiryo UI"/>
            </a:rPr>
          </a:br>
          <a:r>
            <a:rPr lang="en-US" altLang="ja-JP" sz="700" b="0">
              <a:solidFill>
                <a:srgbClr val="00B050"/>
              </a:solidFill>
              <a:latin typeface="Meiryo UI"/>
              <a:ea typeface="Meiryo UI"/>
            </a:rPr>
            <a:t>Ayan</a:t>
          </a:r>
          <a:endParaRPr lang="en-US" sz="700" b="0">
            <a:solidFill>
              <a:srgbClr val="00B050"/>
            </a:solidFill>
            <a:latin typeface="Meiryo UI"/>
            <a:ea typeface="Meiryo UI"/>
          </a:endParaRPr>
        </a:p>
      </dgm:t>
    </dgm:pt>
    <dgm:pt modelId="{16AAC7A4-F011-40A5-8724-C9DE8D9D3C00}" type="parTrans" cxnId="{D8AA529C-3F7F-4D98-BF20-FFE1A04E6C4B}">
      <dgm:prSet/>
      <dgm:spPr/>
      <dgm:t>
        <a:bodyPr/>
        <a:lstStyle/>
        <a:p>
          <a:pPr algn="ctr"/>
          <a:endParaRPr lang="en-US"/>
        </a:p>
      </dgm:t>
    </dgm:pt>
    <dgm:pt modelId="{8372184D-4C92-4B2F-B219-11C368C4E232}" type="sibTrans" cxnId="{D8AA529C-3F7F-4D98-BF20-FFE1A04E6C4B}">
      <dgm:prSet/>
      <dgm:spPr/>
      <dgm:t>
        <a:bodyPr/>
        <a:lstStyle/>
        <a:p>
          <a:pPr algn="ctr"/>
          <a:endParaRPr lang="en-US"/>
        </a:p>
      </dgm:t>
    </dgm:pt>
    <dgm:pt modelId="{7BAC767A-9DA0-4C12-A937-1B84990BDF33}">
      <dgm:prSet custT="1"/>
      <dgm:spPr/>
      <dgm:t>
        <a:bodyPr/>
        <a:lstStyle/>
        <a:p>
          <a:pPr algn="ctr"/>
          <a:r>
            <a:rPr lang="en-US" sz="700" b="1">
              <a:latin typeface="Meiryo UI"/>
              <a:ea typeface="Meiryo UI"/>
            </a:rPr>
            <a:t>Engineer Lead</a:t>
          </a:r>
        </a:p>
      </dgm:t>
    </dgm:pt>
    <dgm:pt modelId="{22F30D3E-D1C5-4A94-9BBB-63EFC49668CD}" type="parTrans" cxnId="{95B69FA1-0FCF-4474-AE93-614113684E0E}">
      <dgm:prSet/>
      <dgm:spPr/>
      <dgm:t>
        <a:bodyPr/>
        <a:lstStyle/>
        <a:p>
          <a:endParaRPr lang="en-US"/>
        </a:p>
      </dgm:t>
    </dgm:pt>
    <dgm:pt modelId="{6E8AE1B4-626C-45C9-AE5F-4A41F24FD45E}" type="sibTrans" cxnId="{95B69FA1-0FCF-4474-AE93-614113684E0E}">
      <dgm:prSet/>
      <dgm:spPr/>
      <dgm:t>
        <a:bodyPr/>
        <a:lstStyle/>
        <a:p>
          <a:endParaRPr lang="en-US"/>
        </a:p>
      </dgm:t>
    </dgm:pt>
    <dgm:pt modelId="{20264802-0888-421B-A372-7F1AC263025C}">
      <dgm:prSet custT="1"/>
      <dgm:spPr/>
      <dgm:t>
        <a:bodyPr/>
        <a:lstStyle/>
        <a:p>
          <a:pPr algn="ctr"/>
          <a:r>
            <a:rPr lang="en-US" sz="700" b="1">
              <a:latin typeface="Meiryo UI"/>
              <a:ea typeface="Meiryo UI"/>
            </a:rPr>
            <a:t>Engineer team</a:t>
          </a:r>
        </a:p>
      </dgm:t>
    </dgm:pt>
    <dgm:pt modelId="{507FD76A-60C3-4C1F-A1F4-F0471F3A549D}" type="parTrans" cxnId="{49BF15E3-3C67-4ACF-AA95-3BD3E588227F}">
      <dgm:prSet/>
      <dgm:spPr/>
      <dgm:t>
        <a:bodyPr/>
        <a:lstStyle/>
        <a:p>
          <a:endParaRPr lang="en-US"/>
        </a:p>
      </dgm:t>
    </dgm:pt>
    <dgm:pt modelId="{C9A2FA2A-64AB-4E61-8B22-771649D2216C}" type="sibTrans" cxnId="{49BF15E3-3C67-4ACF-AA95-3BD3E588227F}">
      <dgm:prSet/>
      <dgm:spPr/>
      <dgm:t>
        <a:bodyPr/>
        <a:lstStyle/>
        <a:p>
          <a:endParaRPr lang="en-US"/>
        </a:p>
      </dgm:t>
    </dgm:pt>
    <dgm:pt modelId="{3F5F9F02-A2BB-413B-8BD5-408AC4B447AC}" type="pres">
      <dgm:prSet presAssocID="{FAB7AC7A-2565-458C-83B1-7E201ECBE239}" presName="hierChild1" presStyleCnt="0">
        <dgm:presLayoutVars>
          <dgm:orgChart val="1"/>
          <dgm:chPref val="1"/>
          <dgm:dir/>
          <dgm:animOne val="branch"/>
          <dgm:animLvl val="lvl"/>
          <dgm:resizeHandles/>
        </dgm:presLayoutVars>
      </dgm:prSet>
      <dgm:spPr/>
    </dgm:pt>
    <dgm:pt modelId="{27B9A657-5E97-4A82-AB03-1D3B0B0A1D60}" type="pres">
      <dgm:prSet presAssocID="{6C806157-66E2-4B81-BEF4-F6A9E95DAFAB}" presName="hierRoot1" presStyleCnt="0">
        <dgm:presLayoutVars>
          <dgm:hierBranch val="init"/>
        </dgm:presLayoutVars>
      </dgm:prSet>
      <dgm:spPr/>
    </dgm:pt>
    <dgm:pt modelId="{20066040-4B19-4A0E-AC1C-C24C471E9763}" type="pres">
      <dgm:prSet presAssocID="{6C806157-66E2-4B81-BEF4-F6A9E95DAFAB}" presName="rootComposite1" presStyleCnt="0"/>
      <dgm:spPr/>
    </dgm:pt>
    <dgm:pt modelId="{03359889-1736-4CB6-938B-D0FBC2DD0A61}" type="pres">
      <dgm:prSet presAssocID="{6C806157-66E2-4B81-BEF4-F6A9E95DAFAB}" presName="rootText1" presStyleLbl="node0" presStyleIdx="0" presStyleCnt="1" custScaleX="126280">
        <dgm:presLayoutVars>
          <dgm:chPref val="3"/>
        </dgm:presLayoutVars>
      </dgm:prSet>
      <dgm:spPr/>
    </dgm:pt>
    <dgm:pt modelId="{4E3D8799-D103-47D1-8F72-B2CC8CAC6587}" type="pres">
      <dgm:prSet presAssocID="{6C806157-66E2-4B81-BEF4-F6A9E95DAFAB}" presName="rootConnector1" presStyleLbl="node1" presStyleIdx="0" presStyleCnt="0"/>
      <dgm:spPr/>
    </dgm:pt>
    <dgm:pt modelId="{6DDC3BE3-E0E8-484F-82E2-6D1D91DB193D}" type="pres">
      <dgm:prSet presAssocID="{6C806157-66E2-4B81-BEF4-F6A9E95DAFAB}" presName="hierChild2" presStyleCnt="0"/>
      <dgm:spPr/>
    </dgm:pt>
    <dgm:pt modelId="{37E75BE2-BD40-4CBB-AB4A-73400CE09420}" type="pres">
      <dgm:prSet presAssocID="{16AAC7A4-F011-40A5-8724-C9DE8D9D3C00}" presName="Name37" presStyleLbl="parChTrans1D2" presStyleIdx="0" presStyleCnt="1"/>
      <dgm:spPr/>
    </dgm:pt>
    <dgm:pt modelId="{3AFBAECD-5D9E-4FEF-B456-43A3B460D47C}" type="pres">
      <dgm:prSet presAssocID="{A4240576-A56E-4539-9B4E-C424FAF37A5F}" presName="hierRoot2" presStyleCnt="0">
        <dgm:presLayoutVars>
          <dgm:hierBranch val="init"/>
        </dgm:presLayoutVars>
      </dgm:prSet>
      <dgm:spPr/>
    </dgm:pt>
    <dgm:pt modelId="{C9AD89B3-9C72-496D-A744-C3D22120603E}" type="pres">
      <dgm:prSet presAssocID="{A4240576-A56E-4539-9B4E-C424FAF37A5F}" presName="rootComposite" presStyleCnt="0"/>
      <dgm:spPr/>
    </dgm:pt>
    <dgm:pt modelId="{ECF7BF53-69B4-4E54-8A76-99DC85F525BC}" type="pres">
      <dgm:prSet presAssocID="{A4240576-A56E-4539-9B4E-C424FAF37A5F}" presName="rootText" presStyleLbl="node2" presStyleIdx="0" presStyleCnt="1" custScaleX="135896">
        <dgm:presLayoutVars>
          <dgm:chPref val="3"/>
        </dgm:presLayoutVars>
      </dgm:prSet>
      <dgm:spPr/>
    </dgm:pt>
    <dgm:pt modelId="{AA166E9C-5017-446A-83FD-D79C4E865CE0}" type="pres">
      <dgm:prSet presAssocID="{A4240576-A56E-4539-9B4E-C424FAF37A5F}" presName="rootConnector" presStyleLbl="node2" presStyleIdx="0" presStyleCnt="1"/>
      <dgm:spPr/>
    </dgm:pt>
    <dgm:pt modelId="{40F472EA-C4C8-4A72-9BEB-19B2E7437CE9}" type="pres">
      <dgm:prSet presAssocID="{A4240576-A56E-4539-9B4E-C424FAF37A5F}" presName="hierChild4" presStyleCnt="0"/>
      <dgm:spPr/>
    </dgm:pt>
    <dgm:pt modelId="{36DD863B-F5D2-4BEA-87C0-511F065F1F73}" type="pres">
      <dgm:prSet presAssocID="{22F30D3E-D1C5-4A94-9BBB-63EFC49668CD}" presName="Name37" presStyleLbl="parChTrans1D3" presStyleIdx="0" presStyleCnt="2"/>
      <dgm:spPr/>
    </dgm:pt>
    <dgm:pt modelId="{09611771-50BD-4062-9ABE-3374E1942725}" type="pres">
      <dgm:prSet presAssocID="{7BAC767A-9DA0-4C12-A937-1B84990BDF33}" presName="hierRoot2" presStyleCnt="0">
        <dgm:presLayoutVars>
          <dgm:hierBranch val="init"/>
        </dgm:presLayoutVars>
      </dgm:prSet>
      <dgm:spPr/>
    </dgm:pt>
    <dgm:pt modelId="{BE0A8601-EADE-4FE6-B0AE-577D3A96FEAB}" type="pres">
      <dgm:prSet presAssocID="{7BAC767A-9DA0-4C12-A937-1B84990BDF33}" presName="rootComposite" presStyleCnt="0"/>
      <dgm:spPr/>
    </dgm:pt>
    <dgm:pt modelId="{F13745A2-E478-4DD7-9379-79301BE69DA0}" type="pres">
      <dgm:prSet presAssocID="{7BAC767A-9DA0-4C12-A937-1B84990BDF33}" presName="rootText" presStyleLbl="node3" presStyleIdx="0" presStyleCnt="2">
        <dgm:presLayoutVars>
          <dgm:chPref val="3"/>
        </dgm:presLayoutVars>
      </dgm:prSet>
      <dgm:spPr/>
    </dgm:pt>
    <dgm:pt modelId="{F292CE52-98D6-4533-894E-49DF417CA838}" type="pres">
      <dgm:prSet presAssocID="{7BAC767A-9DA0-4C12-A937-1B84990BDF33}" presName="rootConnector" presStyleLbl="node3" presStyleIdx="0" presStyleCnt="2"/>
      <dgm:spPr/>
    </dgm:pt>
    <dgm:pt modelId="{40B9E3EE-8654-475B-9F20-5A868259FDD4}" type="pres">
      <dgm:prSet presAssocID="{7BAC767A-9DA0-4C12-A937-1B84990BDF33}" presName="hierChild4" presStyleCnt="0"/>
      <dgm:spPr/>
    </dgm:pt>
    <dgm:pt modelId="{60A61FF5-70DC-4601-99B8-53CD31FA71FD}" type="pres">
      <dgm:prSet presAssocID="{7BAC767A-9DA0-4C12-A937-1B84990BDF33}" presName="hierChild5" presStyleCnt="0"/>
      <dgm:spPr/>
    </dgm:pt>
    <dgm:pt modelId="{B073300E-6475-4A24-B436-EFFDEE066C9E}" type="pres">
      <dgm:prSet presAssocID="{507FD76A-60C3-4C1F-A1F4-F0471F3A549D}" presName="Name37" presStyleLbl="parChTrans1D3" presStyleIdx="1" presStyleCnt="2"/>
      <dgm:spPr/>
    </dgm:pt>
    <dgm:pt modelId="{A185E5D5-FC02-4A48-913D-E32944E68A89}" type="pres">
      <dgm:prSet presAssocID="{20264802-0888-421B-A372-7F1AC263025C}" presName="hierRoot2" presStyleCnt="0">
        <dgm:presLayoutVars>
          <dgm:hierBranch val="init"/>
        </dgm:presLayoutVars>
      </dgm:prSet>
      <dgm:spPr/>
    </dgm:pt>
    <dgm:pt modelId="{B3DC87EF-6746-490B-B470-DA06D200AF18}" type="pres">
      <dgm:prSet presAssocID="{20264802-0888-421B-A372-7F1AC263025C}" presName="rootComposite" presStyleCnt="0"/>
      <dgm:spPr/>
    </dgm:pt>
    <dgm:pt modelId="{2D7F19AA-157D-41DD-8B3C-66DD4ADE63DD}" type="pres">
      <dgm:prSet presAssocID="{20264802-0888-421B-A372-7F1AC263025C}" presName="rootText" presStyleLbl="node3" presStyleIdx="1" presStyleCnt="2" custScaleX="130224">
        <dgm:presLayoutVars>
          <dgm:chPref val="3"/>
        </dgm:presLayoutVars>
      </dgm:prSet>
      <dgm:spPr/>
    </dgm:pt>
    <dgm:pt modelId="{D9AE6C47-9DDA-48AB-8F69-DCCBB3CE204A}" type="pres">
      <dgm:prSet presAssocID="{20264802-0888-421B-A372-7F1AC263025C}" presName="rootConnector" presStyleLbl="node3" presStyleIdx="1" presStyleCnt="2"/>
      <dgm:spPr/>
    </dgm:pt>
    <dgm:pt modelId="{61233E95-D56E-4B01-983D-9EAC6368E5FD}" type="pres">
      <dgm:prSet presAssocID="{20264802-0888-421B-A372-7F1AC263025C}" presName="hierChild4" presStyleCnt="0"/>
      <dgm:spPr/>
    </dgm:pt>
    <dgm:pt modelId="{F0ED42A5-6599-4B6F-A090-AA25AD408922}" type="pres">
      <dgm:prSet presAssocID="{20264802-0888-421B-A372-7F1AC263025C}" presName="hierChild5" presStyleCnt="0"/>
      <dgm:spPr/>
    </dgm:pt>
    <dgm:pt modelId="{12484CB8-D48A-42F1-BF55-A3365C7BCC0B}" type="pres">
      <dgm:prSet presAssocID="{A4240576-A56E-4539-9B4E-C424FAF37A5F}" presName="hierChild5" presStyleCnt="0"/>
      <dgm:spPr/>
    </dgm:pt>
    <dgm:pt modelId="{EB4A876E-CE02-44E6-9C28-1B50D9485DE6}" type="pres">
      <dgm:prSet presAssocID="{6C806157-66E2-4B81-BEF4-F6A9E95DAFAB}" presName="hierChild3" presStyleCnt="0"/>
      <dgm:spPr/>
    </dgm:pt>
  </dgm:ptLst>
  <dgm:cxnLst>
    <dgm:cxn modelId="{707F1C12-CDB5-4E4D-8ACC-42776032958E}" type="presOf" srcId="{A4240576-A56E-4539-9B4E-C424FAF37A5F}" destId="{AA166E9C-5017-446A-83FD-D79C4E865CE0}" srcOrd="1" destOrd="0" presId="urn:microsoft.com/office/officeart/2005/8/layout/orgChart1"/>
    <dgm:cxn modelId="{83398E3D-B3B6-4AEF-A21D-8A49C9DB70B7}" type="presOf" srcId="{22F30D3E-D1C5-4A94-9BBB-63EFC49668CD}" destId="{36DD863B-F5D2-4BEA-87C0-511F065F1F73}" srcOrd="0" destOrd="0" presId="urn:microsoft.com/office/officeart/2005/8/layout/orgChart1"/>
    <dgm:cxn modelId="{63201C65-3B8B-4023-ACBC-F41E39D7409B}" type="presOf" srcId="{6C806157-66E2-4B81-BEF4-F6A9E95DAFAB}" destId="{03359889-1736-4CB6-938B-D0FBC2DD0A61}" srcOrd="0" destOrd="0" presId="urn:microsoft.com/office/officeart/2005/8/layout/orgChart1"/>
    <dgm:cxn modelId="{3BDA646D-01F9-4452-B9B9-8E48CCB4F78D}" type="presOf" srcId="{507FD76A-60C3-4C1F-A1F4-F0471F3A549D}" destId="{B073300E-6475-4A24-B436-EFFDEE066C9E}" srcOrd="0" destOrd="0" presId="urn:microsoft.com/office/officeart/2005/8/layout/orgChart1"/>
    <dgm:cxn modelId="{07AA5372-7DF4-4A5A-B0FB-013348D8A7C4}" type="presOf" srcId="{20264802-0888-421B-A372-7F1AC263025C}" destId="{D9AE6C47-9DDA-48AB-8F69-DCCBB3CE204A}" srcOrd="1" destOrd="0" presId="urn:microsoft.com/office/officeart/2005/8/layout/orgChart1"/>
    <dgm:cxn modelId="{7328B57B-5B47-4B16-8AB6-6CC2A3EDC49A}" type="presOf" srcId="{7BAC767A-9DA0-4C12-A937-1B84990BDF33}" destId="{F292CE52-98D6-4533-894E-49DF417CA838}" srcOrd="1" destOrd="0" presId="urn:microsoft.com/office/officeart/2005/8/layout/orgChart1"/>
    <dgm:cxn modelId="{D8AA529C-3F7F-4D98-BF20-FFE1A04E6C4B}" srcId="{6C806157-66E2-4B81-BEF4-F6A9E95DAFAB}" destId="{A4240576-A56E-4539-9B4E-C424FAF37A5F}" srcOrd="0" destOrd="0" parTransId="{16AAC7A4-F011-40A5-8724-C9DE8D9D3C00}" sibTransId="{8372184D-4C92-4B2F-B219-11C368C4E232}"/>
    <dgm:cxn modelId="{95B69FA1-0FCF-4474-AE93-614113684E0E}" srcId="{A4240576-A56E-4539-9B4E-C424FAF37A5F}" destId="{7BAC767A-9DA0-4C12-A937-1B84990BDF33}" srcOrd="0" destOrd="0" parTransId="{22F30D3E-D1C5-4A94-9BBB-63EFC49668CD}" sibTransId="{6E8AE1B4-626C-45C9-AE5F-4A41F24FD45E}"/>
    <dgm:cxn modelId="{DDB0A3CB-B4C5-42FE-9F1E-8990818BA2F6}" type="presOf" srcId="{16AAC7A4-F011-40A5-8724-C9DE8D9D3C00}" destId="{37E75BE2-BD40-4CBB-AB4A-73400CE09420}" srcOrd="0" destOrd="0" presId="urn:microsoft.com/office/officeart/2005/8/layout/orgChart1"/>
    <dgm:cxn modelId="{A7CE90D5-90BC-4F20-B0B3-DF86324BE230}" type="presOf" srcId="{20264802-0888-421B-A372-7F1AC263025C}" destId="{2D7F19AA-157D-41DD-8B3C-66DD4ADE63DD}" srcOrd="0" destOrd="0" presId="urn:microsoft.com/office/officeart/2005/8/layout/orgChart1"/>
    <dgm:cxn modelId="{49BF15E3-3C67-4ACF-AA95-3BD3E588227F}" srcId="{A4240576-A56E-4539-9B4E-C424FAF37A5F}" destId="{20264802-0888-421B-A372-7F1AC263025C}" srcOrd="1" destOrd="0" parTransId="{507FD76A-60C3-4C1F-A1F4-F0471F3A549D}" sibTransId="{C9A2FA2A-64AB-4E61-8B22-771649D2216C}"/>
    <dgm:cxn modelId="{B2D12FE4-B204-4215-A43A-7743813EEFEB}" type="presOf" srcId="{A4240576-A56E-4539-9B4E-C424FAF37A5F}" destId="{ECF7BF53-69B4-4E54-8A76-99DC85F525BC}" srcOrd="0" destOrd="0" presId="urn:microsoft.com/office/officeart/2005/8/layout/orgChart1"/>
    <dgm:cxn modelId="{318CC6F5-18D1-4954-8DA0-E93C0A66751E}" type="presOf" srcId="{FAB7AC7A-2565-458C-83B1-7E201ECBE239}" destId="{3F5F9F02-A2BB-413B-8BD5-408AC4B447AC}" srcOrd="0" destOrd="0" presId="urn:microsoft.com/office/officeart/2005/8/layout/orgChart1"/>
    <dgm:cxn modelId="{E78BFDF5-65E2-4C55-80CA-813E546F3326}" type="presOf" srcId="{6C806157-66E2-4B81-BEF4-F6A9E95DAFAB}" destId="{4E3D8799-D103-47D1-8F72-B2CC8CAC6587}" srcOrd="1" destOrd="0" presId="urn:microsoft.com/office/officeart/2005/8/layout/orgChart1"/>
    <dgm:cxn modelId="{03DFDAFA-F54D-4373-AFA9-F26B332F41E2}" type="presOf" srcId="{7BAC767A-9DA0-4C12-A937-1B84990BDF33}" destId="{F13745A2-E478-4DD7-9379-79301BE69DA0}" srcOrd="0"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CEFD6989-9E63-4034-B245-39118671AD96}" type="presParOf" srcId="{3F5F9F02-A2BB-413B-8BD5-408AC4B447AC}" destId="{27B9A657-5E97-4A82-AB03-1D3B0B0A1D60}" srcOrd="0" destOrd="0" presId="urn:microsoft.com/office/officeart/2005/8/layout/orgChart1"/>
    <dgm:cxn modelId="{FB3BD63A-259E-41E1-960F-FB40313A889F}" type="presParOf" srcId="{27B9A657-5E97-4A82-AB03-1D3B0B0A1D60}" destId="{20066040-4B19-4A0E-AC1C-C24C471E9763}" srcOrd="0" destOrd="0" presId="urn:microsoft.com/office/officeart/2005/8/layout/orgChart1"/>
    <dgm:cxn modelId="{3715D325-E272-4929-A097-8B85B96EF282}" type="presParOf" srcId="{20066040-4B19-4A0E-AC1C-C24C471E9763}" destId="{03359889-1736-4CB6-938B-D0FBC2DD0A61}" srcOrd="0" destOrd="0" presId="urn:microsoft.com/office/officeart/2005/8/layout/orgChart1"/>
    <dgm:cxn modelId="{A0282EFC-DD6F-453F-88F1-EFBEC1573416}" type="presParOf" srcId="{20066040-4B19-4A0E-AC1C-C24C471E9763}" destId="{4E3D8799-D103-47D1-8F72-B2CC8CAC6587}" srcOrd="1" destOrd="0" presId="urn:microsoft.com/office/officeart/2005/8/layout/orgChart1"/>
    <dgm:cxn modelId="{A0B09310-F710-4009-B5FC-E58A79C8ED6D}" type="presParOf" srcId="{27B9A657-5E97-4A82-AB03-1D3B0B0A1D60}" destId="{6DDC3BE3-E0E8-484F-82E2-6D1D91DB193D}" srcOrd="1" destOrd="0" presId="urn:microsoft.com/office/officeart/2005/8/layout/orgChart1"/>
    <dgm:cxn modelId="{882DEB15-7EE1-4F47-9DFC-648BC088676F}" type="presParOf" srcId="{6DDC3BE3-E0E8-484F-82E2-6D1D91DB193D}" destId="{37E75BE2-BD40-4CBB-AB4A-73400CE09420}" srcOrd="0" destOrd="0" presId="urn:microsoft.com/office/officeart/2005/8/layout/orgChart1"/>
    <dgm:cxn modelId="{8EC96D09-5773-423F-B39F-C84005D9B794}" type="presParOf" srcId="{6DDC3BE3-E0E8-484F-82E2-6D1D91DB193D}" destId="{3AFBAECD-5D9E-4FEF-B456-43A3B460D47C}" srcOrd="1" destOrd="0" presId="urn:microsoft.com/office/officeart/2005/8/layout/orgChart1"/>
    <dgm:cxn modelId="{A9A6D16B-394B-45F3-BA7E-3860B5B15454}" type="presParOf" srcId="{3AFBAECD-5D9E-4FEF-B456-43A3B460D47C}" destId="{C9AD89B3-9C72-496D-A744-C3D22120603E}" srcOrd="0" destOrd="0" presId="urn:microsoft.com/office/officeart/2005/8/layout/orgChart1"/>
    <dgm:cxn modelId="{B858B4B9-4B5E-40BA-B98D-E19AD294919F}" type="presParOf" srcId="{C9AD89B3-9C72-496D-A744-C3D22120603E}" destId="{ECF7BF53-69B4-4E54-8A76-99DC85F525BC}" srcOrd="0" destOrd="0" presId="urn:microsoft.com/office/officeart/2005/8/layout/orgChart1"/>
    <dgm:cxn modelId="{8BB91E57-F884-4EA4-B757-8BD3113B2683}" type="presParOf" srcId="{C9AD89B3-9C72-496D-A744-C3D22120603E}" destId="{AA166E9C-5017-446A-83FD-D79C4E865CE0}" srcOrd="1" destOrd="0" presId="urn:microsoft.com/office/officeart/2005/8/layout/orgChart1"/>
    <dgm:cxn modelId="{D9E7DD0B-F919-40D3-9A98-47C5E90C6CD6}" type="presParOf" srcId="{3AFBAECD-5D9E-4FEF-B456-43A3B460D47C}" destId="{40F472EA-C4C8-4A72-9BEB-19B2E7437CE9}" srcOrd="1" destOrd="0" presId="urn:microsoft.com/office/officeart/2005/8/layout/orgChart1"/>
    <dgm:cxn modelId="{5D55F035-97F5-45A8-8D9E-4FE2E64F8854}" type="presParOf" srcId="{40F472EA-C4C8-4A72-9BEB-19B2E7437CE9}" destId="{36DD863B-F5D2-4BEA-87C0-511F065F1F73}" srcOrd="0" destOrd="0" presId="urn:microsoft.com/office/officeart/2005/8/layout/orgChart1"/>
    <dgm:cxn modelId="{D2F8302B-EC74-415C-9096-F36B83A181B7}" type="presParOf" srcId="{40F472EA-C4C8-4A72-9BEB-19B2E7437CE9}" destId="{09611771-50BD-4062-9ABE-3374E1942725}" srcOrd="1" destOrd="0" presId="urn:microsoft.com/office/officeart/2005/8/layout/orgChart1"/>
    <dgm:cxn modelId="{A4AF3812-D376-4399-82F8-496D2F39AA33}" type="presParOf" srcId="{09611771-50BD-4062-9ABE-3374E1942725}" destId="{BE0A8601-EADE-4FE6-B0AE-577D3A96FEAB}" srcOrd="0" destOrd="0" presId="urn:microsoft.com/office/officeart/2005/8/layout/orgChart1"/>
    <dgm:cxn modelId="{D174C945-A26A-48BB-BBB5-C5991AE2FC7D}" type="presParOf" srcId="{BE0A8601-EADE-4FE6-B0AE-577D3A96FEAB}" destId="{F13745A2-E478-4DD7-9379-79301BE69DA0}" srcOrd="0" destOrd="0" presId="urn:microsoft.com/office/officeart/2005/8/layout/orgChart1"/>
    <dgm:cxn modelId="{C99D3F98-4C45-41ED-BE4F-8A210D98600E}" type="presParOf" srcId="{BE0A8601-EADE-4FE6-B0AE-577D3A96FEAB}" destId="{F292CE52-98D6-4533-894E-49DF417CA838}" srcOrd="1" destOrd="0" presId="urn:microsoft.com/office/officeart/2005/8/layout/orgChart1"/>
    <dgm:cxn modelId="{D09C1814-AA14-4609-9E66-DCAFFA75B1F2}" type="presParOf" srcId="{09611771-50BD-4062-9ABE-3374E1942725}" destId="{40B9E3EE-8654-475B-9F20-5A868259FDD4}" srcOrd="1" destOrd="0" presId="urn:microsoft.com/office/officeart/2005/8/layout/orgChart1"/>
    <dgm:cxn modelId="{F1EF6CAE-9A65-4F39-B476-94ABD12CFC08}" type="presParOf" srcId="{09611771-50BD-4062-9ABE-3374E1942725}" destId="{60A61FF5-70DC-4601-99B8-53CD31FA71FD}" srcOrd="2" destOrd="0" presId="urn:microsoft.com/office/officeart/2005/8/layout/orgChart1"/>
    <dgm:cxn modelId="{D65D9B75-2845-4FBF-BA1F-8122BF9CB99F}" type="presParOf" srcId="{40F472EA-C4C8-4A72-9BEB-19B2E7437CE9}" destId="{B073300E-6475-4A24-B436-EFFDEE066C9E}" srcOrd="2" destOrd="0" presId="urn:microsoft.com/office/officeart/2005/8/layout/orgChart1"/>
    <dgm:cxn modelId="{FBF6D8FE-7FC0-4125-8CE9-3D3950D41A52}" type="presParOf" srcId="{40F472EA-C4C8-4A72-9BEB-19B2E7437CE9}" destId="{A185E5D5-FC02-4A48-913D-E32944E68A89}" srcOrd="3" destOrd="0" presId="urn:microsoft.com/office/officeart/2005/8/layout/orgChart1"/>
    <dgm:cxn modelId="{CBABEDA6-2047-4EC8-951D-EFAD6A8DAE26}" type="presParOf" srcId="{A185E5D5-FC02-4A48-913D-E32944E68A89}" destId="{B3DC87EF-6746-490B-B470-DA06D200AF18}" srcOrd="0" destOrd="0" presId="urn:microsoft.com/office/officeart/2005/8/layout/orgChart1"/>
    <dgm:cxn modelId="{53248A65-8986-40D0-BBF7-43E805DA5B5C}" type="presParOf" srcId="{B3DC87EF-6746-490B-B470-DA06D200AF18}" destId="{2D7F19AA-157D-41DD-8B3C-66DD4ADE63DD}" srcOrd="0" destOrd="0" presId="urn:microsoft.com/office/officeart/2005/8/layout/orgChart1"/>
    <dgm:cxn modelId="{CDEC89B5-4B48-499C-8500-B564FF07D8A3}" type="presParOf" srcId="{B3DC87EF-6746-490B-B470-DA06D200AF18}" destId="{D9AE6C47-9DDA-48AB-8F69-DCCBB3CE204A}" srcOrd="1" destOrd="0" presId="urn:microsoft.com/office/officeart/2005/8/layout/orgChart1"/>
    <dgm:cxn modelId="{F4E02CCE-4570-4C6B-9929-E86C87CB303E}" type="presParOf" srcId="{A185E5D5-FC02-4A48-913D-E32944E68A89}" destId="{61233E95-D56E-4B01-983D-9EAC6368E5FD}" srcOrd="1" destOrd="0" presId="urn:microsoft.com/office/officeart/2005/8/layout/orgChart1"/>
    <dgm:cxn modelId="{3FD6CA68-FECC-4C66-BED6-9787E7B02CC5}" type="presParOf" srcId="{A185E5D5-FC02-4A48-913D-E32944E68A89}" destId="{F0ED42A5-6599-4B6F-A090-AA25AD408922}" srcOrd="2" destOrd="0" presId="urn:microsoft.com/office/officeart/2005/8/layout/orgChart1"/>
    <dgm:cxn modelId="{F4C6E3DE-6532-4D0F-B460-EBD1144662C0}" type="presParOf" srcId="{3AFBAECD-5D9E-4FEF-B456-43A3B460D47C}" destId="{12484CB8-D48A-42F1-BF55-A3365C7BCC0B}" srcOrd="2" destOrd="0" presId="urn:microsoft.com/office/officeart/2005/8/layout/orgChart1"/>
    <dgm:cxn modelId="{6ACB5A2B-3548-4761-873F-4C4B45616493}" type="presParOf" srcId="{27B9A657-5E97-4A82-AB03-1D3B0B0A1D60}" destId="{EB4A876E-CE02-44E6-9C28-1B50D9485DE6}" srcOrd="2" destOrd="0" presId="urn:microsoft.com/office/officeart/2005/8/layout/orgChart1"/>
  </dgm:cxnLst>
  <dgm:bg/>
  <dgm:whole/>
  <dgm:extLst>
    <a:ext uri="http://schemas.microsoft.com/office/drawing/2008/diagram">
      <dsp:dataModelExt xmlns:dsp="http://schemas.microsoft.com/office/drawing/2008/diagram" relId="rId70"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FAB7AC7A-2565-458C-83B1-7E201ECBE239}" type="doc">
      <dgm:prSet loTypeId="urn:microsoft.com/office/officeart/2005/8/layout/orgChart1" loCatId="hierarchy" qsTypeId="urn:microsoft.com/office/officeart/2005/8/quickstyle/simple5" qsCatId="simple" csTypeId="urn:microsoft.com/office/officeart/2005/8/colors/accent1_1" csCatId="accent1" phldr="1"/>
      <dgm:spPr/>
      <dgm:t>
        <a:bodyPr/>
        <a:lstStyle/>
        <a:p>
          <a:endParaRPr lang="en-US"/>
        </a:p>
      </dgm:t>
    </dgm:pt>
    <dgm:pt modelId="{6C806157-66E2-4B81-BEF4-F6A9E95DAFAB}">
      <dgm:prSet custT="1"/>
      <dgm:spPr/>
      <dgm:t>
        <a:bodyPr/>
        <a:lstStyle/>
        <a:p>
          <a:pPr algn="ctr"/>
          <a:r>
            <a:rPr lang="en-US" sz="700" b="1">
              <a:latin typeface="Meiryo UI" panose="020B0604030504040204" pitchFamily="34" charset="-128"/>
              <a:ea typeface="Meiryo UI" panose="020B0604030504040204" pitchFamily="34" charset="-128"/>
            </a:rPr>
            <a:t>Mirroring Server SA/TM </a:t>
          </a:r>
          <a:r>
            <a:rPr lang="en-US" sz="700" b="0">
              <a:solidFill>
                <a:srgbClr val="FF0000"/>
              </a:solidFill>
              <a:latin typeface="Meiryo UI" panose="020B0604030504040204" pitchFamily="34" charset="-128"/>
              <a:ea typeface="Meiryo UI" panose="020B0604030504040204" pitchFamily="34" charset="-128"/>
            </a:rPr>
            <a:t>Open</a:t>
          </a:r>
          <a:endParaRPr lang="en-US" sz="700" b="1">
            <a:latin typeface="Meiryo UI" panose="020B0604030504040204" pitchFamily="34" charset="-128"/>
            <a:ea typeface="Meiryo UI" panose="020B0604030504040204" pitchFamily="34" charset="-128"/>
          </a:endParaRPr>
        </a:p>
      </dgm:t>
    </dgm:pt>
    <dgm:pt modelId="{73E34A32-EA8A-4679-8664-790FFD71DBC6}" type="parTrans" cxnId="{15981BFB-426B-40A2-BA0A-9897F7B71B03}">
      <dgm:prSet/>
      <dgm:spPr/>
      <dgm:t>
        <a:bodyPr/>
        <a:lstStyle/>
        <a:p>
          <a:pPr algn="ctr"/>
          <a:endParaRPr lang="en-US"/>
        </a:p>
      </dgm:t>
    </dgm:pt>
    <dgm:pt modelId="{8559179F-7EED-425D-8464-7AB94ECED24D}" type="sibTrans" cxnId="{15981BFB-426B-40A2-BA0A-9897F7B71B03}">
      <dgm:prSet/>
      <dgm:spPr/>
      <dgm:t>
        <a:bodyPr/>
        <a:lstStyle/>
        <a:p>
          <a:pPr algn="ctr"/>
          <a:endParaRPr lang="en-US"/>
        </a:p>
      </dgm:t>
    </dgm:pt>
    <dgm:pt modelId="{7BAC767A-9DA0-4C12-A937-1B84990BDF33}">
      <dgm:prSet custT="1"/>
      <dgm:spPr/>
      <dgm:t>
        <a:bodyPr/>
        <a:lstStyle/>
        <a:p>
          <a:pPr algn="ctr"/>
          <a:r>
            <a:rPr lang="en-US" sz="700" b="1">
              <a:latin typeface="Meiryo UI" panose="020B0604030504040204" pitchFamily="34" charset="-128"/>
              <a:ea typeface="Meiryo UI" panose="020B0604030504040204" pitchFamily="34" charset="-128"/>
            </a:rPr>
            <a:t>Engineer </a:t>
          </a:r>
        </a:p>
        <a:p>
          <a:pPr algn="ctr"/>
          <a:r>
            <a:rPr lang="en-US" sz="700" b="1">
              <a:latin typeface="Meiryo UI" panose="020B0604030504040204" pitchFamily="34" charset="-128"/>
              <a:ea typeface="Meiryo UI" panose="020B0604030504040204" pitchFamily="34" charset="-128"/>
            </a:rPr>
            <a:t>Lead</a:t>
          </a:r>
        </a:p>
      </dgm:t>
    </dgm:pt>
    <dgm:pt modelId="{22F30D3E-D1C5-4A94-9BBB-63EFC49668CD}" type="parTrans" cxnId="{95B69FA1-0FCF-4474-AE93-614113684E0E}">
      <dgm:prSet/>
      <dgm:spPr/>
      <dgm:t>
        <a:bodyPr/>
        <a:lstStyle/>
        <a:p>
          <a:endParaRPr lang="en-US"/>
        </a:p>
      </dgm:t>
    </dgm:pt>
    <dgm:pt modelId="{6E8AE1B4-626C-45C9-AE5F-4A41F24FD45E}" type="sibTrans" cxnId="{95B69FA1-0FCF-4474-AE93-614113684E0E}">
      <dgm:prSet/>
      <dgm:spPr/>
      <dgm:t>
        <a:bodyPr/>
        <a:lstStyle/>
        <a:p>
          <a:endParaRPr lang="en-US"/>
        </a:p>
      </dgm:t>
    </dgm:pt>
    <dgm:pt modelId="{20264802-0888-421B-A372-7F1AC263025C}">
      <dgm:prSet custT="1"/>
      <dgm:spPr/>
      <dgm:t>
        <a:bodyPr/>
        <a:lstStyle/>
        <a:p>
          <a:pPr algn="ctr"/>
          <a:r>
            <a:rPr lang="en-US" sz="700" b="1">
              <a:latin typeface="Meiryo UI" panose="020B0604030504040204" pitchFamily="34" charset="-128"/>
              <a:ea typeface="Meiryo UI" panose="020B0604030504040204" pitchFamily="34" charset="-128"/>
            </a:rPr>
            <a:t>Engineer team</a:t>
          </a:r>
        </a:p>
      </dgm:t>
    </dgm:pt>
    <dgm:pt modelId="{507FD76A-60C3-4C1F-A1F4-F0471F3A549D}" type="parTrans" cxnId="{49BF15E3-3C67-4ACF-AA95-3BD3E588227F}">
      <dgm:prSet/>
      <dgm:spPr/>
      <dgm:t>
        <a:bodyPr/>
        <a:lstStyle/>
        <a:p>
          <a:endParaRPr lang="en-US"/>
        </a:p>
      </dgm:t>
    </dgm:pt>
    <dgm:pt modelId="{C9A2FA2A-64AB-4E61-8B22-771649D2216C}" type="sibTrans" cxnId="{49BF15E3-3C67-4ACF-AA95-3BD3E588227F}">
      <dgm:prSet/>
      <dgm:spPr/>
      <dgm:t>
        <a:bodyPr/>
        <a:lstStyle/>
        <a:p>
          <a:endParaRPr lang="en-US"/>
        </a:p>
      </dgm:t>
    </dgm:pt>
    <dgm:pt modelId="{3F5F9F02-A2BB-413B-8BD5-408AC4B447AC}" type="pres">
      <dgm:prSet presAssocID="{FAB7AC7A-2565-458C-83B1-7E201ECBE239}" presName="hierChild1" presStyleCnt="0">
        <dgm:presLayoutVars>
          <dgm:orgChart val="1"/>
          <dgm:chPref val="1"/>
          <dgm:dir/>
          <dgm:animOne val="branch"/>
          <dgm:animLvl val="lvl"/>
          <dgm:resizeHandles/>
        </dgm:presLayoutVars>
      </dgm:prSet>
      <dgm:spPr/>
    </dgm:pt>
    <dgm:pt modelId="{27B9A657-5E97-4A82-AB03-1D3B0B0A1D60}" type="pres">
      <dgm:prSet presAssocID="{6C806157-66E2-4B81-BEF4-F6A9E95DAFAB}" presName="hierRoot1" presStyleCnt="0">
        <dgm:presLayoutVars>
          <dgm:hierBranch val="init"/>
        </dgm:presLayoutVars>
      </dgm:prSet>
      <dgm:spPr/>
    </dgm:pt>
    <dgm:pt modelId="{20066040-4B19-4A0E-AC1C-C24C471E9763}" type="pres">
      <dgm:prSet presAssocID="{6C806157-66E2-4B81-BEF4-F6A9E95DAFAB}" presName="rootComposite1" presStyleCnt="0"/>
      <dgm:spPr/>
    </dgm:pt>
    <dgm:pt modelId="{03359889-1736-4CB6-938B-D0FBC2DD0A61}" type="pres">
      <dgm:prSet presAssocID="{6C806157-66E2-4B81-BEF4-F6A9E95DAFAB}" presName="rootText1" presStyleLbl="node0" presStyleIdx="0" presStyleCnt="1" custScaleX="126280" custLinFactNeighborX="7975" custLinFactNeighborY="-1854">
        <dgm:presLayoutVars>
          <dgm:chPref val="3"/>
        </dgm:presLayoutVars>
      </dgm:prSet>
      <dgm:spPr/>
    </dgm:pt>
    <dgm:pt modelId="{4E3D8799-D103-47D1-8F72-B2CC8CAC6587}" type="pres">
      <dgm:prSet presAssocID="{6C806157-66E2-4B81-BEF4-F6A9E95DAFAB}" presName="rootConnector1" presStyleLbl="node1" presStyleIdx="0" presStyleCnt="0"/>
      <dgm:spPr/>
    </dgm:pt>
    <dgm:pt modelId="{6DDC3BE3-E0E8-484F-82E2-6D1D91DB193D}" type="pres">
      <dgm:prSet presAssocID="{6C806157-66E2-4B81-BEF4-F6A9E95DAFAB}" presName="hierChild2" presStyleCnt="0"/>
      <dgm:spPr/>
    </dgm:pt>
    <dgm:pt modelId="{36DD863B-F5D2-4BEA-87C0-511F065F1F73}" type="pres">
      <dgm:prSet presAssocID="{22F30D3E-D1C5-4A94-9BBB-63EFC49668CD}" presName="Name37" presStyleLbl="parChTrans1D2" presStyleIdx="0" presStyleCnt="1"/>
      <dgm:spPr/>
    </dgm:pt>
    <dgm:pt modelId="{09611771-50BD-4062-9ABE-3374E1942725}" type="pres">
      <dgm:prSet presAssocID="{7BAC767A-9DA0-4C12-A937-1B84990BDF33}" presName="hierRoot2" presStyleCnt="0">
        <dgm:presLayoutVars>
          <dgm:hierBranch val="init"/>
        </dgm:presLayoutVars>
      </dgm:prSet>
      <dgm:spPr/>
    </dgm:pt>
    <dgm:pt modelId="{BE0A8601-EADE-4FE6-B0AE-577D3A96FEAB}" type="pres">
      <dgm:prSet presAssocID="{7BAC767A-9DA0-4C12-A937-1B84990BDF33}" presName="rootComposite" presStyleCnt="0"/>
      <dgm:spPr/>
    </dgm:pt>
    <dgm:pt modelId="{F13745A2-E478-4DD7-9379-79301BE69DA0}" type="pres">
      <dgm:prSet presAssocID="{7BAC767A-9DA0-4C12-A937-1B84990BDF33}" presName="rootText" presStyleLbl="node2" presStyleIdx="0" presStyleCnt="1" custScaleX="118583" custScaleY="84787" custLinFactNeighborX="5478" custLinFactNeighborY="-4267">
        <dgm:presLayoutVars>
          <dgm:chPref val="3"/>
        </dgm:presLayoutVars>
      </dgm:prSet>
      <dgm:spPr/>
    </dgm:pt>
    <dgm:pt modelId="{F292CE52-98D6-4533-894E-49DF417CA838}" type="pres">
      <dgm:prSet presAssocID="{7BAC767A-9DA0-4C12-A937-1B84990BDF33}" presName="rootConnector" presStyleLbl="node2" presStyleIdx="0" presStyleCnt="1"/>
      <dgm:spPr/>
    </dgm:pt>
    <dgm:pt modelId="{40B9E3EE-8654-475B-9F20-5A868259FDD4}" type="pres">
      <dgm:prSet presAssocID="{7BAC767A-9DA0-4C12-A937-1B84990BDF33}" presName="hierChild4" presStyleCnt="0"/>
      <dgm:spPr/>
    </dgm:pt>
    <dgm:pt modelId="{B073300E-6475-4A24-B436-EFFDEE066C9E}" type="pres">
      <dgm:prSet presAssocID="{507FD76A-60C3-4C1F-A1F4-F0471F3A549D}" presName="Name37" presStyleLbl="parChTrans1D3" presStyleIdx="0" presStyleCnt="1"/>
      <dgm:spPr/>
    </dgm:pt>
    <dgm:pt modelId="{A185E5D5-FC02-4A48-913D-E32944E68A89}" type="pres">
      <dgm:prSet presAssocID="{20264802-0888-421B-A372-7F1AC263025C}" presName="hierRoot2" presStyleCnt="0">
        <dgm:presLayoutVars>
          <dgm:hierBranch val="init"/>
        </dgm:presLayoutVars>
      </dgm:prSet>
      <dgm:spPr/>
    </dgm:pt>
    <dgm:pt modelId="{B3DC87EF-6746-490B-B470-DA06D200AF18}" type="pres">
      <dgm:prSet presAssocID="{20264802-0888-421B-A372-7F1AC263025C}" presName="rootComposite" presStyleCnt="0"/>
      <dgm:spPr/>
    </dgm:pt>
    <dgm:pt modelId="{2D7F19AA-157D-41DD-8B3C-66DD4ADE63DD}" type="pres">
      <dgm:prSet presAssocID="{20264802-0888-421B-A372-7F1AC263025C}" presName="rootText" presStyleLbl="node3" presStyleIdx="0" presStyleCnt="1" custScaleX="103716" custScaleY="71693">
        <dgm:presLayoutVars>
          <dgm:chPref val="3"/>
        </dgm:presLayoutVars>
      </dgm:prSet>
      <dgm:spPr/>
    </dgm:pt>
    <dgm:pt modelId="{D9AE6C47-9DDA-48AB-8F69-DCCBB3CE204A}" type="pres">
      <dgm:prSet presAssocID="{20264802-0888-421B-A372-7F1AC263025C}" presName="rootConnector" presStyleLbl="node3" presStyleIdx="0" presStyleCnt="1"/>
      <dgm:spPr/>
    </dgm:pt>
    <dgm:pt modelId="{61233E95-D56E-4B01-983D-9EAC6368E5FD}" type="pres">
      <dgm:prSet presAssocID="{20264802-0888-421B-A372-7F1AC263025C}" presName="hierChild4" presStyleCnt="0"/>
      <dgm:spPr/>
    </dgm:pt>
    <dgm:pt modelId="{F0ED42A5-6599-4B6F-A090-AA25AD408922}" type="pres">
      <dgm:prSet presAssocID="{20264802-0888-421B-A372-7F1AC263025C}" presName="hierChild5" presStyleCnt="0"/>
      <dgm:spPr/>
    </dgm:pt>
    <dgm:pt modelId="{60A61FF5-70DC-4601-99B8-53CD31FA71FD}" type="pres">
      <dgm:prSet presAssocID="{7BAC767A-9DA0-4C12-A937-1B84990BDF33}" presName="hierChild5" presStyleCnt="0"/>
      <dgm:spPr/>
    </dgm:pt>
    <dgm:pt modelId="{EB4A876E-CE02-44E6-9C28-1B50D9485DE6}" type="pres">
      <dgm:prSet presAssocID="{6C806157-66E2-4B81-BEF4-F6A9E95DAFAB}" presName="hierChild3" presStyleCnt="0"/>
      <dgm:spPr/>
    </dgm:pt>
  </dgm:ptLst>
  <dgm:cxnLst>
    <dgm:cxn modelId="{37E7F217-4C9F-4210-BD38-EB53378DE7F3}" type="presOf" srcId="{20264802-0888-421B-A372-7F1AC263025C}" destId="{2D7F19AA-157D-41DD-8B3C-66DD4ADE63DD}" srcOrd="0" destOrd="0" presId="urn:microsoft.com/office/officeart/2005/8/layout/orgChart1"/>
    <dgm:cxn modelId="{5772AB39-14C4-4A54-9713-4E8D6DBB95F3}" type="presOf" srcId="{7BAC767A-9DA0-4C12-A937-1B84990BDF33}" destId="{F13745A2-E478-4DD7-9379-79301BE69DA0}" srcOrd="0" destOrd="0" presId="urn:microsoft.com/office/officeart/2005/8/layout/orgChart1"/>
    <dgm:cxn modelId="{63201C65-3B8B-4023-ACBC-F41E39D7409B}" type="presOf" srcId="{6C806157-66E2-4B81-BEF4-F6A9E95DAFAB}" destId="{03359889-1736-4CB6-938B-D0FBC2DD0A61}" srcOrd="0" destOrd="0" presId="urn:microsoft.com/office/officeart/2005/8/layout/orgChart1"/>
    <dgm:cxn modelId="{3CB3588C-1990-46EF-821B-4D77EE4841D9}" type="presOf" srcId="{7BAC767A-9DA0-4C12-A937-1B84990BDF33}" destId="{F292CE52-98D6-4533-894E-49DF417CA838}" srcOrd="1" destOrd="0" presId="urn:microsoft.com/office/officeart/2005/8/layout/orgChart1"/>
    <dgm:cxn modelId="{72745C93-B69B-4225-960D-0D1FB4974E6D}" type="presOf" srcId="{20264802-0888-421B-A372-7F1AC263025C}" destId="{D9AE6C47-9DDA-48AB-8F69-DCCBB3CE204A}" srcOrd="1" destOrd="0" presId="urn:microsoft.com/office/officeart/2005/8/layout/orgChart1"/>
    <dgm:cxn modelId="{95B69FA1-0FCF-4474-AE93-614113684E0E}" srcId="{6C806157-66E2-4B81-BEF4-F6A9E95DAFAB}" destId="{7BAC767A-9DA0-4C12-A937-1B84990BDF33}" srcOrd="0" destOrd="0" parTransId="{22F30D3E-D1C5-4A94-9BBB-63EFC49668CD}" sibTransId="{6E8AE1B4-626C-45C9-AE5F-4A41F24FD45E}"/>
    <dgm:cxn modelId="{21F941A5-DB51-4FBA-B1B8-57AA32106E7C}" type="presOf" srcId="{507FD76A-60C3-4C1F-A1F4-F0471F3A549D}" destId="{B073300E-6475-4A24-B436-EFFDEE066C9E}" srcOrd="0" destOrd="0" presId="urn:microsoft.com/office/officeart/2005/8/layout/orgChart1"/>
    <dgm:cxn modelId="{995A38BD-BEB9-41D5-B30B-A8195089525F}" type="presOf" srcId="{22F30D3E-D1C5-4A94-9BBB-63EFC49668CD}" destId="{36DD863B-F5D2-4BEA-87C0-511F065F1F73}" srcOrd="0" destOrd="0" presId="urn:microsoft.com/office/officeart/2005/8/layout/orgChart1"/>
    <dgm:cxn modelId="{49BF15E3-3C67-4ACF-AA95-3BD3E588227F}" srcId="{7BAC767A-9DA0-4C12-A937-1B84990BDF33}" destId="{20264802-0888-421B-A372-7F1AC263025C}" srcOrd="0" destOrd="0" parTransId="{507FD76A-60C3-4C1F-A1F4-F0471F3A549D}" sibTransId="{C9A2FA2A-64AB-4E61-8B22-771649D2216C}"/>
    <dgm:cxn modelId="{318CC6F5-18D1-4954-8DA0-E93C0A66751E}" type="presOf" srcId="{FAB7AC7A-2565-458C-83B1-7E201ECBE239}" destId="{3F5F9F02-A2BB-413B-8BD5-408AC4B447AC}" srcOrd="0" destOrd="0" presId="urn:microsoft.com/office/officeart/2005/8/layout/orgChart1"/>
    <dgm:cxn modelId="{E78BFDF5-65E2-4C55-80CA-813E546F3326}" type="presOf" srcId="{6C806157-66E2-4B81-BEF4-F6A9E95DAFAB}" destId="{4E3D8799-D103-47D1-8F72-B2CC8CAC6587}" srcOrd="1" destOrd="0" presId="urn:microsoft.com/office/officeart/2005/8/layout/orgChart1"/>
    <dgm:cxn modelId="{15981BFB-426B-40A2-BA0A-9897F7B71B03}" srcId="{FAB7AC7A-2565-458C-83B1-7E201ECBE239}" destId="{6C806157-66E2-4B81-BEF4-F6A9E95DAFAB}" srcOrd="0" destOrd="0" parTransId="{73E34A32-EA8A-4679-8664-790FFD71DBC6}" sibTransId="{8559179F-7EED-425D-8464-7AB94ECED24D}"/>
    <dgm:cxn modelId="{CEFD6989-9E63-4034-B245-39118671AD96}" type="presParOf" srcId="{3F5F9F02-A2BB-413B-8BD5-408AC4B447AC}" destId="{27B9A657-5E97-4A82-AB03-1D3B0B0A1D60}" srcOrd="0" destOrd="0" presId="urn:microsoft.com/office/officeart/2005/8/layout/orgChart1"/>
    <dgm:cxn modelId="{FB3BD63A-259E-41E1-960F-FB40313A889F}" type="presParOf" srcId="{27B9A657-5E97-4A82-AB03-1D3B0B0A1D60}" destId="{20066040-4B19-4A0E-AC1C-C24C471E9763}" srcOrd="0" destOrd="0" presId="urn:microsoft.com/office/officeart/2005/8/layout/orgChart1"/>
    <dgm:cxn modelId="{3715D325-E272-4929-A097-8B85B96EF282}" type="presParOf" srcId="{20066040-4B19-4A0E-AC1C-C24C471E9763}" destId="{03359889-1736-4CB6-938B-D0FBC2DD0A61}" srcOrd="0" destOrd="0" presId="urn:microsoft.com/office/officeart/2005/8/layout/orgChart1"/>
    <dgm:cxn modelId="{A0282EFC-DD6F-453F-88F1-EFBEC1573416}" type="presParOf" srcId="{20066040-4B19-4A0E-AC1C-C24C471E9763}" destId="{4E3D8799-D103-47D1-8F72-B2CC8CAC6587}" srcOrd="1" destOrd="0" presId="urn:microsoft.com/office/officeart/2005/8/layout/orgChart1"/>
    <dgm:cxn modelId="{A0B09310-F710-4009-B5FC-E58A79C8ED6D}" type="presParOf" srcId="{27B9A657-5E97-4A82-AB03-1D3B0B0A1D60}" destId="{6DDC3BE3-E0E8-484F-82E2-6D1D91DB193D}" srcOrd="1" destOrd="0" presId="urn:microsoft.com/office/officeart/2005/8/layout/orgChart1"/>
    <dgm:cxn modelId="{D0568201-EBC6-42A9-9D09-37B7D254940B}" type="presParOf" srcId="{6DDC3BE3-E0E8-484F-82E2-6D1D91DB193D}" destId="{36DD863B-F5D2-4BEA-87C0-511F065F1F73}" srcOrd="0" destOrd="0" presId="urn:microsoft.com/office/officeart/2005/8/layout/orgChart1"/>
    <dgm:cxn modelId="{60AE2171-0531-44B2-B76B-26EF77B4979C}" type="presParOf" srcId="{6DDC3BE3-E0E8-484F-82E2-6D1D91DB193D}" destId="{09611771-50BD-4062-9ABE-3374E1942725}" srcOrd="1" destOrd="0" presId="urn:microsoft.com/office/officeart/2005/8/layout/orgChart1"/>
    <dgm:cxn modelId="{BEB2F65F-B1CD-4E0A-AC2C-1B24F12FFF50}" type="presParOf" srcId="{09611771-50BD-4062-9ABE-3374E1942725}" destId="{BE0A8601-EADE-4FE6-B0AE-577D3A96FEAB}" srcOrd="0" destOrd="0" presId="urn:microsoft.com/office/officeart/2005/8/layout/orgChart1"/>
    <dgm:cxn modelId="{BD8DC7DF-AA38-49AC-BE36-8A910866261C}" type="presParOf" srcId="{BE0A8601-EADE-4FE6-B0AE-577D3A96FEAB}" destId="{F13745A2-E478-4DD7-9379-79301BE69DA0}" srcOrd="0" destOrd="0" presId="urn:microsoft.com/office/officeart/2005/8/layout/orgChart1"/>
    <dgm:cxn modelId="{5076B412-750B-4C1E-A9A1-478F85FD5C54}" type="presParOf" srcId="{BE0A8601-EADE-4FE6-B0AE-577D3A96FEAB}" destId="{F292CE52-98D6-4533-894E-49DF417CA838}" srcOrd="1" destOrd="0" presId="urn:microsoft.com/office/officeart/2005/8/layout/orgChart1"/>
    <dgm:cxn modelId="{E05D5DE5-5B39-4AEE-B943-842D84C05E2A}" type="presParOf" srcId="{09611771-50BD-4062-9ABE-3374E1942725}" destId="{40B9E3EE-8654-475B-9F20-5A868259FDD4}" srcOrd="1" destOrd="0" presId="urn:microsoft.com/office/officeart/2005/8/layout/orgChart1"/>
    <dgm:cxn modelId="{518728BE-827B-473D-BC56-D9BA46A8F852}" type="presParOf" srcId="{40B9E3EE-8654-475B-9F20-5A868259FDD4}" destId="{B073300E-6475-4A24-B436-EFFDEE066C9E}" srcOrd="0" destOrd="0" presId="urn:microsoft.com/office/officeart/2005/8/layout/orgChart1"/>
    <dgm:cxn modelId="{5193BF6B-B7A3-499A-9740-7993171DB600}" type="presParOf" srcId="{40B9E3EE-8654-475B-9F20-5A868259FDD4}" destId="{A185E5D5-FC02-4A48-913D-E32944E68A89}" srcOrd="1" destOrd="0" presId="urn:microsoft.com/office/officeart/2005/8/layout/orgChart1"/>
    <dgm:cxn modelId="{D672C8CA-2AE7-4E2F-B0A7-86B9332E8A6D}" type="presParOf" srcId="{A185E5D5-FC02-4A48-913D-E32944E68A89}" destId="{B3DC87EF-6746-490B-B470-DA06D200AF18}" srcOrd="0" destOrd="0" presId="urn:microsoft.com/office/officeart/2005/8/layout/orgChart1"/>
    <dgm:cxn modelId="{362A2049-5F0B-4D54-A224-858FF372CC4A}" type="presParOf" srcId="{B3DC87EF-6746-490B-B470-DA06D200AF18}" destId="{2D7F19AA-157D-41DD-8B3C-66DD4ADE63DD}" srcOrd="0" destOrd="0" presId="urn:microsoft.com/office/officeart/2005/8/layout/orgChart1"/>
    <dgm:cxn modelId="{C4B041F0-AA99-480C-93AF-DFBBBD097190}" type="presParOf" srcId="{B3DC87EF-6746-490B-B470-DA06D200AF18}" destId="{D9AE6C47-9DDA-48AB-8F69-DCCBB3CE204A}" srcOrd="1" destOrd="0" presId="urn:microsoft.com/office/officeart/2005/8/layout/orgChart1"/>
    <dgm:cxn modelId="{A133DDC4-81D1-464B-B873-D294D3E0F636}" type="presParOf" srcId="{A185E5D5-FC02-4A48-913D-E32944E68A89}" destId="{61233E95-D56E-4B01-983D-9EAC6368E5FD}" srcOrd="1" destOrd="0" presId="urn:microsoft.com/office/officeart/2005/8/layout/orgChart1"/>
    <dgm:cxn modelId="{00615F84-6936-4582-A54A-BA84FE069F9A}" type="presParOf" srcId="{A185E5D5-FC02-4A48-913D-E32944E68A89}" destId="{F0ED42A5-6599-4B6F-A090-AA25AD408922}" srcOrd="2" destOrd="0" presId="urn:microsoft.com/office/officeart/2005/8/layout/orgChart1"/>
    <dgm:cxn modelId="{23B90BD5-3A17-4D85-B02B-1F1D2C7F2508}" type="presParOf" srcId="{09611771-50BD-4062-9ABE-3374E1942725}" destId="{60A61FF5-70DC-4601-99B8-53CD31FA71FD}" srcOrd="2" destOrd="0" presId="urn:microsoft.com/office/officeart/2005/8/layout/orgChart1"/>
    <dgm:cxn modelId="{6ACB5A2B-3548-4761-873F-4C4B45616493}" type="presParOf" srcId="{27B9A657-5E97-4A82-AB03-1D3B0B0A1D60}" destId="{EB4A876E-CE02-44E6-9C28-1B50D9485DE6}" srcOrd="2" destOrd="0" presId="urn:microsoft.com/office/officeart/2005/8/layout/orgChart1"/>
  </dgm:cxnLst>
  <dgm:bg/>
  <dgm:whole/>
  <dgm:extLst>
    <a:ext uri="http://schemas.microsoft.com/office/drawing/2008/diagram">
      <dsp:dataModelExt xmlns:dsp="http://schemas.microsoft.com/office/drawing/2008/diagram" relId="rId75"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B1695D-22CD-4215-BDD4-2350B484FC60}">
      <dsp:nvSpPr>
        <dsp:cNvPr id="0" name=""/>
        <dsp:cNvSpPr/>
      </dsp:nvSpPr>
      <dsp:spPr>
        <a:xfrm>
          <a:off x="4097610" y="0"/>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KDDI CDL </a:t>
          </a:r>
          <a:r>
            <a:rPr lang="en-US" sz="700" b="0" kern="1200">
              <a:solidFill>
                <a:srgbClr val="00B050"/>
              </a:solidFill>
              <a:latin typeface="Meiryo UI" panose="020B0604030504040204" pitchFamily="34" charset="-128"/>
              <a:ea typeface="Meiryo UI" panose="020B0604030504040204" pitchFamily="34" charset="-128"/>
            </a:rPr>
            <a:t>Aoki</a:t>
          </a:r>
          <a:endParaRPr lang="en-US" sz="400" b="0" kern="1200">
            <a:solidFill>
              <a:srgbClr val="00B050"/>
            </a:solidFill>
            <a:latin typeface="Meiryo UI" panose="020B0604030504040204" pitchFamily="34" charset="-128"/>
            <a:ea typeface="Meiryo UI" panose="020B0604030504040204" pitchFamily="34" charset="-128"/>
          </a:endParaRPr>
        </a:p>
      </dsp:txBody>
      <dsp:txXfrm>
        <a:off x="4110007" y="12397"/>
        <a:ext cx="610085" cy="398458"/>
      </dsp:txXfrm>
    </dsp:sp>
    <dsp:sp modelId="{537D9008-D1D0-42BB-BF13-C94683B68524}">
      <dsp:nvSpPr>
        <dsp:cNvPr id="0" name=""/>
        <dsp:cNvSpPr/>
      </dsp:nvSpPr>
      <dsp:spPr>
        <a:xfrm>
          <a:off x="4369330" y="423252"/>
          <a:ext cx="91440" cy="169301"/>
        </a:xfrm>
        <a:custGeom>
          <a:avLst/>
          <a:gdLst/>
          <a:ahLst/>
          <a:cxnLst/>
          <a:rect l="0" t="0" r="0" b="0"/>
          <a:pathLst>
            <a:path>
              <a:moveTo>
                <a:pt x="45720" y="0"/>
              </a:moveTo>
              <a:lnTo>
                <a:pt x="45720" y="1693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306337-EB20-4EA7-A49A-632A729F7F94}">
      <dsp:nvSpPr>
        <dsp:cNvPr id="0" name=""/>
        <dsp:cNvSpPr/>
      </dsp:nvSpPr>
      <dsp:spPr>
        <a:xfrm>
          <a:off x="4097610" y="592553"/>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PGM</a:t>
          </a:r>
          <a:r>
            <a:rPr lang="en-US" sz="700" b="0" kern="1200">
              <a:latin typeface="Meiryo UI" panose="020B0604030504040204" pitchFamily="34" charset="-128"/>
              <a:ea typeface="Meiryo UI" panose="020B0604030504040204" pitchFamily="34" charset="-128"/>
            </a:rPr>
            <a:t> </a:t>
          </a:r>
        </a:p>
        <a:p>
          <a:pPr marL="0" lvl="0" indent="0" algn="ctr" defTabSz="311150">
            <a:lnSpc>
              <a:spcPct val="90000"/>
            </a:lnSpc>
            <a:spcBef>
              <a:spcPct val="0"/>
            </a:spcBef>
            <a:spcAft>
              <a:spcPct val="35000"/>
            </a:spcAft>
            <a:buNone/>
          </a:pPr>
          <a:r>
            <a:rPr lang="en-US" sz="700" b="0" kern="1200">
              <a:solidFill>
                <a:srgbClr val="00B050"/>
              </a:solidFill>
              <a:latin typeface="Meiryo UI" panose="020B0604030504040204" pitchFamily="34" charset="-128"/>
              <a:ea typeface="Meiryo UI" panose="020B0604030504040204" pitchFamily="34" charset="-128"/>
            </a:rPr>
            <a:t>Ikawa</a:t>
          </a:r>
          <a:endParaRPr lang="en-US" sz="800" b="0" kern="1200">
            <a:solidFill>
              <a:srgbClr val="00B050"/>
            </a:solidFill>
            <a:latin typeface="Meiryo UI" panose="020B0604030504040204" pitchFamily="34" charset="-128"/>
            <a:ea typeface="Meiryo UI" panose="020B0604030504040204" pitchFamily="34" charset="-128"/>
          </a:endParaRPr>
        </a:p>
      </dsp:txBody>
      <dsp:txXfrm>
        <a:off x="4110007" y="604950"/>
        <a:ext cx="610085" cy="398458"/>
      </dsp:txXfrm>
    </dsp:sp>
    <dsp:sp modelId="{61C2D95E-6E38-47F9-B87E-7C0F22FA0366}">
      <dsp:nvSpPr>
        <dsp:cNvPr id="0" name=""/>
        <dsp:cNvSpPr/>
      </dsp:nvSpPr>
      <dsp:spPr>
        <a:xfrm>
          <a:off x="2351693" y="1015806"/>
          <a:ext cx="2063357" cy="169301"/>
        </a:xfrm>
        <a:custGeom>
          <a:avLst/>
          <a:gdLst/>
          <a:ahLst/>
          <a:cxnLst/>
          <a:rect l="0" t="0" r="0" b="0"/>
          <a:pathLst>
            <a:path>
              <a:moveTo>
                <a:pt x="2063357" y="0"/>
              </a:moveTo>
              <a:lnTo>
                <a:pt x="2063357" y="84650"/>
              </a:lnTo>
              <a:lnTo>
                <a:pt x="0" y="84650"/>
              </a:lnTo>
              <a:lnTo>
                <a:pt x="0" y="1693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9D9BBC-AF66-4EE0-9589-240E356ECB2C}">
      <dsp:nvSpPr>
        <dsp:cNvPr id="0" name=""/>
        <dsp:cNvSpPr/>
      </dsp:nvSpPr>
      <dsp:spPr>
        <a:xfrm>
          <a:off x="2034253" y="1185107"/>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Lead PM/TPM </a:t>
          </a:r>
          <a:r>
            <a:rPr lang="en-US" sz="700" b="0" kern="1200">
              <a:solidFill>
                <a:srgbClr val="00B050"/>
              </a:solidFill>
              <a:latin typeface="Meiryo UI" panose="020B0604030504040204" pitchFamily="34" charset="-128"/>
              <a:ea typeface="Meiryo UI" panose="020B0604030504040204" pitchFamily="34" charset="-128"/>
            </a:rPr>
            <a:t>Muto</a:t>
          </a:r>
          <a:endParaRPr lang="en-US" sz="800" b="0" kern="1200">
            <a:solidFill>
              <a:srgbClr val="00B050"/>
            </a:solidFill>
            <a:latin typeface="Meiryo UI" panose="020B0604030504040204" pitchFamily="34" charset="-128"/>
            <a:ea typeface="Meiryo UI" panose="020B0604030504040204" pitchFamily="34" charset="-128"/>
          </a:endParaRPr>
        </a:p>
      </dsp:txBody>
      <dsp:txXfrm>
        <a:off x="2046650" y="1197504"/>
        <a:ext cx="610085" cy="398458"/>
      </dsp:txXfrm>
    </dsp:sp>
    <dsp:sp modelId="{392C0F63-E645-4A04-AB85-AA661F95480A}">
      <dsp:nvSpPr>
        <dsp:cNvPr id="0" name=""/>
        <dsp:cNvSpPr/>
      </dsp:nvSpPr>
      <dsp:spPr>
        <a:xfrm>
          <a:off x="3177036" y="1015806"/>
          <a:ext cx="1238014" cy="169301"/>
        </a:xfrm>
        <a:custGeom>
          <a:avLst/>
          <a:gdLst/>
          <a:ahLst/>
          <a:cxnLst/>
          <a:rect l="0" t="0" r="0" b="0"/>
          <a:pathLst>
            <a:path>
              <a:moveTo>
                <a:pt x="1238014" y="0"/>
              </a:moveTo>
              <a:lnTo>
                <a:pt x="1238014" y="84650"/>
              </a:lnTo>
              <a:lnTo>
                <a:pt x="0" y="84650"/>
              </a:lnTo>
              <a:lnTo>
                <a:pt x="0" y="1693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F5914A-D78C-46C7-A7D7-A520410985CF}">
      <dsp:nvSpPr>
        <dsp:cNvPr id="0" name=""/>
        <dsp:cNvSpPr/>
      </dsp:nvSpPr>
      <dsp:spPr>
        <a:xfrm>
          <a:off x="2859596" y="1185107"/>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E2E SA</a:t>
          </a:r>
          <a:br>
            <a:rPr lang="en-US" sz="700" b="1" kern="1200">
              <a:latin typeface="Meiryo UI" panose="020B0604030504040204" pitchFamily="34" charset="-128"/>
              <a:ea typeface="Meiryo UI" panose="020B0604030504040204" pitchFamily="34" charset="-128"/>
            </a:rPr>
          </a:br>
          <a:r>
            <a:rPr lang="en-US" altLang="ja-JP" sz="700" b="0" kern="1200">
              <a:solidFill>
                <a:srgbClr val="00B050"/>
              </a:solidFill>
              <a:latin typeface="Meiryo UI" panose="020B0604030504040204" pitchFamily="34" charset="-128"/>
              <a:ea typeface="Meiryo UI" panose="020B0604030504040204" pitchFamily="34" charset="-128"/>
            </a:rPr>
            <a:t>Hirano</a:t>
          </a:r>
          <a:br>
            <a:rPr lang="en-US" altLang="ja-JP" sz="700" b="0" kern="1200">
              <a:solidFill>
                <a:srgbClr val="00B050"/>
              </a:solidFill>
              <a:latin typeface="Meiryo UI" panose="020B0604030504040204" pitchFamily="34" charset="-128"/>
              <a:ea typeface="Meiryo UI" panose="020B0604030504040204" pitchFamily="34" charset="-128"/>
            </a:rPr>
          </a:br>
          <a:r>
            <a:rPr lang="en-US" altLang="ja-JP" sz="700" b="0" kern="1200">
              <a:solidFill>
                <a:srgbClr val="00B050"/>
              </a:solidFill>
              <a:latin typeface="Meiryo UI" panose="020B0604030504040204" pitchFamily="34" charset="-128"/>
              <a:ea typeface="Meiryo UI" panose="020B0604030504040204" pitchFamily="34" charset="-128"/>
            </a:rPr>
            <a:t>Bala (OCP)</a:t>
          </a:r>
        </a:p>
      </dsp:txBody>
      <dsp:txXfrm>
        <a:off x="2871993" y="1197504"/>
        <a:ext cx="610085" cy="398458"/>
      </dsp:txXfrm>
    </dsp:sp>
    <dsp:sp modelId="{1AFA3555-9BB5-4ED2-A1DF-948EE88E8575}">
      <dsp:nvSpPr>
        <dsp:cNvPr id="0" name=""/>
        <dsp:cNvSpPr/>
      </dsp:nvSpPr>
      <dsp:spPr>
        <a:xfrm>
          <a:off x="3978590" y="1015806"/>
          <a:ext cx="436460" cy="156133"/>
        </a:xfrm>
        <a:custGeom>
          <a:avLst/>
          <a:gdLst/>
          <a:ahLst/>
          <a:cxnLst/>
          <a:rect l="0" t="0" r="0" b="0"/>
          <a:pathLst>
            <a:path>
              <a:moveTo>
                <a:pt x="436460" y="0"/>
              </a:moveTo>
              <a:lnTo>
                <a:pt x="436460" y="78066"/>
              </a:lnTo>
              <a:lnTo>
                <a:pt x="0" y="78066"/>
              </a:lnTo>
              <a:lnTo>
                <a:pt x="0" y="15613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98207A-C2D1-4CF5-91A2-4DE8D0D84755}">
      <dsp:nvSpPr>
        <dsp:cNvPr id="0" name=""/>
        <dsp:cNvSpPr/>
      </dsp:nvSpPr>
      <dsp:spPr>
        <a:xfrm>
          <a:off x="3661150" y="1171940"/>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E2E TM</a:t>
          </a:r>
          <a:br>
            <a:rPr lang="en-US" sz="700" b="1" kern="1200"/>
          </a:br>
          <a:r>
            <a:rPr lang="en-US" sz="800" b="0" kern="1200">
              <a:solidFill>
                <a:srgbClr val="008000"/>
              </a:solidFill>
            </a:rPr>
            <a:t>Inoue</a:t>
          </a:r>
          <a:endParaRPr lang="en-US" sz="700" b="0" kern="1200">
            <a:solidFill>
              <a:srgbClr val="008000"/>
            </a:solidFill>
          </a:endParaRPr>
        </a:p>
      </dsp:txBody>
      <dsp:txXfrm>
        <a:off x="3673547" y="1184337"/>
        <a:ext cx="610085" cy="398458"/>
      </dsp:txXfrm>
    </dsp:sp>
    <dsp:sp modelId="{B91433EB-A385-4E72-A06A-8D0247D1F690}">
      <dsp:nvSpPr>
        <dsp:cNvPr id="0" name=""/>
        <dsp:cNvSpPr/>
      </dsp:nvSpPr>
      <dsp:spPr>
        <a:xfrm>
          <a:off x="4415050" y="1015806"/>
          <a:ext cx="412671" cy="169301"/>
        </a:xfrm>
        <a:custGeom>
          <a:avLst/>
          <a:gdLst/>
          <a:ahLst/>
          <a:cxnLst/>
          <a:rect l="0" t="0" r="0" b="0"/>
          <a:pathLst>
            <a:path>
              <a:moveTo>
                <a:pt x="0" y="0"/>
              </a:moveTo>
              <a:lnTo>
                <a:pt x="0" y="84650"/>
              </a:lnTo>
              <a:lnTo>
                <a:pt x="412671" y="84650"/>
              </a:lnTo>
              <a:lnTo>
                <a:pt x="412671" y="1693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F40FFC-DE92-422E-BA66-97B510802B21}">
      <dsp:nvSpPr>
        <dsp:cNvPr id="0" name=""/>
        <dsp:cNvSpPr/>
      </dsp:nvSpPr>
      <dsp:spPr>
        <a:xfrm>
          <a:off x="4510282" y="1185107"/>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IP design Team</a:t>
          </a:r>
          <a:br>
            <a:rPr lang="en-US" sz="700" b="1" kern="1200"/>
          </a:br>
          <a:r>
            <a:rPr lang="en-US" altLang="ja-JP" sz="700" b="0" kern="1200">
              <a:solidFill>
                <a:srgbClr val="00B050"/>
              </a:solidFill>
            </a:rPr>
            <a:t>Yukumoto</a:t>
          </a:r>
          <a:endParaRPr lang="en-US" sz="700" b="0" kern="1200">
            <a:solidFill>
              <a:srgbClr val="00B050"/>
            </a:solidFill>
          </a:endParaRPr>
        </a:p>
      </dsp:txBody>
      <dsp:txXfrm>
        <a:off x="4522679" y="1197504"/>
        <a:ext cx="610085" cy="398458"/>
      </dsp:txXfrm>
    </dsp:sp>
    <dsp:sp modelId="{F43E1472-4EC9-4D99-A4ED-39FB4DF97376}">
      <dsp:nvSpPr>
        <dsp:cNvPr id="0" name=""/>
        <dsp:cNvSpPr/>
      </dsp:nvSpPr>
      <dsp:spPr>
        <a:xfrm>
          <a:off x="4415050" y="1015806"/>
          <a:ext cx="1238014" cy="169301"/>
        </a:xfrm>
        <a:custGeom>
          <a:avLst/>
          <a:gdLst/>
          <a:ahLst/>
          <a:cxnLst/>
          <a:rect l="0" t="0" r="0" b="0"/>
          <a:pathLst>
            <a:path>
              <a:moveTo>
                <a:pt x="0" y="0"/>
              </a:moveTo>
              <a:lnTo>
                <a:pt x="0" y="84650"/>
              </a:lnTo>
              <a:lnTo>
                <a:pt x="1238014" y="84650"/>
              </a:lnTo>
              <a:lnTo>
                <a:pt x="1238014" y="1693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84218C-AA8D-472A-B878-4CC911212D56}">
      <dsp:nvSpPr>
        <dsp:cNvPr id="0" name=""/>
        <dsp:cNvSpPr/>
      </dsp:nvSpPr>
      <dsp:spPr>
        <a:xfrm>
          <a:off x="5335625" y="1185107"/>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WAR </a:t>
          </a:r>
          <a:br>
            <a:rPr lang="en-US" sz="700" b="1" kern="1200"/>
          </a:br>
          <a:r>
            <a:rPr lang="en-US" sz="700" b="0" kern="1200">
              <a:solidFill>
                <a:srgbClr val="00B050"/>
              </a:solidFill>
            </a:rPr>
            <a:t>Odanaka</a:t>
          </a:r>
        </a:p>
      </dsp:txBody>
      <dsp:txXfrm>
        <a:off x="5348022" y="1197504"/>
        <a:ext cx="610085" cy="398458"/>
      </dsp:txXfrm>
    </dsp:sp>
    <dsp:sp modelId="{3266CAE3-0708-4DA4-8051-4806D1ABAE89}">
      <dsp:nvSpPr>
        <dsp:cNvPr id="0" name=""/>
        <dsp:cNvSpPr/>
      </dsp:nvSpPr>
      <dsp:spPr>
        <a:xfrm>
          <a:off x="4415050" y="1015806"/>
          <a:ext cx="2063357" cy="169301"/>
        </a:xfrm>
        <a:custGeom>
          <a:avLst/>
          <a:gdLst/>
          <a:ahLst/>
          <a:cxnLst/>
          <a:rect l="0" t="0" r="0" b="0"/>
          <a:pathLst>
            <a:path>
              <a:moveTo>
                <a:pt x="0" y="0"/>
              </a:moveTo>
              <a:lnTo>
                <a:pt x="0" y="84650"/>
              </a:lnTo>
              <a:lnTo>
                <a:pt x="2063357" y="84650"/>
              </a:lnTo>
              <a:lnTo>
                <a:pt x="2063357" y="1693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3E5D08-2743-4D1A-8445-8483F3EF3C9E}">
      <dsp:nvSpPr>
        <dsp:cNvPr id="0" name=""/>
        <dsp:cNvSpPr/>
      </dsp:nvSpPr>
      <dsp:spPr>
        <a:xfrm>
          <a:off x="6160967" y="1185107"/>
          <a:ext cx="634879" cy="4232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1" kern="1200"/>
            <a:t>CI OCP Certificate</a:t>
          </a:r>
          <a:br>
            <a:rPr lang="en-US" sz="700" b="1" kern="1200"/>
          </a:br>
          <a:r>
            <a:rPr lang="en-US" sz="700" kern="1200">
              <a:solidFill>
                <a:srgbClr val="00B050"/>
              </a:solidFill>
            </a:rPr>
            <a:t>Rajalakshmi</a:t>
          </a:r>
          <a:r>
            <a:rPr lang="en-US" sz="700" kern="1200"/>
            <a:t> </a:t>
          </a:r>
          <a:endParaRPr lang="en-US" sz="700" b="1" kern="1200"/>
        </a:p>
      </dsp:txBody>
      <dsp:txXfrm>
        <a:off x="6173364" y="1197504"/>
        <a:ext cx="610085" cy="3984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7ED07-8F50-477A-8C74-F3EDC29096D9}">
      <dsp:nvSpPr>
        <dsp:cNvPr id="0" name=""/>
        <dsp:cNvSpPr/>
      </dsp:nvSpPr>
      <dsp:spPr>
        <a:xfrm>
          <a:off x="778210" y="372791"/>
          <a:ext cx="91440" cy="201661"/>
        </a:xfrm>
        <a:custGeom>
          <a:avLst/>
          <a:gdLst/>
          <a:ahLst/>
          <a:cxnLst/>
          <a:rect l="0" t="0" r="0" b="0"/>
          <a:pathLst>
            <a:path>
              <a:moveTo>
                <a:pt x="45720" y="0"/>
              </a:moveTo>
              <a:lnTo>
                <a:pt x="63019" y="0"/>
              </a:lnTo>
              <a:lnTo>
                <a:pt x="63019" y="201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2F94-1F15-4BC2-A91A-6C1DBBE19ECC}">
      <dsp:nvSpPr>
        <dsp:cNvPr id="0" name=""/>
        <dsp:cNvSpPr/>
      </dsp:nvSpPr>
      <dsp:spPr>
        <a:xfrm>
          <a:off x="424951" y="134189"/>
          <a:ext cx="797957" cy="2386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solidFill>
                <a:schemeClr val="tx1"/>
              </a:solidFill>
              <a:latin typeface="Meiryo UI" panose="020B0604030504040204" pitchFamily="34" charset="-128"/>
              <a:ea typeface="Meiryo UI" panose="020B0604030504040204" pitchFamily="34" charset="-128"/>
            </a:rPr>
            <a:t>AUSF/UDM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PM </a:t>
          </a:r>
          <a:r>
            <a:rPr lang="en-US" sz="700" b="0" kern="1200">
              <a:solidFill>
                <a:srgbClr val="008000"/>
              </a:solidFill>
              <a:latin typeface="Meiryo UI" panose="020B0604030504040204" pitchFamily="34" charset="-128"/>
              <a:ea typeface="Meiryo UI" panose="020B0604030504040204" pitchFamily="34" charset="-128"/>
            </a:rPr>
            <a:t>Yokota</a:t>
          </a:r>
          <a:endParaRPr lang="en-US" sz="400" b="0" kern="1200">
            <a:solidFill>
              <a:srgbClr val="008000"/>
            </a:solidFill>
            <a:latin typeface="Meiryo UI" panose="020B0604030504040204" pitchFamily="34" charset="-128"/>
            <a:ea typeface="Meiryo UI" panose="020B0604030504040204" pitchFamily="34" charset="-128"/>
          </a:endParaRPr>
        </a:p>
      </dsp:txBody>
      <dsp:txXfrm>
        <a:off x="424951" y="134189"/>
        <a:ext cx="797957" cy="238601"/>
      </dsp:txXfrm>
    </dsp:sp>
    <dsp:sp modelId="{1767A91B-F8E1-4236-8432-56E7B59B4880}">
      <dsp:nvSpPr>
        <dsp:cNvPr id="0" name=""/>
        <dsp:cNvSpPr/>
      </dsp:nvSpPr>
      <dsp:spPr>
        <a:xfrm>
          <a:off x="459550" y="574452"/>
          <a:ext cx="763358" cy="61476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AUSF/UDM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SA/TM </a:t>
          </a:r>
        </a:p>
        <a:p>
          <a:pPr marL="0" lvl="0" indent="0" algn="ctr" defTabSz="311150">
            <a:lnSpc>
              <a:spcPct val="90000"/>
            </a:lnSpc>
            <a:spcBef>
              <a:spcPct val="0"/>
            </a:spcBef>
            <a:spcAft>
              <a:spcPct val="35000"/>
            </a:spcAft>
            <a:buNone/>
          </a:pPr>
          <a:r>
            <a:rPr lang="en-US" sz="700" b="0" kern="1200">
              <a:solidFill>
                <a:srgbClr val="008000"/>
              </a:solidFill>
              <a:latin typeface="Meiryo UI" panose="020B0604030504040204" pitchFamily="34" charset="-128"/>
              <a:ea typeface="Meiryo UI" panose="020B0604030504040204" pitchFamily="34" charset="-128"/>
            </a:rPr>
            <a:t>Hisashi Ota</a:t>
          </a:r>
        </a:p>
        <a:p>
          <a:pPr marL="0" lvl="0" indent="0" algn="ctr" defTabSz="311150">
            <a:lnSpc>
              <a:spcPct val="90000"/>
            </a:lnSpc>
            <a:spcBef>
              <a:spcPct val="0"/>
            </a:spcBef>
            <a:spcAft>
              <a:spcPct val="35000"/>
            </a:spcAft>
            <a:buNone/>
          </a:pPr>
          <a:r>
            <a:rPr lang="en-US" sz="700" b="0" kern="1200">
              <a:solidFill>
                <a:srgbClr val="008000"/>
              </a:solidFill>
              <a:latin typeface="Meiryo UI" panose="020B0604030504040204" pitchFamily="34" charset="-128"/>
              <a:ea typeface="Meiryo UI" panose="020B0604030504040204" pitchFamily="34" charset="-128"/>
            </a:rPr>
            <a:t>(Inoue)</a:t>
          </a:r>
        </a:p>
      </dsp:txBody>
      <dsp:txXfrm>
        <a:off x="459550" y="574452"/>
        <a:ext cx="763358" cy="6147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3300E-6475-4A24-B436-EFFDEE066C9E}">
      <dsp:nvSpPr>
        <dsp:cNvPr id="0" name=""/>
        <dsp:cNvSpPr/>
      </dsp:nvSpPr>
      <dsp:spPr>
        <a:xfrm>
          <a:off x="427492" y="654634"/>
          <a:ext cx="110184" cy="632424"/>
        </a:xfrm>
        <a:custGeom>
          <a:avLst/>
          <a:gdLst/>
          <a:ahLst/>
          <a:cxnLst/>
          <a:rect l="0" t="0" r="0" b="0"/>
          <a:pathLst>
            <a:path>
              <a:moveTo>
                <a:pt x="0" y="0"/>
              </a:moveTo>
              <a:lnTo>
                <a:pt x="0" y="632424"/>
              </a:lnTo>
              <a:lnTo>
                <a:pt x="110184" y="6324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D863B-F5D2-4BEA-87C0-511F065F1F73}">
      <dsp:nvSpPr>
        <dsp:cNvPr id="0" name=""/>
        <dsp:cNvSpPr/>
      </dsp:nvSpPr>
      <dsp:spPr>
        <a:xfrm>
          <a:off x="427492" y="654634"/>
          <a:ext cx="110184" cy="248645"/>
        </a:xfrm>
        <a:custGeom>
          <a:avLst/>
          <a:gdLst/>
          <a:ahLst/>
          <a:cxnLst/>
          <a:rect l="0" t="0" r="0" b="0"/>
          <a:pathLst>
            <a:path>
              <a:moveTo>
                <a:pt x="0" y="0"/>
              </a:moveTo>
              <a:lnTo>
                <a:pt x="0" y="248645"/>
              </a:lnTo>
              <a:lnTo>
                <a:pt x="110184" y="248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E75BE2-BD40-4CBB-AB4A-73400CE09420}">
      <dsp:nvSpPr>
        <dsp:cNvPr id="0" name=""/>
        <dsp:cNvSpPr/>
      </dsp:nvSpPr>
      <dsp:spPr>
        <a:xfrm>
          <a:off x="675598" y="270856"/>
          <a:ext cx="91440" cy="113512"/>
        </a:xfrm>
        <a:custGeom>
          <a:avLst/>
          <a:gdLst/>
          <a:ahLst/>
          <a:cxnLst/>
          <a:rect l="0" t="0" r="0" b="0"/>
          <a:pathLst>
            <a:path>
              <a:moveTo>
                <a:pt x="45720" y="0"/>
              </a:moveTo>
              <a:lnTo>
                <a:pt x="45720" y="1135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889-1736-4CB6-938B-D0FBC2DD0A61}">
      <dsp:nvSpPr>
        <dsp:cNvPr id="0" name=""/>
        <dsp:cNvSpPr/>
      </dsp:nvSpPr>
      <dsp:spPr>
        <a:xfrm>
          <a:off x="380025" y="589"/>
          <a:ext cx="682585"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a:latin typeface="Meiryo UI"/>
              <a:ea typeface="Meiryo UI"/>
            </a:rPr>
            <a:t>TDL</a:t>
          </a:r>
          <a:endParaRPr lang="en-US" sz="500" b="1" kern="1200">
            <a:latin typeface="Meiryo UI"/>
            <a:ea typeface="Meiryo UI"/>
          </a:endParaRPr>
        </a:p>
      </dsp:txBody>
      <dsp:txXfrm>
        <a:off x="380025" y="589"/>
        <a:ext cx="682585" cy="270266"/>
      </dsp:txXfrm>
    </dsp:sp>
    <dsp:sp modelId="{ECF7BF53-69B4-4E54-8A76-99DC85F525BC}">
      <dsp:nvSpPr>
        <dsp:cNvPr id="0" name=""/>
        <dsp:cNvSpPr/>
      </dsp:nvSpPr>
      <dsp:spPr>
        <a:xfrm>
          <a:off x="354036" y="384368"/>
          <a:ext cx="73456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rtl="0">
            <a:lnSpc>
              <a:spcPct val="90000"/>
            </a:lnSpc>
            <a:spcBef>
              <a:spcPct val="0"/>
            </a:spcBef>
            <a:spcAft>
              <a:spcPct val="35000"/>
            </a:spcAft>
            <a:buNone/>
          </a:pPr>
          <a:r>
            <a:rPr lang="en-US" sz="700" b="1" kern="1200">
              <a:latin typeface="Meiryo UI"/>
              <a:ea typeface="Meiryo UI"/>
            </a:rPr>
            <a:t>AUSF/UDM SA </a:t>
          </a:r>
          <a:r>
            <a:rPr lang="en-US" sz="700" b="0" kern="1200">
              <a:solidFill>
                <a:srgbClr val="00B050"/>
              </a:solidFill>
              <a:latin typeface="Meiryo UI"/>
              <a:ea typeface="Meiryo UI"/>
            </a:rPr>
            <a:t>Anadi</a:t>
          </a:r>
        </a:p>
      </dsp:txBody>
      <dsp:txXfrm>
        <a:off x="354036" y="384368"/>
        <a:ext cx="734563" cy="270266"/>
      </dsp:txXfrm>
    </dsp:sp>
    <dsp:sp modelId="{F13745A2-E478-4DD7-9379-79301BE69DA0}">
      <dsp:nvSpPr>
        <dsp:cNvPr id="0" name=""/>
        <dsp:cNvSpPr/>
      </dsp:nvSpPr>
      <dsp:spPr>
        <a:xfrm>
          <a:off x="537677" y="768147"/>
          <a:ext cx="54053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Lead</a:t>
          </a:r>
        </a:p>
      </dsp:txBody>
      <dsp:txXfrm>
        <a:off x="537677" y="768147"/>
        <a:ext cx="540533" cy="270266"/>
      </dsp:txXfrm>
    </dsp:sp>
    <dsp:sp modelId="{2D7F19AA-157D-41DD-8B3C-66DD4ADE63DD}">
      <dsp:nvSpPr>
        <dsp:cNvPr id="0" name=""/>
        <dsp:cNvSpPr/>
      </dsp:nvSpPr>
      <dsp:spPr>
        <a:xfrm>
          <a:off x="537677" y="1151925"/>
          <a:ext cx="698250"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team</a:t>
          </a:r>
        </a:p>
      </dsp:txBody>
      <dsp:txXfrm>
        <a:off x="537677" y="1151925"/>
        <a:ext cx="698250" cy="2702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7ED07-8F50-477A-8C74-F3EDC29096D9}">
      <dsp:nvSpPr>
        <dsp:cNvPr id="0" name=""/>
        <dsp:cNvSpPr/>
      </dsp:nvSpPr>
      <dsp:spPr>
        <a:xfrm>
          <a:off x="793047" y="563408"/>
          <a:ext cx="91440" cy="225161"/>
        </a:xfrm>
        <a:custGeom>
          <a:avLst/>
          <a:gdLst/>
          <a:ahLst/>
          <a:cxnLst/>
          <a:rect l="0" t="0" r="0" b="0"/>
          <a:pathLst>
            <a:path>
              <a:moveTo>
                <a:pt x="45720" y="0"/>
              </a:moveTo>
              <a:lnTo>
                <a:pt x="67700" y="0"/>
              </a:lnTo>
              <a:lnTo>
                <a:pt x="67700" y="2251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2F94-1F15-4BC2-A91A-6C1DBBE19ECC}">
      <dsp:nvSpPr>
        <dsp:cNvPr id="0" name=""/>
        <dsp:cNvSpPr/>
      </dsp:nvSpPr>
      <dsp:spPr>
        <a:xfrm>
          <a:off x="417375" y="202515"/>
          <a:ext cx="842783" cy="360893"/>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en-US" sz="700" b="1" kern="1200">
              <a:solidFill>
                <a:schemeClr val="tx1"/>
              </a:solidFill>
            </a:rPr>
            <a:t>HSS/HLR </a:t>
          </a:r>
          <a:r>
            <a:rPr lang="en-US" sz="700" b="1" kern="1200">
              <a:latin typeface="Meiryo UI" panose="020B0604030504040204" pitchFamily="34" charset="-128"/>
              <a:ea typeface="Meiryo UI" panose="020B0604030504040204" pitchFamily="34" charset="-128"/>
            </a:rPr>
            <a:t>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PM </a:t>
          </a:r>
          <a:r>
            <a:rPr lang="en-US" altLang="ja-JP" sz="700" b="0" kern="1200">
              <a:solidFill>
                <a:srgbClr val="008000"/>
              </a:solidFill>
              <a:latin typeface="Meiryo UI" panose="020B0604030504040204" pitchFamily="34" charset="-128"/>
              <a:ea typeface="Meiryo UI" panose="020B0604030504040204" pitchFamily="34" charset="-128"/>
            </a:rPr>
            <a:t>Umeda</a:t>
          </a:r>
          <a:endParaRPr lang="en-US" sz="400" b="1" kern="1200">
            <a:solidFill>
              <a:srgbClr val="008000"/>
            </a:solidFill>
            <a:latin typeface="Meiryo UI" panose="020B0604030504040204" pitchFamily="34" charset="-128"/>
            <a:ea typeface="Meiryo UI" panose="020B0604030504040204" pitchFamily="34" charset="-128"/>
          </a:endParaRPr>
        </a:p>
      </dsp:txBody>
      <dsp:txXfrm>
        <a:off x="417375" y="202515"/>
        <a:ext cx="842783" cy="360893"/>
      </dsp:txXfrm>
    </dsp:sp>
    <dsp:sp modelId="{1767A91B-F8E1-4236-8432-56E7B59B4880}">
      <dsp:nvSpPr>
        <dsp:cNvPr id="0" name=""/>
        <dsp:cNvSpPr/>
      </dsp:nvSpPr>
      <dsp:spPr>
        <a:xfrm>
          <a:off x="447215" y="788570"/>
          <a:ext cx="827065" cy="363103"/>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en-US" sz="700" b="1" kern="1200">
              <a:solidFill>
                <a:schemeClr val="tx1"/>
              </a:solidFill>
            </a:rPr>
            <a:t>HSS/HLR </a:t>
          </a:r>
          <a:r>
            <a:rPr lang="en-US" sz="700" b="1" kern="1200">
              <a:latin typeface="Meiryo UI" panose="020B0604030504040204" pitchFamily="34" charset="-128"/>
              <a:ea typeface="Meiryo UI" panose="020B0604030504040204" pitchFamily="34" charset="-128"/>
            </a:rPr>
            <a:t>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SA/TM </a:t>
          </a:r>
        </a:p>
      </dsp:txBody>
      <dsp:txXfrm>
        <a:off x="447215" y="788570"/>
        <a:ext cx="827065" cy="3631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3300E-6475-4A24-B436-EFFDEE066C9E}">
      <dsp:nvSpPr>
        <dsp:cNvPr id="0" name=""/>
        <dsp:cNvSpPr/>
      </dsp:nvSpPr>
      <dsp:spPr>
        <a:xfrm>
          <a:off x="408174" y="654634"/>
          <a:ext cx="110184" cy="632424"/>
        </a:xfrm>
        <a:custGeom>
          <a:avLst/>
          <a:gdLst/>
          <a:ahLst/>
          <a:cxnLst/>
          <a:rect l="0" t="0" r="0" b="0"/>
          <a:pathLst>
            <a:path>
              <a:moveTo>
                <a:pt x="0" y="0"/>
              </a:moveTo>
              <a:lnTo>
                <a:pt x="0" y="632424"/>
              </a:lnTo>
              <a:lnTo>
                <a:pt x="110184" y="6324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D863B-F5D2-4BEA-87C0-511F065F1F73}">
      <dsp:nvSpPr>
        <dsp:cNvPr id="0" name=""/>
        <dsp:cNvSpPr/>
      </dsp:nvSpPr>
      <dsp:spPr>
        <a:xfrm>
          <a:off x="408174" y="654634"/>
          <a:ext cx="110184" cy="248645"/>
        </a:xfrm>
        <a:custGeom>
          <a:avLst/>
          <a:gdLst/>
          <a:ahLst/>
          <a:cxnLst/>
          <a:rect l="0" t="0" r="0" b="0"/>
          <a:pathLst>
            <a:path>
              <a:moveTo>
                <a:pt x="0" y="0"/>
              </a:moveTo>
              <a:lnTo>
                <a:pt x="0" y="248645"/>
              </a:lnTo>
              <a:lnTo>
                <a:pt x="110184" y="248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E75BE2-BD40-4CBB-AB4A-73400CE09420}">
      <dsp:nvSpPr>
        <dsp:cNvPr id="0" name=""/>
        <dsp:cNvSpPr/>
      </dsp:nvSpPr>
      <dsp:spPr>
        <a:xfrm>
          <a:off x="656279" y="270856"/>
          <a:ext cx="91440" cy="113512"/>
        </a:xfrm>
        <a:custGeom>
          <a:avLst/>
          <a:gdLst/>
          <a:ahLst/>
          <a:cxnLst/>
          <a:rect l="0" t="0" r="0" b="0"/>
          <a:pathLst>
            <a:path>
              <a:moveTo>
                <a:pt x="45720" y="0"/>
              </a:moveTo>
              <a:lnTo>
                <a:pt x="45720" y="1135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889-1736-4CB6-938B-D0FBC2DD0A61}">
      <dsp:nvSpPr>
        <dsp:cNvPr id="0" name=""/>
        <dsp:cNvSpPr/>
      </dsp:nvSpPr>
      <dsp:spPr>
        <a:xfrm>
          <a:off x="360706" y="589"/>
          <a:ext cx="682585"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a:latin typeface="Meiryo UI"/>
              <a:ea typeface="Meiryo UI"/>
            </a:rPr>
            <a:t>TDL</a:t>
          </a:r>
          <a:endParaRPr lang="en-US" sz="500" b="1" kern="1200">
            <a:latin typeface="Meiryo UI"/>
            <a:ea typeface="Meiryo UI"/>
          </a:endParaRPr>
        </a:p>
      </dsp:txBody>
      <dsp:txXfrm>
        <a:off x="360706" y="589"/>
        <a:ext cx="682585" cy="270266"/>
      </dsp:txXfrm>
    </dsp:sp>
    <dsp:sp modelId="{ECF7BF53-69B4-4E54-8A76-99DC85F525BC}">
      <dsp:nvSpPr>
        <dsp:cNvPr id="0" name=""/>
        <dsp:cNvSpPr/>
      </dsp:nvSpPr>
      <dsp:spPr>
        <a:xfrm>
          <a:off x="334717" y="384368"/>
          <a:ext cx="73456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rtl="0">
            <a:lnSpc>
              <a:spcPct val="90000"/>
            </a:lnSpc>
            <a:spcBef>
              <a:spcPct val="0"/>
            </a:spcBef>
            <a:spcAft>
              <a:spcPct val="35000"/>
            </a:spcAft>
            <a:buNone/>
          </a:pPr>
          <a:r>
            <a:rPr lang="en-US" altLang="en-US" sz="700" b="1" kern="1200">
              <a:solidFill>
                <a:schemeClr val="tx1"/>
              </a:solidFill>
            </a:rPr>
            <a:t>HSS/HLR</a:t>
          </a:r>
          <a:r>
            <a:rPr lang="en-US" sz="700" b="1" kern="1200">
              <a:latin typeface="Meiryo UI"/>
              <a:ea typeface="Meiryo UI"/>
            </a:rPr>
            <a:t> SA </a:t>
          </a:r>
          <a:r>
            <a:rPr lang="en-US" sz="700" b="0" kern="1200">
              <a:solidFill>
                <a:srgbClr val="00B050"/>
              </a:solidFill>
              <a:latin typeface="Meiryo UI"/>
              <a:ea typeface="Meiryo UI"/>
            </a:rPr>
            <a:t>Anadi</a:t>
          </a:r>
        </a:p>
      </dsp:txBody>
      <dsp:txXfrm>
        <a:off x="334717" y="384368"/>
        <a:ext cx="734563" cy="270266"/>
      </dsp:txXfrm>
    </dsp:sp>
    <dsp:sp modelId="{F13745A2-E478-4DD7-9379-79301BE69DA0}">
      <dsp:nvSpPr>
        <dsp:cNvPr id="0" name=""/>
        <dsp:cNvSpPr/>
      </dsp:nvSpPr>
      <dsp:spPr>
        <a:xfrm>
          <a:off x="518358" y="768147"/>
          <a:ext cx="54053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Lead</a:t>
          </a:r>
        </a:p>
      </dsp:txBody>
      <dsp:txXfrm>
        <a:off x="518358" y="768147"/>
        <a:ext cx="540533" cy="270266"/>
      </dsp:txXfrm>
    </dsp:sp>
    <dsp:sp modelId="{2D7F19AA-157D-41DD-8B3C-66DD4ADE63DD}">
      <dsp:nvSpPr>
        <dsp:cNvPr id="0" name=""/>
        <dsp:cNvSpPr/>
      </dsp:nvSpPr>
      <dsp:spPr>
        <a:xfrm>
          <a:off x="518358" y="1151925"/>
          <a:ext cx="736887"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team</a:t>
          </a:r>
        </a:p>
      </dsp:txBody>
      <dsp:txXfrm>
        <a:off x="518358" y="1151925"/>
        <a:ext cx="736887" cy="2702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7ED07-8F50-477A-8C74-F3EDC29096D9}">
      <dsp:nvSpPr>
        <dsp:cNvPr id="0" name=""/>
        <dsp:cNvSpPr/>
      </dsp:nvSpPr>
      <dsp:spPr>
        <a:xfrm>
          <a:off x="927617" y="566267"/>
          <a:ext cx="98849" cy="233813"/>
        </a:xfrm>
        <a:custGeom>
          <a:avLst/>
          <a:gdLst/>
          <a:ahLst/>
          <a:cxnLst/>
          <a:rect l="0" t="0" r="0" b="0"/>
          <a:pathLst>
            <a:path>
              <a:moveTo>
                <a:pt x="98849" y="0"/>
              </a:moveTo>
              <a:lnTo>
                <a:pt x="0" y="0"/>
              </a:lnTo>
              <a:lnTo>
                <a:pt x="0" y="2338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2F94-1F15-4BC2-A91A-6C1DBBE19ECC}">
      <dsp:nvSpPr>
        <dsp:cNvPr id="0" name=""/>
        <dsp:cNvSpPr/>
      </dsp:nvSpPr>
      <dsp:spPr>
        <a:xfrm>
          <a:off x="0" y="230818"/>
          <a:ext cx="2052933" cy="335448"/>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en-US" sz="700" b="1" kern="1200" err="1">
              <a:solidFill>
                <a:schemeClr val="tx1"/>
              </a:solidFill>
            </a:rPr>
            <a:t>SCPv</a:t>
          </a:r>
          <a:r>
            <a:rPr lang="en-US" altLang="en-US" sz="700" b="1" kern="1200">
              <a:solidFill>
                <a:schemeClr val="tx1"/>
              </a:solidFill>
            </a:rPr>
            <a:t>/Mirroring Server</a:t>
          </a:r>
          <a:r>
            <a:rPr lang="en-US" sz="700" b="1" kern="1200">
              <a:latin typeface="Meiryo UI" panose="020B0604030504040204" pitchFamily="34" charset="-128"/>
              <a:ea typeface="Meiryo UI" panose="020B0604030504040204" pitchFamily="34" charset="-128"/>
            </a:rPr>
            <a:t>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PM </a:t>
          </a:r>
          <a:r>
            <a:rPr lang="en-US" sz="700" b="0" kern="1200">
              <a:solidFill>
                <a:srgbClr val="008000"/>
              </a:solidFill>
              <a:latin typeface="Meiryo UI" panose="020B0604030504040204" pitchFamily="34" charset="-128"/>
              <a:ea typeface="Meiryo UI" panose="020B0604030504040204" pitchFamily="34" charset="-128"/>
            </a:rPr>
            <a:t>Ariuna</a:t>
          </a:r>
          <a:endParaRPr lang="en-US" sz="400" b="1" kern="1200">
            <a:solidFill>
              <a:srgbClr val="008000"/>
            </a:solidFill>
            <a:latin typeface="Meiryo UI" panose="020B0604030504040204" pitchFamily="34" charset="-128"/>
            <a:ea typeface="Meiryo UI" panose="020B0604030504040204" pitchFamily="34" charset="-128"/>
          </a:endParaRPr>
        </a:p>
      </dsp:txBody>
      <dsp:txXfrm>
        <a:off x="0" y="230818"/>
        <a:ext cx="2052933" cy="335448"/>
      </dsp:txXfrm>
    </dsp:sp>
    <dsp:sp modelId="{1767A91B-F8E1-4236-8432-56E7B59B4880}">
      <dsp:nvSpPr>
        <dsp:cNvPr id="0" name=""/>
        <dsp:cNvSpPr/>
      </dsp:nvSpPr>
      <dsp:spPr>
        <a:xfrm>
          <a:off x="282691" y="800081"/>
          <a:ext cx="1289851" cy="399644"/>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en-US" sz="700" b="1" kern="1200" err="1">
              <a:solidFill>
                <a:schemeClr val="tx1"/>
              </a:solidFill>
            </a:rPr>
            <a:t>SCPv</a:t>
          </a:r>
          <a:r>
            <a:rPr lang="en-US" sz="700" b="1" kern="1200">
              <a:latin typeface="Meiryo UI" panose="020B0604030504040204" pitchFamily="34" charset="-128"/>
              <a:ea typeface="Meiryo UI" panose="020B0604030504040204" pitchFamily="34" charset="-128"/>
            </a:rPr>
            <a:t> </a:t>
          </a:r>
          <a:br>
            <a:rPr lang="en-US" sz="700" b="1" kern="1200">
              <a:latin typeface="Meiryo UI" panose="020B0604030504040204" pitchFamily="34" charset="-128"/>
              <a:ea typeface="Meiryo UI" panose="020B0604030504040204" pitchFamily="34" charset="-128"/>
            </a:rPr>
          </a:br>
          <a:r>
            <a:rPr lang="en-US" sz="700" b="1" kern="1200">
              <a:latin typeface="Meiryo UI" panose="020B0604030504040204" pitchFamily="34" charset="-128"/>
              <a:ea typeface="Meiryo UI" panose="020B0604030504040204" pitchFamily="34" charset="-128"/>
            </a:rPr>
            <a:t>SA/TM </a:t>
          </a:r>
          <a:r>
            <a:rPr lang="en-US" sz="700" b="0" kern="1200">
              <a:solidFill>
                <a:srgbClr val="008000"/>
              </a:solidFill>
              <a:latin typeface="Meiryo UI" panose="020B0604030504040204" pitchFamily="34" charset="-128"/>
              <a:ea typeface="Meiryo UI" panose="020B0604030504040204" pitchFamily="34" charset="-128"/>
            </a:rPr>
            <a:t>Kakuta</a:t>
          </a:r>
        </a:p>
        <a:p>
          <a:pPr marL="0" lvl="0" indent="0" algn="ctr" defTabSz="311150">
            <a:lnSpc>
              <a:spcPct val="90000"/>
            </a:lnSpc>
            <a:spcBef>
              <a:spcPct val="0"/>
            </a:spcBef>
            <a:spcAft>
              <a:spcPct val="35000"/>
            </a:spcAft>
            <a:buNone/>
          </a:pPr>
          <a:r>
            <a:rPr lang="en-US" sz="700" b="0" kern="1200">
              <a:solidFill>
                <a:srgbClr val="008000"/>
              </a:solidFill>
              <a:latin typeface="Meiryo UI" panose="020B0604030504040204" pitchFamily="34" charset="-128"/>
              <a:ea typeface="Meiryo UI" panose="020B0604030504040204" pitchFamily="34" charset="-128"/>
            </a:rPr>
            <a:t>(Sakaguchi/Yong)</a:t>
          </a:r>
          <a:endParaRPr lang="en-US" sz="700" b="1" kern="1200">
            <a:solidFill>
              <a:srgbClr val="008000"/>
            </a:solidFill>
            <a:latin typeface="Meiryo UI" panose="020B0604030504040204" pitchFamily="34" charset="-128"/>
            <a:ea typeface="Meiryo UI" panose="020B0604030504040204" pitchFamily="34" charset="-128"/>
          </a:endParaRPr>
        </a:p>
      </dsp:txBody>
      <dsp:txXfrm>
        <a:off x="282691" y="800081"/>
        <a:ext cx="1289851" cy="3996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3300E-6475-4A24-B436-EFFDEE066C9E}">
      <dsp:nvSpPr>
        <dsp:cNvPr id="0" name=""/>
        <dsp:cNvSpPr/>
      </dsp:nvSpPr>
      <dsp:spPr>
        <a:xfrm>
          <a:off x="444719" y="654634"/>
          <a:ext cx="110184" cy="632424"/>
        </a:xfrm>
        <a:custGeom>
          <a:avLst/>
          <a:gdLst/>
          <a:ahLst/>
          <a:cxnLst/>
          <a:rect l="0" t="0" r="0" b="0"/>
          <a:pathLst>
            <a:path>
              <a:moveTo>
                <a:pt x="0" y="0"/>
              </a:moveTo>
              <a:lnTo>
                <a:pt x="0" y="632424"/>
              </a:lnTo>
              <a:lnTo>
                <a:pt x="110184" y="6324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D863B-F5D2-4BEA-87C0-511F065F1F73}">
      <dsp:nvSpPr>
        <dsp:cNvPr id="0" name=""/>
        <dsp:cNvSpPr/>
      </dsp:nvSpPr>
      <dsp:spPr>
        <a:xfrm>
          <a:off x="444719" y="654634"/>
          <a:ext cx="110184" cy="248645"/>
        </a:xfrm>
        <a:custGeom>
          <a:avLst/>
          <a:gdLst/>
          <a:ahLst/>
          <a:cxnLst/>
          <a:rect l="0" t="0" r="0" b="0"/>
          <a:pathLst>
            <a:path>
              <a:moveTo>
                <a:pt x="0" y="0"/>
              </a:moveTo>
              <a:lnTo>
                <a:pt x="0" y="248645"/>
              </a:lnTo>
              <a:lnTo>
                <a:pt x="110184" y="248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E75BE2-BD40-4CBB-AB4A-73400CE09420}">
      <dsp:nvSpPr>
        <dsp:cNvPr id="0" name=""/>
        <dsp:cNvSpPr/>
      </dsp:nvSpPr>
      <dsp:spPr>
        <a:xfrm>
          <a:off x="692824" y="270856"/>
          <a:ext cx="91440" cy="113512"/>
        </a:xfrm>
        <a:custGeom>
          <a:avLst/>
          <a:gdLst/>
          <a:ahLst/>
          <a:cxnLst/>
          <a:rect l="0" t="0" r="0" b="0"/>
          <a:pathLst>
            <a:path>
              <a:moveTo>
                <a:pt x="45720" y="0"/>
              </a:moveTo>
              <a:lnTo>
                <a:pt x="45720" y="1135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889-1736-4CB6-938B-D0FBC2DD0A61}">
      <dsp:nvSpPr>
        <dsp:cNvPr id="0" name=""/>
        <dsp:cNvSpPr/>
      </dsp:nvSpPr>
      <dsp:spPr>
        <a:xfrm>
          <a:off x="397252" y="589"/>
          <a:ext cx="682585"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a:latin typeface="Meiryo UI"/>
              <a:ea typeface="Meiryo UI"/>
            </a:rPr>
            <a:t>TDL</a:t>
          </a:r>
          <a:endParaRPr lang="en-US" sz="500" b="1" kern="1200">
            <a:latin typeface="Meiryo UI"/>
            <a:ea typeface="Meiryo UI"/>
          </a:endParaRPr>
        </a:p>
      </dsp:txBody>
      <dsp:txXfrm>
        <a:off x="397252" y="589"/>
        <a:ext cx="682585" cy="270266"/>
      </dsp:txXfrm>
    </dsp:sp>
    <dsp:sp modelId="{ECF7BF53-69B4-4E54-8A76-99DC85F525BC}">
      <dsp:nvSpPr>
        <dsp:cNvPr id="0" name=""/>
        <dsp:cNvSpPr/>
      </dsp:nvSpPr>
      <dsp:spPr>
        <a:xfrm>
          <a:off x="371263" y="384368"/>
          <a:ext cx="73456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rtl="0">
            <a:lnSpc>
              <a:spcPct val="90000"/>
            </a:lnSpc>
            <a:spcBef>
              <a:spcPct val="0"/>
            </a:spcBef>
            <a:spcAft>
              <a:spcPct val="35000"/>
            </a:spcAft>
            <a:buNone/>
          </a:pPr>
          <a:r>
            <a:rPr lang="en-US" altLang="en-US" sz="700" b="1" kern="1200" err="1">
              <a:solidFill>
                <a:schemeClr val="tx1"/>
              </a:solidFill>
            </a:rPr>
            <a:t>SCPv</a:t>
          </a:r>
          <a:r>
            <a:rPr lang="en-US" sz="700" b="1" kern="1200">
              <a:latin typeface="Meiryo UI"/>
              <a:ea typeface="Meiryo UI"/>
            </a:rPr>
            <a:t> SA </a:t>
          </a:r>
          <a:br>
            <a:rPr lang="en-US" sz="700" b="1" kern="1200">
              <a:latin typeface="Meiryo UI"/>
              <a:ea typeface="Meiryo UI"/>
            </a:rPr>
          </a:br>
          <a:r>
            <a:rPr lang="en-US" sz="700" b="0" kern="1200">
              <a:solidFill>
                <a:srgbClr val="00B050"/>
              </a:solidFill>
              <a:latin typeface="Meiryo UI"/>
              <a:ea typeface="Meiryo UI"/>
            </a:rPr>
            <a:t>Vipin/</a:t>
          </a:r>
          <a:r>
            <a:rPr lang="en-US" sz="700" b="0" kern="1200" err="1">
              <a:solidFill>
                <a:srgbClr val="00B050"/>
              </a:solidFill>
              <a:latin typeface="Meiryo UI"/>
              <a:ea typeface="Meiryo UI"/>
            </a:rPr>
            <a:t>yadav</a:t>
          </a:r>
          <a:endParaRPr lang="en-US" sz="700" b="0" kern="1200">
            <a:solidFill>
              <a:srgbClr val="00B050"/>
            </a:solidFill>
            <a:latin typeface="Meiryo UI"/>
            <a:ea typeface="Meiryo UI"/>
          </a:endParaRPr>
        </a:p>
      </dsp:txBody>
      <dsp:txXfrm>
        <a:off x="371263" y="384368"/>
        <a:ext cx="734563" cy="270266"/>
      </dsp:txXfrm>
    </dsp:sp>
    <dsp:sp modelId="{F13745A2-E478-4DD7-9379-79301BE69DA0}">
      <dsp:nvSpPr>
        <dsp:cNvPr id="0" name=""/>
        <dsp:cNvSpPr/>
      </dsp:nvSpPr>
      <dsp:spPr>
        <a:xfrm>
          <a:off x="554904" y="768147"/>
          <a:ext cx="54053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Lead</a:t>
          </a:r>
        </a:p>
      </dsp:txBody>
      <dsp:txXfrm>
        <a:off x="554904" y="768147"/>
        <a:ext cx="540533" cy="270266"/>
      </dsp:txXfrm>
    </dsp:sp>
    <dsp:sp modelId="{2D7F19AA-157D-41DD-8B3C-66DD4ADE63DD}">
      <dsp:nvSpPr>
        <dsp:cNvPr id="0" name=""/>
        <dsp:cNvSpPr/>
      </dsp:nvSpPr>
      <dsp:spPr>
        <a:xfrm>
          <a:off x="554904" y="1151925"/>
          <a:ext cx="663796"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team</a:t>
          </a:r>
        </a:p>
      </dsp:txBody>
      <dsp:txXfrm>
        <a:off x="554904" y="1151925"/>
        <a:ext cx="663796" cy="27026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7ED07-8F50-477A-8C74-F3EDC29096D9}">
      <dsp:nvSpPr>
        <dsp:cNvPr id="0" name=""/>
        <dsp:cNvSpPr/>
      </dsp:nvSpPr>
      <dsp:spPr>
        <a:xfrm>
          <a:off x="813867" y="564298"/>
          <a:ext cx="91440" cy="226479"/>
        </a:xfrm>
        <a:custGeom>
          <a:avLst/>
          <a:gdLst/>
          <a:ahLst/>
          <a:cxnLst/>
          <a:rect l="0" t="0" r="0" b="0"/>
          <a:pathLst>
            <a:path>
              <a:moveTo>
                <a:pt x="45864" y="0"/>
              </a:moveTo>
              <a:lnTo>
                <a:pt x="45720" y="0"/>
              </a:lnTo>
              <a:lnTo>
                <a:pt x="45720" y="2264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2F94-1F15-4BC2-A91A-6C1DBBE19ECC}">
      <dsp:nvSpPr>
        <dsp:cNvPr id="0" name=""/>
        <dsp:cNvSpPr/>
      </dsp:nvSpPr>
      <dsp:spPr>
        <a:xfrm>
          <a:off x="443370" y="207712"/>
          <a:ext cx="832723" cy="35658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en-US" sz="700" b="1" kern="1200">
              <a:solidFill>
                <a:schemeClr val="tx1"/>
              </a:solidFill>
            </a:rPr>
            <a:t>PCF/</a:t>
          </a:r>
          <a:r>
            <a:rPr lang="en-US" altLang="en-US" sz="700" b="1" kern="1200" err="1">
              <a:solidFill>
                <a:schemeClr val="tx1"/>
              </a:solidFill>
            </a:rPr>
            <a:t>PCRFv</a:t>
          </a:r>
          <a:r>
            <a:rPr lang="en-US" sz="700" b="1" kern="1200">
              <a:latin typeface="Meiryo UI" panose="020B0604030504040204" pitchFamily="34" charset="-128"/>
              <a:ea typeface="Meiryo UI" panose="020B0604030504040204" pitchFamily="34" charset="-128"/>
            </a:rPr>
            <a:t>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PM </a:t>
          </a:r>
          <a:r>
            <a:rPr lang="en-US" sz="700" b="0" kern="1200">
              <a:solidFill>
                <a:srgbClr val="008000"/>
              </a:solidFill>
              <a:latin typeface="Meiryo UI" panose="020B0604030504040204" pitchFamily="34" charset="-128"/>
              <a:ea typeface="Meiryo UI" panose="020B0604030504040204" pitchFamily="34" charset="-128"/>
            </a:rPr>
            <a:t>Natsume</a:t>
          </a:r>
          <a:endParaRPr lang="en-US" sz="400" b="1" kern="1200">
            <a:solidFill>
              <a:srgbClr val="008000"/>
            </a:solidFill>
            <a:latin typeface="Meiryo UI" panose="020B0604030504040204" pitchFamily="34" charset="-128"/>
            <a:ea typeface="Meiryo UI" panose="020B0604030504040204" pitchFamily="34" charset="-128"/>
          </a:endParaRPr>
        </a:p>
      </dsp:txBody>
      <dsp:txXfrm>
        <a:off x="443370" y="207712"/>
        <a:ext cx="832723" cy="356586"/>
      </dsp:txXfrm>
    </dsp:sp>
    <dsp:sp modelId="{1767A91B-F8E1-4236-8432-56E7B59B4880}">
      <dsp:nvSpPr>
        <dsp:cNvPr id="0" name=""/>
        <dsp:cNvSpPr/>
      </dsp:nvSpPr>
      <dsp:spPr>
        <a:xfrm>
          <a:off x="450990" y="790778"/>
          <a:ext cx="817193" cy="358769"/>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en-US" sz="700" b="1" kern="1200">
              <a:solidFill>
                <a:schemeClr val="tx1"/>
              </a:solidFill>
            </a:rPr>
            <a:t>PCF/</a:t>
          </a:r>
          <a:r>
            <a:rPr lang="en-US" altLang="en-US" sz="700" b="1" kern="1200" err="1">
              <a:solidFill>
                <a:schemeClr val="tx1"/>
              </a:solidFill>
            </a:rPr>
            <a:t>PCRFv</a:t>
          </a:r>
          <a:r>
            <a:rPr lang="en-US" sz="700" b="1" kern="1200">
              <a:latin typeface="Meiryo UI" panose="020B0604030504040204" pitchFamily="34" charset="-128"/>
              <a:ea typeface="Meiryo UI" panose="020B0604030504040204" pitchFamily="34" charset="-128"/>
            </a:rPr>
            <a:t>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SA/TM </a:t>
          </a:r>
          <a:r>
            <a:rPr lang="en-US" sz="700" b="0" kern="1200">
              <a:solidFill>
                <a:srgbClr val="FF0000"/>
              </a:solidFill>
              <a:latin typeface="Meiryo UI" panose="020B0604030504040204" pitchFamily="34" charset="-128"/>
              <a:ea typeface="Meiryo UI" panose="020B0604030504040204" pitchFamily="34" charset="-128"/>
            </a:rPr>
            <a:t>TBD</a:t>
          </a:r>
          <a:endParaRPr lang="en-US" sz="700" b="1" kern="1200">
            <a:solidFill>
              <a:srgbClr val="FF0000"/>
            </a:solidFill>
            <a:latin typeface="Meiryo UI" panose="020B0604030504040204" pitchFamily="34" charset="-128"/>
            <a:ea typeface="Meiryo UI" panose="020B0604030504040204" pitchFamily="34" charset="-128"/>
          </a:endParaRPr>
        </a:p>
      </dsp:txBody>
      <dsp:txXfrm>
        <a:off x="450990" y="790778"/>
        <a:ext cx="817193" cy="35876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3300E-6475-4A24-B436-EFFDEE066C9E}">
      <dsp:nvSpPr>
        <dsp:cNvPr id="0" name=""/>
        <dsp:cNvSpPr/>
      </dsp:nvSpPr>
      <dsp:spPr>
        <a:xfrm>
          <a:off x="357518" y="654634"/>
          <a:ext cx="110184" cy="632424"/>
        </a:xfrm>
        <a:custGeom>
          <a:avLst/>
          <a:gdLst/>
          <a:ahLst/>
          <a:cxnLst/>
          <a:rect l="0" t="0" r="0" b="0"/>
          <a:pathLst>
            <a:path>
              <a:moveTo>
                <a:pt x="0" y="0"/>
              </a:moveTo>
              <a:lnTo>
                <a:pt x="0" y="632424"/>
              </a:lnTo>
              <a:lnTo>
                <a:pt x="110184" y="6324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D863B-F5D2-4BEA-87C0-511F065F1F73}">
      <dsp:nvSpPr>
        <dsp:cNvPr id="0" name=""/>
        <dsp:cNvSpPr/>
      </dsp:nvSpPr>
      <dsp:spPr>
        <a:xfrm>
          <a:off x="357518" y="654634"/>
          <a:ext cx="110184" cy="248645"/>
        </a:xfrm>
        <a:custGeom>
          <a:avLst/>
          <a:gdLst/>
          <a:ahLst/>
          <a:cxnLst/>
          <a:rect l="0" t="0" r="0" b="0"/>
          <a:pathLst>
            <a:path>
              <a:moveTo>
                <a:pt x="0" y="0"/>
              </a:moveTo>
              <a:lnTo>
                <a:pt x="0" y="248645"/>
              </a:lnTo>
              <a:lnTo>
                <a:pt x="110184" y="248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E75BE2-BD40-4CBB-AB4A-73400CE09420}">
      <dsp:nvSpPr>
        <dsp:cNvPr id="0" name=""/>
        <dsp:cNvSpPr/>
      </dsp:nvSpPr>
      <dsp:spPr>
        <a:xfrm>
          <a:off x="605623" y="270856"/>
          <a:ext cx="91440" cy="113512"/>
        </a:xfrm>
        <a:custGeom>
          <a:avLst/>
          <a:gdLst/>
          <a:ahLst/>
          <a:cxnLst/>
          <a:rect l="0" t="0" r="0" b="0"/>
          <a:pathLst>
            <a:path>
              <a:moveTo>
                <a:pt x="45720" y="0"/>
              </a:moveTo>
              <a:lnTo>
                <a:pt x="45720" y="1135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889-1736-4CB6-938B-D0FBC2DD0A61}">
      <dsp:nvSpPr>
        <dsp:cNvPr id="0" name=""/>
        <dsp:cNvSpPr/>
      </dsp:nvSpPr>
      <dsp:spPr>
        <a:xfrm>
          <a:off x="310050" y="589"/>
          <a:ext cx="682585"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TDL </a:t>
          </a:r>
          <a:r>
            <a:rPr lang="en-US" sz="700" b="0" kern="1200">
              <a:solidFill>
                <a:srgbClr val="00B050"/>
              </a:solidFill>
              <a:latin typeface="Meiryo UI"/>
              <a:ea typeface="Meiryo UI"/>
            </a:rPr>
            <a:t>Sushil</a:t>
          </a:r>
          <a:endParaRPr lang="en-US" sz="400" b="0" kern="1200">
            <a:solidFill>
              <a:srgbClr val="00B050"/>
            </a:solidFill>
            <a:latin typeface="Meiryo UI"/>
            <a:ea typeface="Meiryo UI"/>
          </a:endParaRPr>
        </a:p>
      </dsp:txBody>
      <dsp:txXfrm>
        <a:off x="310050" y="589"/>
        <a:ext cx="682585" cy="270266"/>
      </dsp:txXfrm>
    </dsp:sp>
    <dsp:sp modelId="{ECF7BF53-69B4-4E54-8A76-99DC85F525BC}">
      <dsp:nvSpPr>
        <dsp:cNvPr id="0" name=""/>
        <dsp:cNvSpPr/>
      </dsp:nvSpPr>
      <dsp:spPr>
        <a:xfrm>
          <a:off x="284061" y="384368"/>
          <a:ext cx="73456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rtl="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SA/TM</a:t>
          </a:r>
          <a:br>
            <a:rPr lang="en-US" sz="700" b="0" kern="1200">
              <a:latin typeface="Nokia Pure Text Light"/>
              <a:ea typeface="Meiryo UI"/>
            </a:rPr>
          </a:br>
          <a:r>
            <a:rPr lang="en-US" sz="700" b="0" kern="1200">
              <a:solidFill>
                <a:srgbClr val="00B050"/>
              </a:solidFill>
              <a:latin typeface="Nokia Pure Text Light"/>
              <a:ea typeface="Meiryo UI"/>
            </a:rPr>
            <a:t>Rahul 26/Mayank Joshi</a:t>
          </a:r>
        </a:p>
      </dsp:txBody>
      <dsp:txXfrm>
        <a:off x="284061" y="384368"/>
        <a:ext cx="734563" cy="270266"/>
      </dsp:txXfrm>
    </dsp:sp>
    <dsp:sp modelId="{F13745A2-E478-4DD7-9379-79301BE69DA0}">
      <dsp:nvSpPr>
        <dsp:cNvPr id="0" name=""/>
        <dsp:cNvSpPr/>
      </dsp:nvSpPr>
      <dsp:spPr>
        <a:xfrm>
          <a:off x="467702" y="768147"/>
          <a:ext cx="54053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Lead</a:t>
          </a:r>
        </a:p>
      </dsp:txBody>
      <dsp:txXfrm>
        <a:off x="467702" y="768147"/>
        <a:ext cx="540533" cy="270266"/>
      </dsp:txXfrm>
    </dsp:sp>
    <dsp:sp modelId="{2D7F19AA-157D-41DD-8B3C-66DD4ADE63DD}">
      <dsp:nvSpPr>
        <dsp:cNvPr id="0" name=""/>
        <dsp:cNvSpPr/>
      </dsp:nvSpPr>
      <dsp:spPr>
        <a:xfrm>
          <a:off x="467702" y="1151925"/>
          <a:ext cx="838199"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team</a:t>
          </a:r>
        </a:p>
      </dsp:txBody>
      <dsp:txXfrm>
        <a:off x="467702" y="1151925"/>
        <a:ext cx="838199" cy="27026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3D2F94-1F15-4BC2-A91A-6C1DBBE19ECC}">
      <dsp:nvSpPr>
        <dsp:cNvPr id="0" name=""/>
        <dsp:cNvSpPr/>
      </dsp:nvSpPr>
      <dsp:spPr>
        <a:xfrm>
          <a:off x="272" y="476425"/>
          <a:ext cx="825047" cy="353299"/>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en-US" sz="700" b="1" kern="1200">
              <a:solidFill>
                <a:schemeClr val="tx1"/>
              </a:solidFill>
            </a:rPr>
            <a:t>NCOM</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PM </a:t>
          </a:r>
          <a:r>
            <a:rPr lang="en-US" sz="700" b="0" kern="1200">
              <a:solidFill>
                <a:srgbClr val="00B050"/>
              </a:solidFill>
              <a:latin typeface="Meiryo UI" panose="020B0604030504040204" pitchFamily="34" charset="-128"/>
              <a:ea typeface="Meiryo UI" panose="020B0604030504040204" pitchFamily="34" charset="-128"/>
            </a:rPr>
            <a:t>Fukuhara</a:t>
          </a:r>
          <a:endParaRPr lang="en-US" sz="400" b="0" kern="1200">
            <a:solidFill>
              <a:srgbClr val="00B050"/>
            </a:solidFill>
            <a:latin typeface="Meiryo UI" panose="020B0604030504040204" pitchFamily="34" charset="-128"/>
            <a:ea typeface="Meiryo UI" panose="020B0604030504040204" pitchFamily="34" charset="-128"/>
          </a:endParaRPr>
        </a:p>
      </dsp:txBody>
      <dsp:txXfrm>
        <a:off x="272" y="476425"/>
        <a:ext cx="825047" cy="35329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3300E-6475-4A24-B436-EFFDEE066C9E}">
      <dsp:nvSpPr>
        <dsp:cNvPr id="0" name=""/>
        <dsp:cNvSpPr/>
      </dsp:nvSpPr>
      <dsp:spPr>
        <a:xfrm>
          <a:off x="357518" y="654634"/>
          <a:ext cx="110184" cy="632424"/>
        </a:xfrm>
        <a:custGeom>
          <a:avLst/>
          <a:gdLst/>
          <a:ahLst/>
          <a:cxnLst/>
          <a:rect l="0" t="0" r="0" b="0"/>
          <a:pathLst>
            <a:path>
              <a:moveTo>
                <a:pt x="0" y="0"/>
              </a:moveTo>
              <a:lnTo>
                <a:pt x="0" y="632424"/>
              </a:lnTo>
              <a:lnTo>
                <a:pt x="110184" y="6324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D863B-F5D2-4BEA-87C0-511F065F1F73}">
      <dsp:nvSpPr>
        <dsp:cNvPr id="0" name=""/>
        <dsp:cNvSpPr/>
      </dsp:nvSpPr>
      <dsp:spPr>
        <a:xfrm>
          <a:off x="357518" y="654634"/>
          <a:ext cx="110184" cy="248645"/>
        </a:xfrm>
        <a:custGeom>
          <a:avLst/>
          <a:gdLst/>
          <a:ahLst/>
          <a:cxnLst/>
          <a:rect l="0" t="0" r="0" b="0"/>
          <a:pathLst>
            <a:path>
              <a:moveTo>
                <a:pt x="0" y="0"/>
              </a:moveTo>
              <a:lnTo>
                <a:pt x="0" y="248645"/>
              </a:lnTo>
              <a:lnTo>
                <a:pt x="110184" y="248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E75BE2-BD40-4CBB-AB4A-73400CE09420}">
      <dsp:nvSpPr>
        <dsp:cNvPr id="0" name=""/>
        <dsp:cNvSpPr/>
      </dsp:nvSpPr>
      <dsp:spPr>
        <a:xfrm>
          <a:off x="605623" y="270856"/>
          <a:ext cx="91440" cy="113512"/>
        </a:xfrm>
        <a:custGeom>
          <a:avLst/>
          <a:gdLst/>
          <a:ahLst/>
          <a:cxnLst/>
          <a:rect l="0" t="0" r="0" b="0"/>
          <a:pathLst>
            <a:path>
              <a:moveTo>
                <a:pt x="45720" y="0"/>
              </a:moveTo>
              <a:lnTo>
                <a:pt x="45720" y="1135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889-1736-4CB6-938B-D0FBC2DD0A61}">
      <dsp:nvSpPr>
        <dsp:cNvPr id="0" name=""/>
        <dsp:cNvSpPr/>
      </dsp:nvSpPr>
      <dsp:spPr>
        <a:xfrm>
          <a:off x="310050" y="589"/>
          <a:ext cx="682585"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TDL </a:t>
          </a:r>
          <a:r>
            <a:rPr lang="en-US" sz="700" b="0" kern="1200">
              <a:solidFill>
                <a:srgbClr val="00B050"/>
              </a:solidFill>
              <a:latin typeface="Meiryo UI" panose="020B0604030504040204" pitchFamily="34" charset="-128"/>
              <a:ea typeface="Meiryo UI" panose="020B0604030504040204" pitchFamily="34" charset="-128"/>
            </a:rPr>
            <a:t>Yi-Chen</a:t>
          </a:r>
          <a:endParaRPr lang="en-US" sz="400" b="0" kern="1200">
            <a:solidFill>
              <a:srgbClr val="00B050"/>
            </a:solidFill>
            <a:latin typeface="Meiryo UI" panose="020B0604030504040204" pitchFamily="34" charset="-128"/>
            <a:ea typeface="Meiryo UI" panose="020B0604030504040204" pitchFamily="34" charset="-128"/>
          </a:endParaRPr>
        </a:p>
      </dsp:txBody>
      <dsp:txXfrm>
        <a:off x="310050" y="589"/>
        <a:ext cx="682585" cy="270266"/>
      </dsp:txXfrm>
    </dsp:sp>
    <dsp:sp modelId="{ECF7BF53-69B4-4E54-8A76-99DC85F525BC}">
      <dsp:nvSpPr>
        <dsp:cNvPr id="0" name=""/>
        <dsp:cNvSpPr/>
      </dsp:nvSpPr>
      <dsp:spPr>
        <a:xfrm>
          <a:off x="284061" y="384368"/>
          <a:ext cx="73456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NCOM SA/TM </a:t>
          </a:r>
          <a:r>
            <a:rPr lang="en-US" sz="700" kern="1200">
              <a:solidFill>
                <a:srgbClr val="00B050"/>
              </a:solidFill>
            </a:rPr>
            <a:t>Md Monirul Islam</a:t>
          </a:r>
          <a:br>
            <a:rPr lang="en-US" sz="700" kern="1200">
              <a:solidFill>
                <a:srgbClr val="00B050"/>
              </a:solidFill>
            </a:rPr>
          </a:br>
          <a:r>
            <a:rPr lang="en-US" sz="700" kern="1200">
              <a:solidFill>
                <a:srgbClr val="00B050"/>
              </a:solidFill>
            </a:rPr>
            <a:t>/Hashitani</a:t>
          </a:r>
        </a:p>
      </dsp:txBody>
      <dsp:txXfrm>
        <a:off x="284061" y="384368"/>
        <a:ext cx="734563" cy="270266"/>
      </dsp:txXfrm>
    </dsp:sp>
    <dsp:sp modelId="{F13745A2-E478-4DD7-9379-79301BE69DA0}">
      <dsp:nvSpPr>
        <dsp:cNvPr id="0" name=""/>
        <dsp:cNvSpPr/>
      </dsp:nvSpPr>
      <dsp:spPr>
        <a:xfrm>
          <a:off x="467702" y="768147"/>
          <a:ext cx="54053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Engineer Lead</a:t>
          </a:r>
        </a:p>
      </dsp:txBody>
      <dsp:txXfrm>
        <a:off x="467702" y="768147"/>
        <a:ext cx="540533" cy="270266"/>
      </dsp:txXfrm>
    </dsp:sp>
    <dsp:sp modelId="{2D7F19AA-157D-41DD-8B3C-66DD4ADE63DD}">
      <dsp:nvSpPr>
        <dsp:cNvPr id="0" name=""/>
        <dsp:cNvSpPr/>
      </dsp:nvSpPr>
      <dsp:spPr>
        <a:xfrm>
          <a:off x="467702" y="1151925"/>
          <a:ext cx="838199"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Engineer team</a:t>
          </a:r>
        </a:p>
      </dsp:txBody>
      <dsp:txXfrm>
        <a:off x="467702" y="1151925"/>
        <a:ext cx="838199" cy="2702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7ED07-8F50-477A-8C74-F3EDC29096D9}">
      <dsp:nvSpPr>
        <dsp:cNvPr id="0" name=""/>
        <dsp:cNvSpPr/>
      </dsp:nvSpPr>
      <dsp:spPr>
        <a:xfrm>
          <a:off x="639982" y="530318"/>
          <a:ext cx="91440" cy="261104"/>
        </a:xfrm>
        <a:custGeom>
          <a:avLst/>
          <a:gdLst/>
          <a:ahLst/>
          <a:cxnLst/>
          <a:rect l="0" t="0" r="0" b="0"/>
          <a:pathLst>
            <a:path>
              <a:moveTo>
                <a:pt x="45720" y="0"/>
              </a:moveTo>
              <a:lnTo>
                <a:pt x="74719" y="0"/>
              </a:lnTo>
              <a:lnTo>
                <a:pt x="74719" y="26110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2F94-1F15-4BC2-A91A-6C1DBBE19ECC}">
      <dsp:nvSpPr>
        <dsp:cNvPr id="0" name=""/>
        <dsp:cNvSpPr/>
      </dsp:nvSpPr>
      <dsp:spPr>
        <a:xfrm>
          <a:off x="288822" y="190416"/>
          <a:ext cx="793761" cy="3399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5G-EIR/EIR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PM </a:t>
          </a:r>
          <a:r>
            <a:rPr lang="en-US" altLang="ja-JP" sz="700" b="0" kern="1200">
              <a:solidFill>
                <a:srgbClr val="008000"/>
              </a:solidFill>
              <a:latin typeface="Meiryo UI" panose="020B0604030504040204" pitchFamily="34" charset="-128"/>
              <a:ea typeface="Meiryo UI" panose="020B0604030504040204" pitchFamily="34" charset="-128"/>
            </a:rPr>
            <a:t>Umeda</a:t>
          </a:r>
          <a:endParaRPr lang="en-US" sz="400" b="1" kern="1200">
            <a:solidFill>
              <a:srgbClr val="008000"/>
            </a:solidFill>
            <a:latin typeface="Meiryo UI" panose="020B0604030504040204" pitchFamily="34" charset="-128"/>
            <a:ea typeface="Meiryo UI" panose="020B0604030504040204" pitchFamily="34" charset="-128"/>
          </a:endParaRPr>
        </a:p>
      </dsp:txBody>
      <dsp:txXfrm>
        <a:off x="288822" y="190416"/>
        <a:ext cx="793761" cy="339901"/>
      </dsp:txXfrm>
    </dsp:sp>
    <dsp:sp modelId="{1767A91B-F8E1-4236-8432-56E7B59B4880}">
      <dsp:nvSpPr>
        <dsp:cNvPr id="0" name=""/>
        <dsp:cNvSpPr/>
      </dsp:nvSpPr>
      <dsp:spPr>
        <a:xfrm>
          <a:off x="325222" y="791423"/>
          <a:ext cx="778958" cy="341983"/>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5G-EIR/EIR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SA/TM</a:t>
          </a:r>
        </a:p>
      </dsp:txBody>
      <dsp:txXfrm>
        <a:off x="325222" y="791423"/>
        <a:ext cx="778958" cy="34198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3300E-6475-4A24-B436-EFFDEE066C9E}">
      <dsp:nvSpPr>
        <dsp:cNvPr id="0" name=""/>
        <dsp:cNvSpPr/>
      </dsp:nvSpPr>
      <dsp:spPr>
        <a:xfrm>
          <a:off x="424665" y="654634"/>
          <a:ext cx="110184" cy="632424"/>
        </a:xfrm>
        <a:custGeom>
          <a:avLst/>
          <a:gdLst/>
          <a:ahLst/>
          <a:cxnLst/>
          <a:rect l="0" t="0" r="0" b="0"/>
          <a:pathLst>
            <a:path>
              <a:moveTo>
                <a:pt x="0" y="0"/>
              </a:moveTo>
              <a:lnTo>
                <a:pt x="0" y="632424"/>
              </a:lnTo>
              <a:lnTo>
                <a:pt x="110184" y="63242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D863B-F5D2-4BEA-87C0-511F065F1F73}">
      <dsp:nvSpPr>
        <dsp:cNvPr id="0" name=""/>
        <dsp:cNvSpPr/>
      </dsp:nvSpPr>
      <dsp:spPr>
        <a:xfrm>
          <a:off x="424665" y="654634"/>
          <a:ext cx="110184" cy="248645"/>
        </a:xfrm>
        <a:custGeom>
          <a:avLst/>
          <a:gdLst/>
          <a:ahLst/>
          <a:cxnLst/>
          <a:rect l="0" t="0" r="0" b="0"/>
          <a:pathLst>
            <a:path>
              <a:moveTo>
                <a:pt x="0" y="0"/>
              </a:moveTo>
              <a:lnTo>
                <a:pt x="0" y="248645"/>
              </a:lnTo>
              <a:lnTo>
                <a:pt x="110184" y="2486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E75BE2-BD40-4CBB-AB4A-73400CE09420}">
      <dsp:nvSpPr>
        <dsp:cNvPr id="0" name=""/>
        <dsp:cNvSpPr/>
      </dsp:nvSpPr>
      <dsp:spPr>
        <a:xfrm>
          <a:off x="672771" y="270856"/>
          <a:ext cx="91440" cy="113512"/>
        </a:xfrm>
        <a:custGeom>
          <a:avLst/>
          <a:gdLst/>
          <a:ahLst/>
          <a:cxnLst/>
          <a:rect l="0" t="0" r="0" b="0"/>
          <a:pathLst>
            <a:path>
              <a:moveTo>
                <a:pt x="45720" y="0"/>
              </a:moveTo>
              <a:lnTo>
                <a:pt x="45720" y="1135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889-1736-4CB6-938B-D0FBC2DD0A61}">
      <dsp:nvSpPr>
        <dsp:cNvPr id="0" name=""/>
        <dsp:cNvSpPr/>
      </dsp:nvSpPr>
      <dsp:spPr>
        <a:xfrm>
          <a:off x="377198" y="589"/>
          <a:ext cx="682585"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a:latin typeface="Meiryo UI"/>
              <a:ea typeface="Meiryo UI"/>
            </a:rPr>
            <a:t>TDL</a:t>
          </a:r>
          <a:endParaRPr lang="en-US" sz="500" b="1" kern="1200">
            <a:latin typeface="Meiryo UI"/>
            <a:ea typeface="Meiryo UI"/>
          </a:endParaRPr>
        </a:p>
      </dsp:txBody>
      <dsp:txXfrm>
        <a:off x="377198" y="589"/>
        <a:ext cx="682585" cy="270266"/>
      </dsp:txXfrm>
    </dsp:sp>
    <dsp:sp modelId="{ECF7BF53-69B4-4E54-8A76-99DC85F525BC}">
      <dsp:nvSpPr>
        <dsp:cNvPr id="0" name=""/>
        <dsp:cNvSpPr/>
      </dsp:nvSpPr>
      <dsp:spPr>
        <a:xfrm>
          <a:off x="351209" y="384368"/>
          <a:ext cx="73456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rtl="0">
            <a:lnSpc>
              <a:spcPct val="90000"/>
            </a:lnSpc>
            <a:spcBef>
              <a:spcPct val="0"/>
            </a:spcBef>
            <a:spcAft>
              <a:spcPct val="35000"/>
            </a:spcAft>
            <a:buNone/>
          </a:pPr>
          <a:r>
            <a:rPr lang="en-US" sz="700" b="1" kern="1200">
              <a:latin typeface="Meiryo UI"/>
              <a:ea typeface="Meiryo UI"/>
            </a:rPr>
            <a:t>5G-EIR SA </a:t>
          </a:r>
          <a:br>
            <a:rPr lang="en-US" sz="700" b="1" kern="1200">
              <a:latin typeface="Meiryo UI"/>
              <a:ea typeface="Meiryo UI"/>
            </a:rPr>
          </a:br>
          <a:r>
            <a:rPr lang="en-US" altLang="ja-JP" sz="700" b="0" kern="1200">
              <a:solidFill>
                <a:srgbClr val="00B050"/>
              </a:solidFill>
              <a:latin typeface="Meiryo UI"/>
              <a:ea typeface="Meiryo UI"/>
            </a:rPr>
            <a:t>Ayan</a:t>
          </a:r>
          <a:endParaRPr lang="en-US" sz="700" b="0" kern="1200">
            <a:solidFill>
              <a:srgbClr val="00B050"/>
            </a:solidFill>
            <a:latin typeface="Meiryo UI"/>
            <a:ea typeface="Meiryo UI"/>
          </a:endParaRPr>
        </a:p>
      </dsp:txBody>
      <dsp:txXfrm>
        <a:off x="351209" y="384368"/>
        <a:ext cx="734563" cy="270266"/>
      </dsp:txXfrm>
    </dsp:sp>
    <dsp:sp modelId="{F13745A2-E478-4DD7-9379-79301BE69DA0}">
      <dsp:nvSpPr>
        <dsp:cNvPr id="0" name=""/>
        <dsp:cNvSpPr/>
      </dsp:nvSpPr>
      <dsp:spPr>
        <a:xfrm>
          <a:off x="534850" y="768147"/>
          <a:ext cx="540533"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Lead</a:t>
          </a:r>
        </a:p>
      </dsp:txBody>
      <dsp:txXfrm>
        <a:off x="534850" y="768147"/>
        <a:ext cx="540533" cy="270266"/>
      </dsp:txXfrm>
    </dsp:sp>
    <dsp:sp modelId="{2D7F19AA-157D-41DD-8B3C-66DD4ADE63DD}">
      <dsp:nvSpPr>
        <dsp:cNvPr id="0" name=""/>
        <dsp:cNvSpPr/>
      </dsp:nvSpPr>
      <dsp:spPr>
        <a:xfrm>
          <a:off x="534850" y="1151925"/>
          <a:ext cx="703904" cy="2702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a:ea typeface="Meiryo UI"/>
            </a:rPr>
            <a:t>Engineer team</a:t>
          </a:r>
        </a:p>
      </dsp:txBody>
      <dsp:txXfrm>
        <a:off x="534850" y="1151925"/>
        <a:ext cx="703904" cy="27026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3300E-6475-4A24-B436-EFFDEE066C9E}">
      <dsp:nvSpPr>
        <dsp:cNvPr id="0" name=""/>
        <dsp:cNvSpPr/>
      </dsp:nvSpPr>
      <dsp:spPr>
        <a:xfrm>
          <a:off x="398763" y="929802"/>
          <a:ext cx="102851" cy="343048"/>
        </a:xfrm>
        <a:custGeom>
          <a:avLst/>
          <a:gdLst/>
          <a:ahLst/>
          <a:cxnLst/>
          <a:rect l="0" t="0" r="0" b="0"/>
          <a:pathLst>
            <a:path>
              <a:moveTo>
                <a:pt x="0" y="0"/>
              </a:moveTo>
              <a:lnTo>
                <a:pt x="0" y="343048"/>
              </a:lnTo>
              <a:lnTo>
                <a:pt x="102851" y="3430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D863B-F5D2-4BEA-87C0-511F065F1F73}">
      <dsp:nvSpPr>
        <dsp:cNvPr id="0" name=""/>
        <dsp:cNvSpPr/>
      </dsp:nvSpPr>
      <dsp:spPr>
        <a:xfrm>
          <a:off x="749369" y="417773"/>
          <a:ext cx="91440" cy="157812"/>
        </a:xfrm>
        <a:custGeom>
          <a:avLst/>
          <a:gdLst/>
          <a:ahLst/>
          <a:cxnLst/>
          <a:rect l="0" t="0" r="0" b="0"/>
          <a:pathLst>
            <a:path>
              <a:moveTo>
                <a:pt x="66583" y="0"/>
              </a:moveTo>
              <a:lnTo>
                <a:pt x="66583" y="70079"/>
              </a:lnTo>
              <a:lnTo>
                <a:pt x="45720" y="70079"/>
              </a:lnTo>
              <a:lnTo>
                <a:pt x="45720" y="1578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9889-1736-4CB6-938B-D0FBC2DD0A61}">
      <dsp:nvSpPr>
        <dsp:cNvPr id="0" name=""/>
        <dsp:cNvSpPr/>
      </dsp:nvSpPr>
      <dsp:spPr>
        <a:xfrm>
          <a:off x="288389" y="0"/>
          <a:ext cx="1055127" cy="417773"/>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Mirroring Server SA/TM </a:t>
          </a:r>
          <a:r>
            <a:rPr lang="en-US" sz="700" b="0" kern="1200">
              <a:solidFill>
                <a:srgbClr val="FF0000"/>
              </a:solidFill>
              <a:latin typeface="Meiryo UI" panose="020B0604030504040204" pitchFamily="34" charset="-128"/>
              <a:ea typeface="Meiryo UI" panose="020B0604030504040204" pitchFamily="34" charset="-128"/>
            </a:rPr>
            <a:t>Open</a:t>
          </a:r>
          <a:endParaRPr lang="en-US" sz="700" b="1" kern="1200">
            <a:latin typeface="Meiryo UI" panose="020B0604030504040204" pitchFamily="34" charset="-128"/>
            <a:ea typeface="Meiryo UI" panose="020B0604030504040204" pitchFamily="34" charset="-128"/>
          </a:endParaRPr>
        </a:p>
      </dsp:txBody>
      <dsp:txXfrm>
        <a:off x="288389" y="0"/>
        <a:ext cx="1055127" cy="417773"/>
      </dsp:txXfrm>
    </dsp:sp>
    <dsp:sp modelId="{F13745A2-E478-4DD7-9379-79301BE69DA0}">
      <dsp:nvSpPr>
        <dsp:cNvPr id="0" name=""/>
        <dsp:cNvSpPr/>
      </dsp:nvSpPr>
      <dsp:spPr>
        <a:xfrm>
          <a:off x="299681" y="575585"/>
          <a:ext cx="990815" cy="35421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Engineer </a:t>
          </a:r>
        </a:p>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Lead</a:t>
          </a:r>
        </a:p>
      </dsp:txBody>
      <dsp:txXfrm>
        <a:off x="299681" y="575585"/>
        <a:ext cx="990815" cy="354217"/>
      </dsp:txXfrm>
    </dsp:sp>
    <dsp:sp modelId="{2D7F19AA-157D-41DD-8B3C-66DD4ADE63DD}">
      <dsp:nvSpPr>
        <dsp:cNvPr id="0" name=""/>
        <dsp:cNvSpPr/>
      </dsp:nvSpPr>
      <dsp:spPr>
        <a:xfrm>
          <a:off x="501614" y="1123093"/>
          <a:ext cx="866595" cy="299514"/>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b="1" kern="1200">
              <a:latin typeface="Meiryo UI" panose="020B0604030504040204" pitchFamily="34" charset="-128"/>
              <a:ea typeface="Meiryo UI" panose="020B0604030504040204" pitchFamily="34" charset="-128"/>
            </a:rPr>
            <a:t>Engineer team</a:t>
          </a:r>
        </a:p>
      </dsp:txBody>
      <dsp:txXfrm>
        <a:off x="501614" y="1123093"/>
        <a:ext cx="866595" cy="29951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77303" cy="502118"/>
          </a:xfrm>
          <a:prstGeom prst="rect">
            <a:avLst/>
          </a:prstGeom>
        </p:spPr>
        <p:txBody>
          <a:bodyPr vert="horz" lIns="92272" tIns="46136" rIns="92272" bIns="46136" rtlCol="0"/>
          <a:lstStyle>
            <a:lvl1pPr algn="l">
              <a:defRPr sz="1200"/>
            </a:lvl1pPr>
          </a:lstStyle>
          <a:p>
            <a:endParaRPr lang="en-US"/>
          </a:p>
        </p:txBody>
      </p:sp>
      <p:sp>
        <p:nvSpPr>
          <p:cNvPr id="3" name="Date Placeholder 2"/>
          <p:cNvSpPr>
            <a:spLocks noGrp="1"/>
          </p:cNvSpPr>
          <p:nvPr>
            <p:ph type="dt" idx="1"/>
          </p:nvPr>
        </p:nvSpPr>
        <p:spPr>
          <a:xfrm>
            <a:off x="3891808" y="0"/>
            <a:ext cx="2977303" cy="502118"/>
          </a:xfrm>
          <a:prstGeom prst="rect">
            <a:avLst/>
          </a:prstGeom>
        </p:spPr>
        <p:txBody>
          <a:bodyPr vert="horz" lIns="92272" tIns="46136" rIns="92272" bIns="46136" rtlCol="0"/>
          <a:lstStyle>
            <a:lvl1pPr algn="r">
              <a:defRPr sz="1200"/>
            </a:lvl1pPr>
          </a:lstStyle>
          <a:p>
            <a:fld id="{CF03831C-DEBA-4A3A-8C36-FD8115E217DA}" type="datetimeFigureOut">
              <a:rPr lang="en-US" smtClean="0"/>
              <a:t>8/20/2026</a:t>
            </a:fld>
            <a:endParaRPr lang="en-US"/>
          </a:p>
        </p:txBody>
      </p:sp>
      <p:sp>
        <p:nvSpPr>
          <p:cNvPr id="4" name="Slide Image Placeholder 3"/>
          <p:cNvSpPr>
            <a:spLocks noGrp="1" noRot="1" noChangeAspect="1"/>
          </p:cNvSpPr>
          <p:nvPr>
            <p:ph type="sldImg" idx="2"/>
          </p:nvPr>
        </p:nvSpPr>
        <p:spPr>
          <a:xfrm>
            <a:off x="433388" y="1250950"/>
            <a:ext cx="6003925" cy="3376613"/>
          </a:xfrm>
          <a:prstGeom prst="rect">
            <a:avLst/>
          </a:prstGeom>
          <a:noFill/>
          <a:ln w="12700">
            <a:solidFill>
              <a:prstClr val="black"/>
            </a:solidFill>
          </a:ln>
        </p:spPr>
        <p:txBody>
          <a:bodyPr vert="horz" lIns="92272" tIns="46136" rIns="92272" bIns="46136" rtlCol="0" anchor="ctr"/>
          <a:lstStyle/>
          <a:p>
            <a:endParaRPr lang="en-US"/>
          </a:p>
        </p:txBody>
      </p:sp>
      <p:sp>
        <p:nvSpPr>
          <p:cNvPr id="5" name="Notes Placeholder 4"/>
          <p:cNvSpPr>
            <a:spLocks noGrp="1"/>
          </p:cNvSpPr>
          <p:nvPr>
            <p:ph type="body" sz="quarter" idx="3"/>
          </p:nvPr>
        </p:nvSpPr>
        <p:spPr>
          <a:xfrm>
            <a:off x="687071" y="4816158"/>
            <a:ext cx="5496560" cy="3940493"/>
          </a:xfrm>
          <a:prstGeom prst="rect">
            <a:avLst/>
          </a:prstGeom>
        </p:spPr>
        <p:txBody>
          <a:bodyPr vert="horz" lIns="92272" tIns="46136" rIns="92272" bIns="4613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505483"/>
            <a:ext cx="2977303" cy="502117"/>
          </a:xfrm>
          <a:prstGeom prst="rect">
            <a:avLst/>
          </a:prstGeom>
        </p:spPr>
        <p:txBody>
          <a:bodyPr vert="horz" lIns="92272" tIns="46136" rIns="92272" bIns="46136" rtlCol="0" anchor="b"/>
          <a:lstStyle>
            <a:lvl1pPr algn="l">
              <a:defRPr sz="1200"/>
            </a:lvl1pPr>
          </a:lstStyle>
          <a:p>
            <a:endParaRPr lang="en-US"/>
          </a:p>
        </p:txBody>
      </p:sp>
      <p:sp>
        <p:nvSpPr>
          <p:cNvPr id="7" name="Slide Number Placeholder 6"/>
          <p:cNvSpPr>
            <a:spLocks noGrp="1"/>
          </p:cNvSpPr>
          <p:nvPr>
            <p:ph type="sldNum" sz="quarter" idx="5"/>
          </p:nvPr>
        </p:nvSpPr>
        <p:spPr>
          <a:xfrm>
            <a:off x="3891808" y="9505483"/>
            <a:ext cx="2977303" cy="502117"/>
          </a:xfrm>
          <a:prstGeom prst="rect">
            <a:avLst/>
          </a:prstGeom>
        </p:spPr>
        <p:txBody>
          <a:bodyPr vert="horz" lIns="92272" tIns="46136" rIns="92272" bIns="46136" rtlCol="0" anchor="b"/>
          <a:lstStyle>
            <a:lvl1pPr algn="r">
              <a:defRPr sz="1200"/>
            </a:lvl1pPr>
          </a:lstStyle>
          <a:p>
            <a:fld id="{58D4EF5B-ECC8-43EE-A509-D601DDF42AD0}" type="slidenum">
              <a:rPr lang="en-US" smtClean="0"/>
              <a:t>‹#›</a:t>
            </a:fld>
            <a:endParaRPr lang="en-US"/>
          </a:p>
        </p:txBody>
      </p:sp>
    </p:spTree>
    <p:extLst>
      <p:ext uri="{BB962C8B-B14F-4D97-AF65-F5344CB8AC3E}">
        <p14:creationId xmlns:p14="http://schemas.microsoft.com/office/powerpoint/2010/main" val="211518043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watch?v=CqjZq7lcf8I"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p:cNvSpPr>
            <a:spLocks noGrp="1"/>
          </p:cNvSpPr>
          <p:nvPr>
            <p:ph type="sldNum" sz="quarter" idx="5"/>
          </p:nvPr>
        </p:nvSpPr>
        <p:spPr/>
        <p:txBody>
          <a:bodyPr/>
          <a:lstStyle/>
          <a:p>
            <a:pPr>
              <a:defRPr/>
            </a:pPr>
            <a:fld id="{B87C3D7D-BC7F-45E3-9485-91728C5A08FD}" type="slidenum">
              <a:rPr lang="en-US" smtClean="0"/>
              <a:pPr>
                <a:defRPr/>
              </a:pPr>
              <a:t>2</a:t>
            </a:fld>
            <a:endParaRPr lang="en-US"/>
          </a:p>
        </p:txBody>
      </p:sp>
    </p:spTree>
    <p:extLst>
      <p:ext uri="{BB962C8B-B14F-4D97-AF65-F5344CB8AC3E}">
        <p14:creationId xmlns:p14="http://schemas.microsoft.com/office/powerpoint/2010/main" val="2500143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p:cNvSpPr>
            <a:spLocks noGrp="1"/>
          </p:cNvSpPr>
          <p:nvPr>
            <p:ph type="sldNum" sz="quarter" idx="5"/>
          </p:nvPr>
        </p:nvSpPr>
        <p:spPr/>
        <p:txBody>
          <a:bodyPr/>
          <a:lstStyle/>
          <a:p>
            <a:pPr>
              <a:defRPr/>
            </a:pPr>
            <a:fld id="{C2638FC4-A589-4492-9762-F6F9F3897CF4}" type="slidenum">
              <a:rPr lang="en-US" smtClean="0"/>
              <a:pPr>
                <a:defRPr/>
              </a:pPr>
              <a:t>3</a:t>
            </a:fld>
            <a:endParaRPr lang="en-US"/>
          </a:p>
        </p:txBody>
      </p:sp>
    </p:spTree>
    <p:extLst>
      <p:ext uri="{BB962C8B-B14F-4D97-AF65-F5344CB8AC3E}">
        <p14:creationId xmlns:p14="http://schemas.microsoft.com/office/powerpoint/2010/main" val="1053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D4EF5B-ECC8-43EE-A509-D601DDF42AD0}" type="slidenum">
              <a:rPr kumimoji="0" lang="en-US" sz="96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9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3861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53DA-7557-F639-EB63-F421F141E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F8848-08DF-DC1D-FA72-25FC9DC09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76387-B3E7-CEDD-D0E3-02D2D2D418E9}"/>
              </a:ext>
            </a:extLst>
          </p:cNvPr>
          <p:cNvSpPr>
            <a:spLocks noGrp="1"/>
          </p:cNvSpPr>
          <p:nvPr>
            <p:ph type="body" idx="1"/>
          </p:nvPr>
        </p:nvSpPr>
        <p:spPr/>
        <p:txBody>
          <a:bodyPr/>
          <a:lstStyle/>
          <a:p>
            <a:endParaRPr kumimoji="1" lang="en-GB"/>
          </a:p>
        </p:txBody>
      </p:sp>
      <p:sp>
        <p:nvSpPr>
          <p:cNvPr id="4" name="Slide Number Placeholder 3">
            <a:extLst>
              <a:ext uri="{FF2B5EF4-FFF2-40B4-BE49-F238E27FC236}">
                <a16:creationId xmlns:a16="http://schemas.microsoft.com/office/drawing/2014/main" id="{46433AD5-EFC0-0D89-C230-A38E3955770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C2616F-011D-47B3-A2C1-4E16F11993E6}"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832"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4486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D5640-00D1-53FE-F3D8-9C761FD69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C8779-02F9-AF7A-9AFB-020A19003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1C5D1-B370-7771-B61D-7B9661D5B817}"/>
              </a:ext>
            </a:extLst>
          </p:cNvPr>
          <p:cNvSpPr>
            <a:spLocks noGrp="1"/>
          </p:cNvSpPr>
          <p:nvPr>
            <p:ph type="body" idx="1"/>
          </p:nvPr>
        </p:nvSpPr>
        <p:spPr/>
        <p:txBody>
          <a:bodyPr/>
          <a:lstStyle/>
          <a:p>
            <a:endParaRPr kumimoji="1" lang="en-US" altLang="ja-JP"/>
          </a:p>
        </p:txBody>
      </p:sp>
      <p:sp>
        <p:nvSpPr>
          <p:cNvPr id="4" name="Slide Number Placeholder 3">
            <a:extLst>
              <a:ext uri="{FF2B5EF4-FFF2-40B4-BE49-F238E27FC236}">
                <a16:creationId xmlns:a16="http://schemas.microsoft.com/office/drawing/2014/main" id="{B62A3E40-0841-AD12-4529-B5860B85DCE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D4EF5B-ECC8-43EE-A509-D601DDF42A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9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3659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7F6CB-0753-9847-B857-9384C8107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445C-5647-B8A0-AC4B-31717393A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7F2BF7-E7AD-2E2A-F39B-82D41FC341B6}"/>
              </a:ext>
            </a:extLst>
          </p:cNvPr>
          <p:cNvSpPr>
            <a:spLocks noGrp="1"/>
          </p:cNvSpPr>
          <p:nvPr>
            <p:ph type="body" idx="1"/>
          </p:nvPr>
        </p:nvSpPr>
        <p:spPr/>
        <p:txBody>
          <a:bodyPr/>
          <a:lstStyle/>
          <a:p>
            <a:endParaRPr kumimoji="1" lang="en-US" altLang="ja-JP"/>
          </a:p>
        </p:txBody>
      </p:sp>
      <p:sp>
        <p:nvSpPr>
          <p:cNvPr id="4" name="Slide Number Placeholder 3">
            <a:extLst>
              <a:ext uri="{FF2B5EF4-FFF2-40B4-BE49-F238E27FC236}">
                <a16:creationId xmlns:a16="http://schemas.microsoft.com/office/drawing/2014/main" id="{1E44E304-45CA-29CA-B486-D8DE8726BBB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D4EF5B-ECC8-43EE-A509-D601DDF42A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9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4578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p:cNvSpPr>
            <a:spLocks noGrp="1"/>
          </p:cNvSpPr>
          <p:nvPr>
            <p:ph type="sldNum" sz="quarter" idx="5"/>
          </p:nvPr>
        </p:nvSpPr>
        <p:spPr/>
        <p:txBody>
          <a:bodyPr/>
          <a:lstStyle/>
          <a:p>
            <a:pPr>
              <a:defRPr/>
            </a:pPr>
            <a:fld id="{BB6F80B0-B10D-4E54-A1A4-B5296FC98B6A}" type="slidenum">
              <a:rPr lang="en-US" smtClean="0"/>
              <a:pPr>
                <a:defRPr/>
              </a:pPr>
              <a:t>15</a:t>
            </a:fld>
            <a:endParaRPr lang="en-US"/>
          </a:p>
        </p:txBody>
      </p:sp>
    </p:spTree>
    <p:extLst>
      <p:ext uri="{BB962C8B-B14F-4D97-AF65-F5344CB8AC3E}">
        <p14:creationId xmlns:p14="http://schemas.microsoft.com/office/powerpoint/2010/main" val="1385394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BA805-4A7B-D8C6-1274-6143CE8FD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36610-EB39-370A-E4F3-87B13F17B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227A0-DE82-37D2-E1BB-4EA5C95CE875}"/>
              </a:ext>
            </a:extLst>
          </p:cNvPr>
          <p:cNvSpPr>
            <a:spLocks noGrp="1"/>
          </p:cNvSpPr>
          <p:nvPr>
            <p:ph type="body" idx="1"/>
          </p:nvPr>
        </p:nvSpPr>
        <p:spPr/>
        <p:txBody>
          <a:bodyPr/>
          <a:lstStyle/>
          <a:p>
            <a:r>
              <a:rPr lang="ja-JP" altLang="en-US">
                <a:hlinkClick r:id="rId3"/>
              </a:rPr>
              <a:t>あまり知られていない、パワーポイントで効率的に組織図を作る方法 </a:t>
            </a:r>
            <a:r>
              <a:rPr lang="en-US" altLang="ja-JP">
                <a:hlinkClick r:id="rId3"/>
              </a:rPr>
              <a:t>[PowerPoint</a:t>
            </a:r>
            <a:r>
              <a:rPr lang="ja-JP" altLang="en-US">
                <a:hlinkClick r:id="rId3"/>
              </a:rPr>
              <a:t>小技・小ネタテクニック</a:t>
            </a:r>
            <a:r>
              <a:rPr lang="en-US" altLang="ja-JP">
                <a:hlinkClick r:id="rId3"/>
              </a:rPr>
              <a:t>]</a:t>
            </a:r>
            <a:endParaRPr lang="en-US"/>
          </a:p>
        </p:txBody>
      </p:sp>
      <p:sp>
        <p:nvSpPr>
          <p:cNvPr id="4" name="Slide Number Placeholder 3">
            <a:extLst>
              <a:ext uri="{FF2B5EF4-FFF2-40B4-BE49-F238E27FC236}">
                <a16:creationId xmlns:a16="http://schemas.microsoft.com/office/drawing/2014/main" id="{C25F6AA5-C946-F7CC-E85D-C6F3F7AE418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D4EF5B-ECC8-43EE-A509-D601DDF42A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3930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A3738AF-7C57-4341-AD09-0A5BAE3BD0AD}" type="slidenum">
              <a:rPr lang="en-US" smtClean="0"/>
              <a:pPr>
                <a:defRPr/>
              </a:pPr>
              <a:t>18</a:t>
            </a:fld>
            <a:endParaRPr lang="en-US"/>
          </a:p>
        </p:txBody>
      </p:sp>
    </p:spTree>
    <p:extLst>
      <p:ext uri="{BB962C8B-B14F-4D97-AF65-F5344CB8AC3E}">
        <p14:creationId xmlns:p14="http://schemas.microsoft.com/office/powerpoint/2010/main" val="3533062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p:cNvSpPr>
            <a:spLocks noGrp="1"/>
          </p:cNvSpPr>
          <p:nvPr>
            <p:ph type="sldNum" sz="quarter" idx="5"/>
          </p:nvPr>
        </p:nvSpPr>
        <p:spPr/>
        <p:txBody>
          <a:bodyPr/>
          <a:lstStyle/>
          <a:p>
            <a:pPr>
              <a:defRPr/>
            </a:pPr>
            <a:fld id="{9B337DCF-7988-49A5-AB35-99AA8558E975}" type="slidenum">
              <a:rPr lang="en-US" smtClean="0"/>
              <a:pPr>
                <a:defRPr/>
              </a:pPr>
              <a:t>21</a:t>
            </a:fld>
            <a:endParaRPr lang="en-US"/>
          </a:p>
        </p:txBody>
      </p:sp>
    </p:spTree>
    <p:extLst>
      <p:ext uri="{BB962C8B-B14F-4D97-AF65-F5344CB8AC3E}">
        <p14:creationId xmlns:p14="http://schemas.microsoft.com/office/powerpoint/2010/main" val="3448778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0076A-84CA-B88D-278C-960B13CFD582}"/>
            </a:ext>
          </a:extLst>
        </p:cNvPr>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F6CE369-5C21-BC06-4845-0E7171A8D73A}"/>
              </a:ext>
            </a:extLst>
          </p:cNvPr>
          <p:cNvSpPr>
            <a:spLocks noGrp="1" noRot="1" noChangeAspect="1" noTextEdit="1"/>
          </p:cNvSpPr>
          <p:nvPr>
            <p:ph type="sldImg"/>
          </p:nvPr>
        </p:nvSpPr>
        <p:spPr bwMode="auto">
          <a:noFill/>
          <a:ln>
            <a:solidFill>
              <a:srgbClr val="000000"/>
            </a:solidFill>
            <a:miter lim="800000"/>
            <a:headEnd/>
            <a:tailEnd/>
          </a:ln>
        </p:spPr>
      </p:sp>
      <p:sp>
        <p:nvSpPr>
          <p:cNvPr id="34819" name="Notes Placeholder 2">
            <a:extLst>
              <a:ext uri="{FF2B5EF4-FFF2-40B4-BE49-F238E27FC236}">
                <a16:creationId xmlns:a16="http://schemas.microsoft.com/office/drawing/2014/main" id="{04FDD892-1D17-3251-A60E-D77CD4FBA164}"/>
              </a:ext>
            </a:extLst>
          </p:cNvPr>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a:extLst>
              <a:ext uri="{FF2B5EF4-FFF2-40B4-BE49-F238E27FC236}">
                <a16:creationId xmlns:a16="http://schemas.microsoft.com/office/drawing/2014/main" id="{C272B5A0-0C48-0674-1B9C-9D6F03A2C824}"/>
              </a:ext>
            </a:extLst>
          </p:cNvPr>
          <p:cNvSpPr>
            <a:spLocks noGrp="1"/>
          </p:cNvSpPr>
          <p:nvPr>
            <p:ph type="sldNum" sz="quarter" idx="5"/>
          </p:nvPr>
        </p:nvSpPr>
        <p:spPr/>
        <p:txBody>
          <a:bodyPr/>
          <a:lstStyle/>
          <a:p>
            <a:pPr>
              <a:defRPr/>
            </a:pPr>
            <a:fld id="{9B337DCF-7988-49A5-AB35-99AA8558E975}" type="slidenum">
              <a:rPr lang="en-US" smtClean="0"/>
              <a:pPr>
                <a:defRPr/>
              </a:pPr>
              <a:t>22</a:t>
            </a:fld>
            <a:endParaRPr lang="en-US"/>
          </a:p>
        </p:txBody>
      </p:sp>
    </p:spTree>
    <p:extLst>
      <p:ext uri="{BB962C8B-B14F-4D97-AF65-F5344CB8AC3E}">
        <p14:creationId xmlns:p14="http://schemas.microsoft.com/office/powerpoint/2010/main" val="375748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A3738AF-7C57-4341-AD09-0A5BAE3BD0AD}" type="slidenum">
              <a:rPr lang="en-US" smtClean="0"/>
              <a:pPr>
                <a:defRPr/>
              </a:pPr>
              <a:t>23</a:t>
            </a:fld>
            <a:endParaRPr lang="en-US"/>
          </a:p>
        </p:txBody>
      </p:sp>
    </p:spTree>
    <p:extLst>
      <p:ext uri="{BB962C8B-B14F-4D97-AF65-F5344CB8AC3E}">
        <p14:creationId xmlns:p14="http://schemas.microsoft.com/office/powerpoint/2010/main" val="1841018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rtl="0" eaLnBrk="1" fontAlgn="ctr" latinLnBrk="0" hangingPunct="1">
              <a:buNone/>
            </a:pPr>
            <a:r>
              <a:rPr kumimoji="1" lang="ja-JP" sz="1440" b="0" i="0" u="none" strike="noStrike" kern="1200" noProof="1">
                <a:solidFill>
                  <a:srgbClr val="001135"/>
                </a:solidFill>
                <a:effectLst/>
                <a:latin typeface="Meiryo UI" panose="020B0604030504040204" pitchFamily="34" charset="-128"/>
                <a:ea typeface="Meiryo UI" panose="020B0604030504040204" pitchFamily="34" charset="-128"/>
              </a:rPr>
              <a:t>Regular overall</a:t>
            </a:r>
            <a:endParaRPr lang="en-US" sz="1440" b="0" i="0" u="none" strike="noStrike">
              <a:effectLst/>
              <a:latin typeface="Arial" panose="020B0604020202020204" pitchFamily="34" charset="0"/>
            </a:endParaRPr>
          </a:p>
          <a:p>
            <a:pPr marL="0" marR="0" indent="0" algn="l" rtl="0" eaLnBrk="1" fontAlgn="auto" latinLnBrk="0" hangingPunct="1">
              <a:buNone/>
            </a:pPr>
            <a:r>
              <a:rPr kumimoji="1" lang="ja-JP" sz="1440" b="0" i="0" u="none" strike="noStrike" kern="1200" noProof="1">
                <a:solidFill>
                  <a:srgbClr val="C00000"/>
                </a:solidFill>
                <a:effectLst/>
                <a:latin typeface="Meiryo UI" panose="020B0604030504040204" pitchFamily="34" charset="-128"/>
                <a:ea typeface="Meiryo UI" panose="020B0604030504040204" pitchFamily="34" charset="-128"/>
              </a:rPr>
              <a:t>Schedule needs to be adjusted</a:t>
            </a:r>
            <a:endParaRPr lang="en-US" sz="1440" b="0" i="0" u="none" strike="noStrike">
              <a:effectLst/>
              <a:latin typeface="Arial" panose="020B0604020202020204" pitchFamily="34" charset="0"/>
            </a:endParaRPr>
          </a:p>
          <a:p>
            <a:pPr marL="0" algn="l" rtl="0" eaLnBrk="1" fontAlgn="ctr" latinLnBrk="0" hangingPunct="1">
              <a:buNone/>
            </a:pPr>
            <a:r>
              <a:rPr kumimoji="1" lang="en-US" sz="1440" b="0" i="0" u="none" strike="noStrike" kern="1200" noProof="1">
                <a:solidFill>
                  <a:srgbClr val="C00000"/>
                </a:solidFill>
                <a:effectLst/>
                <a:latin typeface="Meiryo UI" panose="020B0604030504040204" pitchFamily="34" charset="-128"/>
                <a:ea typeface="Meiryo UI" panose="020B0604030504040204" pitchFamily="34" charset="-128"/>
              </a:rPr>
              <a:t>xx:xx~xx:xx</a:t>
            </a:r>
            <a:endParaRPr lang="en-US" sz="1440" b="0" i="0" u="none" strike="noStrike">
              <a:effectLst/>
              <a:latin typeface="Arial" panose="020B0604020202020204" pitchFamily="34" charset="0"/>
            </a:endParaRPr>
          </a:p>
          <a:p>
            <a:pPr marL="0" algn="l" rtl="0" eaLnBrk="1" fontAlgn="ctr" latinLnBrk="0" hangingPunct="1">
              <a:buNone/>
            </a:pPr>
            <a:r>
              <a:rPr kumimoji="1" lang="en-US" sz="1440" b="0" i="0" u="none" strike="noStrike" kern="1200" noProof="1">
                <a:solidFill>
                  <a:srgbClr val="001135"/>
                </a:solidFill>
                <a:effectLst/>
                <a:latin typeface="Meiryo UI" panose="020B0604030504040204" pitchFamily="34" charset="-128"/>
                <a:ea typeface="Meiryo UI" panose="020B0604030504040204" pitchFamily="34" charset="-128"/>
              </a:rPr>
              <a:t>KDDI/xGN/NOKIA</a:t>
            </a:r>
            <a:endParaRPr lang="en-US" sz="1440" b="0" i="0" u="none" strike="noStrike">
              <a:effectLst/>
              <a:latin typeface="Arial" panose="020B0604020202020204" pitchFamily="34" charset="0"/>
            </a:endParaRPr>
          </a:p>
          <a:p>
            <a:pPr marL="0" algn="l" rtl="0" eaLnBrk="1" fontAlgn="ctr" latinLnBrk="0" hangingPunct="1">
              <a:buNone/>
            </a:pPr>
            <a:r>
              <a:rPr kumimoji="1" lang="ja-JP" sz="1440" b="0" i="0" u="none" strike="noStrike" kern="1200" noProof="1">
                <a:solidFill>
                  <a:srgbClr val="001135"/>
                </a:solidFill>
                <a:effectLst/>
                <a:latin typeface="Meiryo UI" panose="020B0604030504040204" pitchFamily="34" charset="-128"/>
                <a:ea typeface="Meiryo UI" panose="020B0604030504040204" pitchFamily="34" charset="-128"/>
              </a:rPr>
              <a:t>Overall progress, issues, and risk sharing</a:t>
            </a:r>
            <a:endParaRPr lang="en-US" sz="1440" b="0" i="0" u="none" strike="noStrike">
              <a:effectLst/>
              <a:latin typeface="Arial" panose="020B0604020202020204" pitchFamily="34" charset="0"/>
            </a:endParaRPr>
          </a:p>
          <a:p>
            <a:pPr marL="0" algn="l" rtl="0" eaLnBrk="1" fontAlgn="ctr" latinLnBrk="0" hangingPunct="1">
              <a:lnSpc>
                <a:spcPts val="1200"/>
              </a:lnSpc>
              <a:buNone/>
            </a:pPr>
            <a:r>
              <a:rPr kumimoji="1" lang="ja-JP" sz="1440" b="0" i="0" u="none" strike="noStrike" kern="100" noProof="1">
                <a:solidFill>
                  <a:srgbClr val="001135"/>
                </a:solidFill>
                <a:effectLst/>
                <a:latin typeface="Meiryo UI" panose="020B0604030504040204" pitchFamily="34" charset="-128"/>
                <a:ea typeface="Meiryo UI" panose="020B0604030504040204" pitchFamily="34" charset="-128"/>
              </a:rPr>
              <a:t>Regular</a:t>
            </a:r>
            <a:endParaRPr lang="en-US" sz="1440" b="0" i="0" u="none" strike="noStrike">
              <a:effectLst/>
              <a:latin typeface="Arial" panose="020B0604020202020204" pitchFamily="34" charset="0"/>
            </a:endParaRPr>
          </a:p>
          <a:p>
            <a:pPr marL="173736" marR="0" indent="-173736" algn="l" rtl="0" eaLnBrk="1" fontAlgn="auto" latinLnBrk="0" hangingPunct="1">
              <a:buNone/>
            </a:pPr>
            <a:r>
              <a:rPr kumimoji="1" lang="ja-JP" sz="1440" b="0" i="0" u="none" strike="noStrike" kern="1200" noProof="1">
                <a:solidFill>
                  <a:srgbClr val="001135"/>
                </a:solidFill>
                <a:effectLst/>
                <a:latin typeface="Meiryo UI" panose="020B0604030504040204" pitchFamily="34" charset="-128"/>
                <a:ea typeface="Meiryo UI" panose="020B0604030504040204" pitchFamily="34" charset="-128"/>
              </a:rPr>
              <a:t>Conference call</a:t>
            </a:r>
            <a:endParaRPr lang="en-US" sz="1440" b="0" i="0" u="none" strike="noStrike">
              <a:effectLst/>
              <a:latin typeface="Arial" panose="020B0604020202020204" pitchFamily="34" charset="0"/>
            </a:endParaRPr>
          </a:p>
          <a:p>
            <a:pPr marL="173736" indent="-173736" algn="l" rtl="0" eaLnBrk="1" fontAlgn="ctr" latinLnBrk="0" hangingPunct="1"/>
            <a:r>
              <a:rPr kumimoji="1" lang="ja-JP" sz="1440" b="0" i="0" u="none" strike="noStrike" kern="1200" noProof="1">
                <a:solidFill>
                  <a:srgbClr val="001135"/>
                </a:solidFill>
                <a:effectLst/>
                <a:latin typeface="Meiryo UI" panose="020B0604030504040204" pitchFamily="34" charset="-128"/>
                <a:ea typeface="Meiryo UI" panose="020B0604030504040204" pitchFamily="34" charset="-128"/>
              </a:rPr>
              <a:t>Report and discussion based on data</a:t>
            </a:r>
            <a:endParaRPr lang="en-US" sz="1440" b="0" i="0" u="none" strike="noStrike">
              <a:effectLst/>
              <a:latin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8D4EF5B-ECC8-43EE-A509-D601DDF42AD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9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3419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A3738AF-7C57-4341-AD09-0A5BAE3BD0AD}" type="slidenum">
              <a:rPr lang="en-US" smtClean="0"/>
              <a:pPr>
                <a:defRPr/>
              </a:pPr>
              <a:t>27</a:t>
            </a:fld>
            <a:endParaRPr lang="en-US"/>
          </a:p>
        </p:txBody>
      </p:sp>
    </p:spTree>
    <p:extLst>
      <p:ext uri="{BB962C8B-B14F-4D97-AF65-F5344CB8AC3E}">
        <p14:creationId xmlns:p14="http://schemas.microsoft.com/office/powerpoint/2010/main" val="10899328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p:cNvSpPr>
            <a:spLocks noGrp="1"/>
          </p:cNvSpPr>
          <p:nvPr>
            <p:ph type="sldNum" sz="quarter" idx="5"/>
          </p:nvPr>
        </p:nvSpPr>
        <p:spPr/>
        <p:txBody>
          <a:bodyPr/>
          <a:lstStyle/>
          <a:p>
            <a:pPr>
              <a:defRPr/>
            </a:pPr>
            <a:fld id="{E80BF86D-DE55-4086-A56D-8A5550D7E123}" type="slidenum">
              <a:rPr lang="en-US" smtClean="0"/>
              <a:pPr>
                <a:defRPr/>
              </a:pPr>
              <a:t>28</a:t>
            </a:fld>
            <a:endParaRPr lang="en-US"/>
          </a:p>
        </p:txBody>
      </p:sp>
    </p:spTree>
    <p:extLst>
      <p:ext uri="{BB962C8B-B14F-4D97-AF65-F5344CB8AC3E}">
        <p14:creationId xmlns:p14="http://schemas.microsoft.com/office/powerpoint/2010/main" val="3928209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A3738AF-7C57-4341-AD09-0A5BAE3BD0AD}" type="slidenum">
              <a:rPr lang="en-US" smtClean="0"/>
              <a:pPr>
                <a:defRPr/>
              </a:pPr>
              <a:t>31</a:t>
            </a:fld>
            <a:endParaRPr lang="en-US"/>
          </a:p>
        </p:txBody>
      </p:sp>
    </p:spTree>
    <p:extLst>
      <p:ext uri="{BB962C8B-B14F-4D97-AF65-F5344CB8AC3E}">
        <p14:creationId xmlns:p14="http://schemas.microsoft.com/office/powerpoint/2010/main" val="2372072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D4EF5B-ECC8-43EE-A509-D601DDF42AD0}" type="slidenum">
              <a:rPr lang="en-US" smtClean="0"/>
              <a:t>32</a:t>
            </a:fld>
            <a:endParaRPr lang="en-US"/>
          </a:p>
        </p:txBody>
      </p:sp>
    </p:spTree>
    <p:extLst>
      <p:ext uri="{BB962C8B-B14F-4D97-AF65-F5344CB8AC3E}">
        <p14:creationId xmlns:p14="http://schemas.microsoft.com/office/powerpoint/2010/main" val="3922420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A3738AF-7C57-4341-AD09-0A5BAE3BD0AD}" type="slidenum">
              <a:rPr lang="en-US" smtClean="0"/>
              <a:pPr>
                <a:defRPr/>
              </a:pPr>
              <a:t>33</a:t>
            </a:fld>
            <a:endParaRPr lang="en-US"/>
          </a:p>
        </p:txBody>
      </p:sp>
    </p:spTree>
    <p:extLst>
      <p:ext uri="{BB962C8B-B14F-4D97-AF65-F5344CB8AC3E}">
        <p14:creationId xmlns:p14="http://schemas.microsoft.com/office/powerpoint/2010/main" val="2781934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p:cNvSpPr>
            <a:spLocks noGrp="1"/>
          </p:cNvSpPr>
          <p:nvPr>
            <p:ph type="sldNum" sz="quarter" idx="5"/>
          </p:nvPr>
        </p:nvSpPr>
        <p:spPr/>
        <p:txBody>
          <a:bodyPr/>
          <a:lstStyle/>
          <a:p>
            <a:pPr>
              <a:defRPr/>
            </a:pPr>
            <a:fld id="{E80BF86D-DE55-4086-A56D-8A5550D7E123}" type="slidenum">
              <a:rPr lang="en-US" smtClean="0"/>
              <a:pPr>
                <a:defRPr/>
              </a:pPr>
              <a:t>34</a:t>
            </a:fld>
            <a:endParaRPr lang="en-US"/>
          </a:p>
        </p:txBody>
      </p:sp>
    </p:spTree>
    <p:extLst>
      <p:ext uri="{BB962C8B-B14F-4D97-AF65-F5344CB8AC3E}">
        <p14:creationId xmlns:p14="http://schemas.microsoft.com/office/powerpoint/2010/main" val="3221378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a:lstStyle/>
          <a:p>
            <a:endParaRPr lang="en-US">
              <a:ea typeface="ヒラギノ角ゴ Pro W3"/>
              <a:cs typeface="ヒラギノ角ゴ Pro W3"/>
            </a:endParaRPr>
          </a:p>
        </p:txBody>
      </p:sp>
      <p:sp>
        <p:nvSpPr>
          <p:cNvPr id="4" name="Slide Number Placeholder 3"/>
          <p:cNvSpPr>
            <a:spLocks noGrp="1"/>
          </p:cNvSpPr>
          <p:nvPr>
            <p:ph type="sldNum" sz="quarter" idx="5"/>
          </p:nvPr>
        </p:nvSpPr>
        <p:spPr/>
        <p:txBody>
          <a:bodyPr/>
          <a:lstStyle/>
          <a:p>
            <a:pPr>
              <a:defRPr/>
            </a:pPr>
            <a:fld id="{B1609282-22A8-4DB3-9CA5-ABFC1F5B7C72}" type="slidenum">
              <a:rPr lang="en-US" smtClean="0"/>
              <a:pPr>
                <a:defRPr/>
              </a:pPr>
              <a:t>35</a:t>
            </a:fld>
            <a:endParaRPr lang="en-US"/>
          </a:p>
        </p:txBody>
      </p:sp>
    </p:spTree>
    <p:extLst>
      <p:ext uri="{BB962C8B-B14F-4D97-AF65-F5344CB8AC3E}">
        <p14:creationId xmlns:p14="http://schemas.microsoft.com/office/powerpoint/2010/main" val="28562572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jpeg"/><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4.jpeg"/><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1 - Blank">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0" name="TextBox 9">
            <a:extLst>
              <a:ext uri="{FF2B5EF4-FFF2-40B4-BE49-F238E27FC236}">
                <a16:creationId xmlns:a16="http://schemas.microsoft.com/office/drawing/2014/main" id="{A2CC8E39-9A4E-A4DF-F50E-11E2BDCAFF7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1" name="Slide Number Placeholder 5">
            <a:extLst>
              <a:ext uri="{FF2B5EF4-FFF2-40B4-BE49-F238E27FC236}">
                <a16:creationId xmlns:a16="http://schemas.microsoft.com/office/drawing/2014/main" id="{54684DA7-0D8A-B949-344B-2DA84CB93D5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Footer Placeholder 2">
            <a:extLst>
              <a:ext uri="{FF2B5EF4-FFF2-40B4-BE49-F238E27FC236}">
                <a16:creationId xmlns:a16="http://schemas.microsoft.com/office/drawing/2014/main" id="{6E4F0CF6-F16F-8670-1980-E9ED719A0C6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5" name="Straight Connector 4">
            <a:extLst>
              <a:ext uri="{FF2B5EF4-FFF2-40B4-BE49-F238E27FC236}">
                <a16:creationId xmlns:a16="http://schemas.microsoft.com/office/drawing/2014/main" id="{D0744410-8A14-5C00-ACB3-A4E2B723699C}"/>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77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3" name="Straight Connector 2">
            <a:extLst>
              <a:ext uri="{FF2B5EF4-FFF2-40B4-BE49-F238E27FC236}">
                <a16:creationId xmlns:a16="http://schemas.microsoft.com/office/drawing/2014/main" id="{C180751A-A425-2A7C-9905-D4075302A3A9}"/>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20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tx2"/>
                </a:solidFill>
              </a:defRPr>
            </a:lvl1pPr>
            <a:lvl2pPr marL="180000" indent="0">
              <a:lnSpc>
                <a:spcPct val="100000"/>
              </a:lnSpc>
              <a:spcBef>
                <a:spcPts val="0"/>
              </a:spcBef>
              <a:spcAft>
                <a:spcPts val="600"/>
              </a:spcAft>
              <a:buSzPct val="70000"/>
              <a:buNone/>
              <a:defRPr sz="1200">
                <a:solidFill>
                  <a:schemeClr val="tx2"/>
                </a:solidFill>
              </a:defRPr>
            </a:lvl2pPr>
            <a:lvl3pPr marL="360000" indent="0">
              <a:lnSpc>
                <a:spcPct val="100000"/>
              </a:lnSpc>
              <a:spcBef>
                <a:spcPts val="0"/>
              </a:spcBef>
              <a:spcAft>
                <a:spcPts val="600"/>
              </a:spcAft>
              <a:buSzPct val="70000"/>
              <a:buNone/>
              <a:defRPr sz="1200">
                <a:solidFill>
                  <a:schemeClr val="tx2"/>
                </a:solidFill>
              </a:defRPr>
            </a:lvl3pPr>
            <a:lvl4pPr marL="540000" indent="0">
              <a:lnSpc>
                <a:spcPct val="100000"/>
              </a:lnSpc>
              <a:spcBef>
                <a:spcPts val="0"/>
              </a:spcBef>
              <a:spcAft>
                <a:spcPts val="600"/>
              </a:spcAft>
              <a:buSzPct val="70000"/>
              <a:buNone/>
              <a:defRPr sz="1200">
                <a:solidFill>
                  <a:schemeClr val="tx2"/>
                </a:solidFill>
              </a:defRPr>
            </a:lvl4pPr>
            <a:lvl5pPr marL="720000" indent="0">
              <a:lnSpc>
                <a:spcPct val="100000"/>
              </a:lnSpc>
              <a:spcBef>
                <a:spcPts val="0"/>
              </a:spcBef>
              <a:spcAft>
                <a:spcPts val="600"/>
              </a:spcAft>
              <a:buSzPct val="70000"/>
              <a:buNone/>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752AD69E-8972-FFEB-3CDF-810FC2C15BE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31A68076-E163-16F0-6643-612506DC25C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E90EBC0-49DE-3234-6D8A-7B5E88E2D97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D81B0E9F-637B-B4E3-0E4C-6D28BA81E660}"/>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708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4 - 1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3772E5D1-F4A4-5034-E057-717754E3543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D5C5286A-148E-6CAC-4953-28CEC8A7AC6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8C09A251-3EA9-3813-C32A-42674B11B3B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DDBC5E9-DF95-1530-C94F-AC94C8FDD7B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6F6E148E-AE32-EC04-55CF-5022F79ADEBA}"/>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054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5 - 2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6" name="TextBox 15">
            <a:extLst>
              <a:ext uri="{FF2B5EF4-FFF2-40B4-BE49-F238E27FC236}">
                <a16:creationId xmlns:a16="http://schemas.microsoft.com/office/drawing/2014/main" id="{76D7398D-CEE7-3079-FB86-A89C992F31A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7" name="Slide Number Placeholder 5">
            <a:extLst>
              <a:ext uri="{FF2B5EF4-FFF2-40B4-BE49-F238E27FC236}">
                <a16:creationId xmlns:a16="http://schemas.microsoft.com/office/drawing/2014/main" id="{3654D0DC-83E2-3257-B441-08F7D9D9447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47C68A9-7989-FB66-D55B-D66D6874D99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915E90F7-1D56-9D4E-EEB3-850E3973D909}"/>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3635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6 - 3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B3C89AA2-17C4-2311-08AF-1321E11749F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8" name="Slide Number Placeholder 5">
            <a:extLst>
              <a:ext uri="{FF2B5EF4-FFF2-40B4-BE49-F238E27FC236}">
                <a16:creationId xmlns:a16="http://schemas.microsoft.com/office/drawing/2014/main" id="{2713EB45-843B-9A1C-345B-468536A7E05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C77A4B8F-49F4-2929-427A-DF7B92A561E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5B2E0291-902D-01E0-6FC4-89B560E81BFC}"/>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969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7 - 4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77523A0E-155F-824D-4618-C556416C4B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9" name="Slide Number Placeholder 5">
            <a:extLst>
              <a:ext uri="{FF2B5EF4-FFF2-40B4-BE49-F238E27FC236}">
                <a16:creationId xmlns:a16="http://schemas.microsoft.com/office/drawing/2014/main" id="{3DCBE36C-4C66-1188-03D3-624F2E47A38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45644240-BAFF-42B5-1A7E-4A3EC1F84D9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E87E5C0D-10A2-12FD-CA5E-E2BDF720F8DF}"/>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7851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8 - Numbered">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tx2"/>
                </a:solidFill>
              </a:defRPr>
            </a:lvl1pPr>
            <a:lvl2pPr marL="408600" indent="-228600">
              <a:lnSpc>
                <a:spcPct val="100000"/>
              </a:lnSpc>
              <a:spcBef>
                <a:spcPts val="0"/>
              </a:spcBef>
              <a:spcAft>
                <a:spcPts val="600"/>
              </a:spcAft>
              <a:buFont typeface="+mj-lt"/>
              <a:buAutoNum type="arabicPeriod" startAt="2"/>
              <a:defRPr sz="1200">
                <a:solidFill>
                  <a:schemeClr val="tx2"/>
                </a:solidFill>
              </a:defRPr>
            </a:lvl2pPr>
            <a:lvl3pPr marL="588600" indent="-228600">
              <a:lnSpc>
                <a:spcPct val="100000"/>
              </a:lnSpc>
              <a:spcBef>
                <a:spcPts val="0"/>
              </a:spcBef>
              <a:spcAft>
                <a:spcPts val="600"/>
              </a:spcAft>
              <a:buFont typeface="+mj-lt"/>
              <a:buAutoNum type="arabicPeriod" startAt="3"/>
              <a:defRPr sz="1200">
                <a:solidFill>
                  <a:schemeClr val="tx2"/>
                </a:solidFill>
              </a:defRPr>
            </a:lvl3pPr>
            <a:lvl4pPr marL="768600" indent="-228600">
              <a:lnSpc>
                <a:spcPct val="100000"/>
              </a:lnSpc>
              <a:spcBef>
                <a:spcPts val="0"/>
              </a:spcBef>
              <a:spcAft>
                <a:spcPts val="600"/>
              </a:spcAft>
              <a:buFont typeface="+mj-lt"/>
              <a:buAutoNum type="arabicPeriod" startAt="4"/>
              <a:defRPr sz="1200">
                <a:solidFill>
                  <a:schemeClr val="tx2"/>
                </a:solidFill>
              </a:defRPr>
            </a:lvl4pPr>
            <a:lvl5pPr marL="957150" indent="-228600">
              <a:lnSpc>
                <a:spcPct val="100000"/>
              </a:lnSpc>
              <a:spcBef>
                <a:spcPts val="0"/>
              </a:spcBef>
              <a:spcAft>
                <a:spcPts val="600"/>
              </a:spcAft>
              <a:buFont typeface="+mj-lt"/>
              <a:buAutoNum type="arabicPeriod" startAt="5"/>
              <a:defRPr sz="1200">
                <a:solidFill>
                  <a:schemeClr val="tx2"/>
                </a:solidFill>
              </a:defRPr>
            </a:lvl5pPr>
          </a:lstStyle>
          <a:p>
            <a:pPr lvl="0"/>
            <a:r>
              <a:rPr lang="en-US"/>
              <a:t>Text here</a:t>
            </a:r>
          </a:p>
          <a:p>
            <a:pPr lvl="1"/>
            <a:r>
              <a:rPr lang="en-US"/>
              <a:t>Text here</a:t>
            </a:r>
          </a:p>
          <a:p>
            <a:pPr lvl="2"/>
            <a:r>
              <a:rPr lang="en-US"/>
              <a:t>Text here</a:t>
            </a:r>
          </a:p>
          <a:p>
            <a:pPr lvl="3"/>
            <a:r>
              <a:rPr lang="en-US"/>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a:t>Text here</a:t>
            </a:r>
          </a:p>
        </p:txBody>
      </p:sp>
      <p:pic>
        <p:nvPicPr>
          <p:cNvPr id="5" name="Graphic 4">
            <a:extLst>
              <a:ext uri="{FF2B5EF4-FFF2-40B4-BE49-F238E27FC236}">
                <a16:creationId xmlns:a16="http://schemas.microsoft.com/office/drawing/2014/main" id="{E5F6DF56-1BC2-2F0B-C57B-C1D817B1491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2138E23A-1A2B-4FC2-057E-864010EF96E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5417762A-54B1-36A8-F29E-69737B3F61F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395D9105-CDC3-7AF1-1035-8F0BB27B989E}"/>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107B04DD-63D3-D02D-A63E-776C7C5FE3C6}"/>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468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accent1"/>
                </a:solidFill>
                <a:latin typeface="Nokia Pure Headline Ultra Light" panose="020B0204020202020204" pitchFamily="34" charset="0"/>
              </a:defRPr>
            </a:lvl1pPr>
          </a:lstStyle>
          <a:p>
            <a:pPr lvl="0"/>
            <a:r>
              <a:rPr lang="en-US"/>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2ACA999B-1DD2-7DFF-F475-7A57D4C1A14F}"/>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022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1 - Bullet 1/2 imag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572000" y="0"/>
            <a:ext cx="4572001"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0" name="TextBox 19">
            <a:extLst>
              <a:ext uri="{FF2B5EF4-FFF2-40B4-BE49-F238E27FC236}">
                <a16:creationId xmlns:a16="http://schemas.microsoft.com/office/drawing/2014/main" id="{972230E8-8C3E-FACC-BB83-0BEB16548E5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FFD06BD2-8C82-3A42-EA94-1DAD5F04366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30DEAEC4-E0F3-9FCE-BAAF-FDB63BC5E69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5" name="Straight Connector 4">
            <a:extLst>
              <a:ext uri="{FF2B5EF4-FFF2-40B4-BE49-F238E27FC236}">
                <a16:creationId xmlns:a16="http://schemas.microsoft.com/office/drawing/2014/main" id="{12AD20FE-C0B2-18A8-3BBF-8ACE86C1843B}"/>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2813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2 - Bullet 2/3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3096000" y="0"/>
            <a:ext cx="60480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6A434747-CAC6-E3AB-43A2-737599B9350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F408B049-B5A6-319C-6604-4CB974379CE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6BE57E5-418C-3CAD-E431-901873F5937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4" name="Straight Connector 3">
            <a:extLst>
              <a:ext uri="{FF2B5EF4-FFF2-40B4-BE49-F238E27FC236}">
                <a16:creationId xmlns:a16="http://schemas.microsoft.com/office/drawing/2014/main" id="{53559C28-B09A-D154-3785-2962AE7D044F}"/>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9015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3 - Bullet 1/2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572000" y="0"/>
            <a:ext cx="4571999"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81B2B362-2879-6819-D5A2-C7BE4DDA16A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60008FED-F579-32FA-B396-B46F632C45F4}"/>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8639B8D9-7FD8-8F41-6E5A-1F2F111B9E5E}"/>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296D02C5-F794-02A5-9D37-1018EC4A2983}"/>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5536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4 - Bullet 2/3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3096000" y="0"/>
            <a:ext cx="6048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92932C8D-B957-1CF9-AF0A-C66A4B80B16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EDFF5BE1-C27A-DAF6-539C-BE7CFB3D313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2198C15-49FA-5DCF-088F-089A36BBE5B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9B9FE98F-750B-124A-AB36-A98D98DEA881}"/>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8390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1 - Blank dark">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6" name="TextBox 15">
            <a:extLst>
              <a:ext uri="{FF2B5EF4-FFF2-40B4-BE49-F238E27FC236}">
                <a16:creationId xmlns:a16="http://schemas.microsoft.com/office/drawing/2014/main" id="{EFADF482-1182-15C3-2090-EF4C2A8F787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B5714932-B041-C268-D37A-89265A6401E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3D6BE398-80E2-C124-8939-1FA1DF0C1011}"/>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D2469804-3D7D-D013-35CB-24DEE40DE415}"/>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122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 - Title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pic>
        <p:nvPicPr>
          <p:cNvPr id="3" name="Graphic 2">
            <a:extLst>
              <a:ext uri="{FF2B5EF4-FFF2-40B4-BE49-F238E27FC236}">
                <a16:creationId xmlns:a16="http://schemas.microsoft.com/office/drawing/2014/main" id="{BC39B26E-924A-E04C-205D-CC553972AED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8" name="TextBox 17">
            <a:extLst>
              <a:ext uri="{FF2B5EF4-FFF2-40B4-BE49-F238E27FC236}">
                <a16:creationId xmlns:a16="http://schemas.microsoft.com/office/drawing/2014/main" id="{B4D6E92B-62A5-89F1-C025-9AFA6FCB332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F2BA0AE1-3EC1-6929-E965-9C60516B99D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8CFFAAD9-97A5-7898-E5FF-36F481EB932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E7303E76-5976-AA67-FD72-87B2A291B565}"/>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46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3 - Tex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bg1"/>
                </a:solidFill>
              </a:defRPr>
            </a:lvl1pPr>
            <a:lvl2pPr marL="180000" indent="0">
              <a:lnSpc>
                <a:spcPct val="100000"/>
              </a:lnSpc>
              <a:spcBef>
                <a:spcPts val="0"/>
              </a:spcBef>
              <a:spcAft>
                <a:spcPts val="600"/>
              </a:spcAft>
              <a:buSzPct val="70000"/>
              <a:buNone/>
              <a:defRPr sz="1200">
                <a:solidFill>
                  <a:schemeClr val="bg1"/>
                </a:solidFill>
              </a:defRPr>
            </a:lvl2pPr>
            <a:lvl3pPr marL="360000" indent="0">
              <a:lnSpc>
                <a:spcPct val="100000"/>
              </a:lnSpc>
              <a:spcBef>
                <a:spcPts val="0"/>
              </a:spcBef>
              <a:spcAft>
                <a:spcPts val="600"/>
              </a:spcAft>
              <a:buSzPct val="70000"/>
              <a:buNone/>
              <a:defRPr sz="1200">
                <a:solidFill>
                  <a:schemeClr val="bg1"/>
                </a:solidFill>
              </a:defRPr>
            </a:lvl3pPr>
            <a:lvl4pPr marL="540000" indent="0">
              <a:lnSpc>
                <a:spcPct val="100000"/>
              </a:lnSpc>
              <a:spcBef>
                <a:spcPts val="0"/>
              </a:spcBef>
              <a:spcAft>
                <a:spcPts val="600"/>
              </a:spcAft>
              <a:buSzPct val="70000"/>
              <a:buNone/>
              <a:defRPr sz="1200">
                <a:solidFill>
                  <a:schemeClr val="bg1"/>
                </a:solidFill>
              </a:defRPr>
            </a:lvl4pPr>
            <a:lvl5pPr marL="720000" indent="0">
              <a:lnSpc>
                <a:spcPct val="100000"/>
              </a:lnSpc>
              <a:spcBef>
                <a:spcPts val="0"/>
              </a:spcBef>
              <a:spcAft>
                <a:spcPts val="600"/>
              </a:spcAft>
              <a:buSzPct val="70000"/>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FC50F010-1A3E-13CC-A34C-23E50F7D9E3C}"/>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6C224637-55EA-0423-7FB7-9D4C22E954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D086BFC4-A13A-A77F-C95D-F0B63E9FC79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8436AE6-E5BF-2964-DF91-27380150947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3" name="Straight Connector 2">
            <a:extLst>
              <a:ext uri="{FF2B5EF4-FFF2-40B4-BE49-F238E27FC236}">
                <a16:creationId xmlns:a16="http://schemas.microsoft.com/office/drawing/2014/main" id="{72C51FFE-5DAC-A9B0-E605-61A58B24E190}"/>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2889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4 - 1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9C4C436A-97D3-3C1B-0C95-441F1DF2F989}"/>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F2203B3C-B7BE-B5F0-A84C-BF4A2D307F8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ED0C98DE-3A96-2DE1-E80F-30D10A98054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9872479-176B-250D-7009-2FACC846C88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3" name="Straight Connector 2">
            <a:extLst>
              <a:ext uri="{FF2B5EF4-FFF2-40B4-BE49-F238E27FC236}">
                <a16:creationId xmlns:a16="http://schemas.microsoft.com/office/drawing/2014/main" id="{16CCFB2F-D40E-65A3-6296-DFEDEDD37373}"/>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8892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5 - 2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437E9F8B-5B93-F909-6599-53CAB2225CA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0" name="TextBox 19">
            <a:extLst>
              <a:ext uri="{FF2B5EF4-FFF2-40B4-BE49-F238E27FC236}">
                <a16:creationId xmlns:a16="http://schemas.microsoft.com/office/drawing/2014/main" id="{38BB2193-E2EE-013C-3734-26FE2B6F289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94D6E453-33BB-3D1A-87F2-BF23E7DB064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25631BE9-7C06-22AD-145E-78B1BD5F79B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7" name="Straight Connector 6">
            <a:extLst>
              <a:ext uri="{FF2B5EF4-FFF2-40B4-BE49-F238E27FC236}">
                <a16:creationId xmlns:a16="http://schemas.microsoft.com/office/drawing/2014/main" id="{0850E05B-2BC8-48AD-D3B1-486EB5FCBAC8}"/>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6002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6 - 3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14635BF5-054A-3811-41D1-1B20FDF97FB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1" name="TextBox 20">
            <a:extLst>
              <a:ext uri="{FF2B5EF4-FFF2-40B4-BE49-F238E27FC236}">
                <a16:creationId xmlns:a16="http://schemas.microsoft.com/office/drawing/2014/main" id="{0B09C184-344B-3A37-4BC9-5F46DC81EA5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2" name="Slide Number Placeholder 5">
            <a:extLst>
              <a:ext uri="{FF2B5EF4-FFF2-40B4-BE49-F238E27FC236}">
                <a16:creationId xmlns:a16="http://schemas.microsoft.com/office/drawing/2014/main" id="{EA23E53E-BC8E-B2D9-8857-89A24EB07F9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3" name="Footer Placeholder 2">
            <a:extLst>
              <a:ext uri="{FF2B5EF4-FFF2-40B4-BE49-F238E27FC236}">
                <a16:creationId xmlns:a16="http://schemas.microsoft.com/office/drawing/2014/main" id="{E99784FE-D6A8-9580-1007-194EF43C8A2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3" name="Straight Connector 2">
            <a:extLst>
              <a:ext uri="{FF2B5EF4-FFF2-40B4-BE49-F238E27FC236}">
                <a16:creationId xmlns:a16="http://schemas.microsoft.com/office/drawing/2014/main" id="{10197657-9D9B-4AF7-E9C9-776BC0095585}"/>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1724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7 - 4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AD49FC51-3DDE-4079-644A-F3FAEB0DC4A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2" name="TextBox 21">
            <a:extLst>
              <a:ext uri="{FF2B5EF4-FFF2-40B4-BE49-F238E27FC236}">
                <a16:creationId xmlns:a16="http://schemas.microsoft.com/office/drawing/2014/main" id="{3F8C1C72-A585-7ED5-651B-B528B397081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3" name="Slide Number Placeholder 5">
            <a:extLst>
              <a:ext uri="{FF2B5EF4-FFF2-40B4-BE49-F238E27FC236}">
                <a16:creationId xmlns:a16="http://schemas.microsoft.com/office/drawing/2014/main" id="{D3FAF429-6C3E-019C-0537-840220A5BF93}"/>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4" name="Footer Placeholder 2">
            <a:extLst>
              <a:ext uri="{FF2B5EF4-FFF2-40B4-BE49-F238E27FC236}">
                <a16:creationId xmlns:a16="http://schemas.microsoft.com/office/drawing/2014/main" id="{14C8B806-8FC3-E969-CBCA-FAFFE8971D2A}"/>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7" name="Straight Connector 6">
            <a:extLst>
              <a:ext uri="{FF2B5EF4-FFF2-40B4-BE49-F238E27FC236}">
                <a16:creationId xmlns:a16="http://schemas.microsoft.com/office/drawing/2014/main" id="{53224256-5A48-9D8B-C9D2-2CC09506C7C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4312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8 - Numbered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bg1"/>
                </a:solidFill>
              </a:defRPr>
            </a:lvl1pPr>
            <a:lvl2pPr marL="408600" indent="-228600">
              <a:lnSpc>
                <a:spcPct val="100000"/>
              </a:lnSpc>
              <a:spcBef>
                <a:spcPts val="0"/>
              </a:spcBef>
              <a:spcAft>
                <a:spcPts val="600"/>
              </a:spcAft>
              <a:buFont typeface="+mj-lt"/>
              <a:buAutoNum type="arabicPeriod" startAt="2"/>
              <a:defRPr sz="1200">
                <a:solidFill>
                  <a:schemeClr val="bg1"/>
                </a:solidFill>
              </a:defRPr>
            </a:lvl2pPr>
            <a:lvl3pPr marL="588600" indent="-228600">
              <a:lnSpc>
                <a:spcPct val="100000"/>
              </a:lnSpc>
              <a:spcBef>
                <a:spcPts val="0"/>
              </a:spcBef>
              <a:spcAft>
                <a:spcPts val="600"/>
              </a:spcAft>
              <a:buFont typeface="+mj-lt"/>
              <a:buAutoNum type="arabicPeriod" startAt="3"/>
              <a:defRPr sz="1200">
                <a:solidFill>
                  <a:schemeClr val="bg1"/>
                </a:solidFill>
              </a:defRPr>
            </a:lvl3pPr>
            <a:lvl4pPr marL="768600" indent="-228600">
              <a:lnSpc>
                <a:spcPct val="100000"/>
              </a:lnSpc>
              <a:spcBef>
                <a:spcPts val="0"/>
              </a:spcBef>
              <a:spcAft>
                <a:spcPts val="600"/>
              </a:spcAft>
              <a:buFont typeface="+mj-lt"/>
              <a:buAutoNum type="arabicPeriod" startAt="4"/>
              <a:defRPr sz="1200">
                <a:solidFill>
                  <a:schemeClr val="bg1"/>
                </a:solidFill>
              </a:defRPr>
            </a:lvl4pPr>
            <a:lvl5pPr marL="957150" indent="-228600">
              <a:lnSpc>
                <a:spcPct val="100000"/>
              </a:lnSpc>
              <a:spcBef>
                <a:spcPts val="0"/>
              </a:spcBef>
              <a:spcAft>
                <a:spcPts val="600"/>
              </a:spcAft>
              <a:buFont typeface="+mj-lt"/>
              <a:buAutoNum type="arabicPeriod" startAt="5"/>
              <a:defRPr sz="1200">
                <a:solidFill>
                  <a:schemeClr val="bg1"/>
                </a:solidFill>
              </a:defRPr>
            </a:lvl5pPr>
          </a:lstStyle>
          <a:p>
            <a:pPr lvl="0"/>
            <a:r>
              <a:rPr lang="en-US"/>
              <a:t>Text here</a:t>
            </a:r>
          </a:p>
          <a:p>
            <a:pPr lvl="1"/>
            <a:r>
              <a:rPr lang="en-US"/>
              <a:t>Text here</a:t>
            </a:r>
          </a:p>
          <a:p>
            <a:pPr lvl="2"/>
            <a:r>
              <a:rPr lang="en-US"/>
              <a:t>Text here</a:t>
            </a:r>
          </a:p>
          <a:p>
            <a:pPr lvl="3"/>
            <a:r>
              <a:rPr lang="en-US"/>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a:t>Text here</a:t>
            </a:r>
          </a:p>
        </p:txBody>
      </p:sp>
      <p:pic>
        <p:nvPicPr>
          <p:cNvPr id="2" name="Graphic 1">
            <a:extLst>
              <a:ext uri="{FF2B5EF4-FFF2-40B4-BE49-F238E27FC236}">
                <a16:creationId xmlns:a16="http://schemas.microsoft.com/office/drawing/2014/main" id="{AF7ADEE1-F63C-492E-6243-826D5239E9F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128DC97F-4D64-0DED-88CD-EE02622DD1A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36AADFB0-EF58-B66F-9E2F-35B8CE845DF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B5E01CE8-3A1A-97F6-CB42-2A7B7096CAA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5" name="Straight Connector 4">
            <a:extLst>
              <a:ext uri="{FF2B5EF4-FFF2-40B4-BE49-F238E27FC236}">
                <a16:creationId xmlns:a16="http://schemas.microsoft.com/office/drawing/2014/main" id="{AAB8DA60-1079-0DE5-3032-4CC124EFC3AF}"/>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5639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9 - Title dark">
    <p:bg>
      <p:bgPr>
        <a:solidFill>
          <a:schemeClr val="tx2"/>
        </a:solidFill>
        <a:effectLst/>
      </p:bgPr>
    </p:bg>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p:nvPr>
        </p:nvSpPr>
        <p:spPr>
          <a:xfrm>
            <a:off x="417600" y="1080000"/>
            <a:ext cx="8308800" cy="1760501"/>
          </a:xfrm>
          <a:prstGeom prst="rect">
            <a:avLst/>
          </a:prstGeom>
        </p:spPr>
        <p:txBody>
          <a:bodyPr lIns="0" tIns="0" rIns="0" bIns="0"/>
          <a:lstStyle>
            <a:lvl1pPr marL="0" indent="0">
              <a:buNone/>
              <a:defRPr sz="5400" baseline="0">
                <a:solidFill>
                  <a:schemeClr val="bg1"/>
                </a:solidFill>
                <a:latin typeface="Nokia Pure Headline Ultra Light" panose="020B0204020202020204" pitchFamily="34" charset="0"/>
              </a:defRPr>
            </a:lvl1pPr>
          </a:lstStyle>
          <a:p>
            <a:pPr lvl="0"/>
            <a:r>
              <a:rPr lang="en-US"/>
              <a:t>Click to edit Master text styles</a:t>
            </a:r>
          </a:p>
        </p:txBody>
      </p:sp>
      <p:pic>
        <p:nvPicPr>
          <p:cNvPr id="3" name="Graphic 2">
            <a:extLst>
              <a:ext uri="{FF2B5EF4-FFF2-40B4-BE49-F238E27FC236}">
                <a16:creationId xmlns:a16="http://schemas.microsoft.com/office/drawing/2014/main" id="{8751E31D-7B4F-D8BB-1E48-D88EA581DC1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7" name="TextBox 16">
            <a:extLst>
              <a:ext uri="{FF2B5EF4-FFF2-40B4-BE49-F238E27FC236}">
                <a16:creationId xmlns:a16="http://schemas.microsoft.com/office/drawing/2014/main" id="{3CFD536D-56F0-6B89-4E85-90A6E969D32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A2A18FDE-17E4-A96B-C3EE-A77EEBA83E23}"/>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A39C322E-4A8A-CA2E-DBCD-97DA4FDE15D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21" name="Text Placeholder 42">
            <a:extLst>
              <a:ext uri="{FF2B5EF4-FFF2-40B4-BE49-F238E27FC236}">
                <a16:creationId xmlns:a16="http://schemas.microsoft.com/office/drawing/2014/main" id="{B3D3C671-29A5-6951-28E5-A58089FE5D4B}"/>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C5C5220E-134B-27E4-7BF1-37E70D4B64AB}"/>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9201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1 - Cover N BlueGreen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A97BECFD-8EA7-0689-338E-FF79734814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6" name="Graphic 5">
            <a:extLst>
              <a:ext uri="{FF2B5EF4-FFF2-40B4-BE49-F238E27FC236}">
                <a16:creationId xmlns:a16="http://schemas.microsoft.com/office/drawing/2014/main" id="{B8976C7B-2688-70F3-77A4-4D1113FB54E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5144400" cy="5144400"/>
          </a:xfrm>
          <a:prstGeom prst="rect">
            <a:avLst/>
          </a:prstGeom>
        </p:spPr>
      </p:pic>
      <p:sp>
        <p:nvSpPr>
          <p:cNvPr id="2" name="Title 4">
            <a:extLst>
              <a:ext uri="{FF2B5EF4-FFF2-40B4-BE49-F238E27FC236}">
                <a16:creationId xmlns:a16="http://schemas.microsoft.com/office/drawing/2014/main" id="{FCA7DC03-F552-0867-352F-D9703C6058FC}"/>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4" name="Text Placeholder 3">
            <a:extLst>
              <a:ext uri="{FF2B5EF4-FFF2-40B4-BE49-F238E27FC236}">
                <a16:creationId xmlns:a16="http://schemas.microsoft.com/office/drawing/2014/main" id="{095DCB03-B7A1-6B00-BC51-6A2712B64A79}"/>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0" name="Graphic 3">
            <a:extLst>
              <a:ext uri="{FF2B5EF4-FFF2-40B4-BE49-F238E27FC236}">
                <a16:creationId xmlns:a16="http://schemas.microsoft.com/office/drawing/2014/main" id="{49D9392C-9E29-427F-3C29-C64146E898C7}"/>
              </a:ext>
            </a:extLst>
          </p:cNvPr>
          <p:cNvGrpSpPr/>
          <p:nvPr userDrawn="1"/>
        </p:nvGrpSpPr>
        <p:grpSpPr>
          <a:xfrm>
            <a:off x="1237478" y="4482674"/>
            <a:ext cx="1363492" cy="307063"/>
            <a:chOff x="469958" y="1647414"/>
            <a:chExt cx="8205029" cy="1847802"/>
          </a:xfrm>
          <a:solidFill>
            <a:schemeClr val="bg1"/>
          </a:solidFill>
        </p:grpSpPr>
        <p:sp>
          <p:nvSpPr>
            <p:cNvPr id="11" name="Freeform 33">
              <a:extLst>
                <a:ext uri="{FF2B5EF4-FFF2-40B4-BE49-F238E27FC236}">
                  <a16:creationId xmlns:a16="http://schemas.microsoft.com/office/drawing/2014/main" id="{86483177-9ABF-3F5C-ED1D-16C01EEE37C3}"/>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97C96119-D9F7-8022-5694-A13E7950B52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3" name="Freeform 35">
              <a:extLst>
                <a:ext uri="{FF2B5EF4-FFF2-40B4-BE49-F238E27FC236}">
                  <a16:creationId xmlns:a16="http://schemas.microsoft.com/office/drawing/2014/main" id="{247CB589-C660-36A6-BF29-1327034A981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6">
              <a:extLst>
                <a:ext uri="{FF2B5EF4-FFF2-40B4-BE49-F238E27FC236}">
                  <a16:creationId xmlns:a16="http://schemas.microsoft.com/office/drawing/2014/main" id="{2B915696-0B26-9206-B2E7-93708805BDBC}"/>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5" name="Freeform 37">
              <a:extLst>
                <a:ext uri="{FF2B5EF4-FFF2-40B4-BE49-F238E27FC236}">
                  <a16:creationId xmlns:a16="http://schemas.microsoft.com/office/drawing/2014/main" id="{AA3A0836-5277-7254-E598-6DE9FA1A526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3" name="TextBox 2">
            <a:extLst>
              <a:ext uri="{FF2B5EF4-FFF2-40B4-BE49-F238E27FC236}">
                <a16:creationId xmlns:a16="http://schemas.microsoft.com/office/drawing/2014/main" id="{659763D9-588F-2473-91CB-B8C347B72189}"/>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23FCDC52-0E62-A2F4-0387-BFC107C7F663}"/>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753EC447-D430-EA30-E1F1-75D216432106}"/>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7" name="Straight Connector 6">
            <a:extLst>
              <a:ext uri="{FF2B5EF4-FFF2-40B4-BE49-F238E27FC236}">
                <a16:creationId xmlns:a16="http://schemas.microsoft.com/office/drawing/2014/main" id="{5043BA7C-3D07-A541-E538-C8BD56B50AB3}"/>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9633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4.2 - Cover N PurpleBlue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81E104F6-2E1E-CFDD-A69D-C115384F15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5" name="Graphic 4">
            <a:extLst>
              <a:ext uri="{FF2B5EF4-FFF2-40B4-BE49-F238E27FC236}">
                <a16:creationId xmlns:a16="http://schemas.microsoft.com/office/drawing/2014/main" id="{0E27FD93-255E-C585-12C2-E99681C9BE5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901"/>
            <a:ext cx="5144400" cy="5144400"/>
          </a:xfrm>
          <a:prstGeom prst="rect">
            <a:avLst/>
          </a:prstGeom>
        </p:spPr>
      </p:pic>
      <p:sp>
        <p:nvSpPr>
          <p:cNvPr id="11" name="Title 4">
            <a:extLst>
              <a:ext uri="{FF2B5EF4-FFF2-40B4-BE49-F238E27FC236}">
                <a16:creationId xmlns:a16="http://schemas.microsoft.com/office/drawing/2014/main" id="{59E922F0-08F0-9919-8C26-CE716C3AE5B2}"/>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2" name="Text Placeholder 3">
            <a:extLst>
              <a:ext uri="{FF2B5EF4-FFF2-40B4-BE49-F238E27FC236}">
                <a16:creationId xmlns:a16="http://schemas.microsoft.com/office/drawing/2014/main" id="{FDF29A45-EE41-3151-6F22-1274BFD4DDDB}"/>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AC803887-2AFC-DF73-DE60-1BE27DDE158C}"/>
              </a:ext>
            </a:extLst>
          </p:cNvPr>
          <p:cNvGrpSpPr/>
          <p:nvPr userDrawn="1"/>
        </p:nvGrpSpPr>
        <p:grpSpPr>
          <a:xfrm>
            <a:off x="1237478" y="4482674"/>
            <a:ext cx="1363492" cy="307063"/>
            <a:chOff x="469958" y="1647414"/>
            <a:chExt cx="8205029" cy="1847802"/>
          </a:xfrm>
          <a:solidFill>
            <a:schemeClr val="bg1"/>
          </a:solidFill>
        </p:grpSpPr>
        <p:sp>
          <p:nvSpPr>
            <p:cNvPr id="8" name="Freeform 33">
              <a:extLst>
                <a:ext uri="{FF2B5EF4-FFF2-40B4-BE49-F238E27FC236}">
                  <a16:creationId xmlns:a16="http://schemas.microsoft.com/office/drawing/2014/main" id="{FB007C44-CA5E-747F-537B-FA8B422F6EF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4">
              <a:extLst>
                <a:ext uri="{FF2B5EF4-FFF2-40B4-BE49-F238E27FC236}">
                  <a16:creationId xmlns:a16="http://schemas.microsoft.com/office/drawing/2014/main" id="{ACD5E94E-82F7-2222-8DA7-BF2F4217D47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3" name="Freeform 35">
              <a:extLst>
                <a:ext uri="{FF2B5EF4-FFF2-40B4-BE49-F238E27FC236}">
                  <a16:creationId xmlns:a16="http://schemas.microsoft.com/office/drawing/2014/main" id="{3422F086-3538-B59C-A13B-E07C6B18072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6">
              <a:extLst>
                <a:ext uri="{FF2B5EF4-FFF2-40B4-BE49-F238E27FC236}">
                  <a16:creationId xmlns:a16="http://schemas.microsoft.com/office/drawing/2014/main" id="{64270631-5CE7-99C0-6E82-FDECFC1D363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5" name="Freeform 37">
              <a:extLst>
                <a:ext uri="{FF2B5EF4-FFF2-40B4-BE49-F238E27FC236}">
                  <a16:creationId xmlns:a16="http://schemas.microsoft.com/office/drawing/2014/main" id="{AEC4CD95-FA07-887B-3375-C4368A44AF15}"/>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0" name="TextBox 19">
            <a:extLst>
              <a:ext uri="{FF2B5EF4-FFF2-40B4-BE49-F238E27FC236}">
                <a16:creationId xmlns:a16="http://schemas.microsoft.com/office/drawing/2014/main" id="{77E65701-8704-DC44-7F06-7957F6D50DDE}"/>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B0CCF65E-F2C0-F179-6CEF-6926AE13A1AD}"/>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4148E0E7-D605-6CB3-E2A2-9F865D08BD3D}"/>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30FB4871-3E91-2C06-4BD6-BAB4716AC823}"/>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973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3 - Cover N Pink1">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C7D16BB-9265-7D3A-E136-8F028A9F86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0" name="Graphic 19">
            <a:extLst>
              <a:ext uri="{FF2B5EF4-FFF2-40B4-BE49-F238E27FC236}">
                <a16:creationId xmlns:a16="http://schemas.microsoft.com/office/drawing/2014/main" id="{A7536232-7B28-DCFA-37A3-EEBA7365A5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5144400" cy="5144400"/>
          </a:xfrm>
          <a:prstGeom prst="rect">
            <a:avLst/>
          </a:prstGeom>
        </p:spPr>
      </p:pic>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bg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9" name="TextBox 18">
            <a:extLst>
              <a:ext uri="{FF2B5EF4-FFF2-40B4-BE49-F238E27FC236}">
                <a16:creationId xmlns:a16="http://schemas.microsoft.com/office/drawing/2014/main" id="{3B531529-C0C1-501F-B90B-E578B26E0D98}"/>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40C94059-F7F6-293D-88B1-A0CCDDB75575}"/>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98343E1B-0BDB-6D7F-D5F6-35E72B8B2568}"/>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F5A84A49-4C32-0562-6B33-E8281C62C942}"/>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8159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5144400" cy="51444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accent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4" name="TextBox 23">
            <a:extLst>
              <a:ext uri="{FF2B5EF4-FFF2-40B4-BE49-F238E27FC236}">
                <a16:creationId xmlns:a16="http://schemas.microsoft.com/office/drawing/2014/main" id="{EE447E57-9E3B-2030-9902-A8BA6E7583E4}"/>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6" name="Footer Placeholder 2">
            <a:extLst>
              <a:ext uri="{FF2B5EF4-FFF2-40B4-BE49-F238E27FC236}">
                <a16:creationId xmlns:a16="http://schemas.microsoft.com/office/drawing/2014/main" id="{AD544843-BF44-8F0F-4D23-F80C60F60B55}"/>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20907F98-A046-E796-677D-FB8EEDD6F083}"/>
              </a:ext>
            </a:extLst>
          </p:cNvPr>
          <p:cNvCxnSpPr>
            <a:cxnSpLocks/>
          </p:cNvCxnSpPr>
          <p:nvPr userDrawn="1"/>
        </p:nvCxnSpPr>
        <p:spPr>
          <a:xfrm>
            <a:off x="6278509"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43202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1 - Cover O BlueGreen2">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8A7CBB0-A767-7247-8638-81BC366967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7BBDEA00-FE7A-639E-C16F-BC5E3DBD8FD3}"/>
              </a:ext>
            </a:extLst>
          </p:cNvPr>
          <p:cNvGrpSpPr/>
          <p:nvPr userDrawn="1"/>
        </p:nvGrpSpPr>
        <p:grpSpPr>
          <a:xfrm>
            <a:off x="6981148" y="2418218"/>
            <a:ext cx="1363492" cy="307063"/>
            <a:chOff x="469958" y="1647414"/>
            <a:chExt cx="8205029" cy="1847802"/>
          </a:xfrm>
          <a:solidFill>
            <a:schemeClr val="bg1"/>
          </a:solidFill>
        </p:grpSpPr>
        <p:sp>
          <p:nvSpPr>
            <p:cNvPr id="4" name="Freeform 24">
              <a:extLst>
                <a:ext uri="{FF2B5EF4-FFF2-40B4-BE49-F238E27FC236}">
                  <a16:creationId xmlns:a16="http://schemas.microsoft.com/office/drawing/2014/main" id="{0B5F76F9-295B-59E5-BDCF-8B6840E5B5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25">
              <a:extLst>
                <a:ext uri="{FF2B5EF4-FFF2-40B4-BE49-F238E27FC236}">
                  <a16:creationId xmlns:a16="http://schemas.microsoft.com/office/drawing/2014/main" id="{B473941B-CE77-6414-782E-B5933651166D}"/>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26">
              <a:extLst>
                <a:ext uri="{FF2B5EF4-FFF2-40B4-BE49-F238E27FC236}">
                  <a16:creationId xmlns:a16="http://schemas.microsoft.com/office/drawing/2014/main" id="{03FCE4B1-384C-92A9-F114-45634B67A11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8" name="Freeform 27">
              <a:extLst>
                <a:ext uri="{FF2B5EF4-FFF2-40B4-BE49-F238E27FC236}">
                  <a16:creationId xmlns:a16="http://schemas.microsoft.com/office/drawing/2014/main" id="{16718376-BEBA-6EC2-B9BA-05AEA785303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2" name="Freeform 28">
              <a:extLst>
                <a:ext uri="{FF2B5EF4-FFF2-40B4-BE49-F238E27FC236}">
                  <a16:creationId xmlns:a16="http://schemas.microsoft.com/office/drawing/2014/main" id="{55E96EEC-F984-9065-5EAC-AF9297B31DF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3" name="Graphic 12">
            <a:extLst>
              <a:ext uri="{FF2B5EF4-FFF2-40B4-BE49-F238E27FC236}">
                <a16:creationId xmlns:a16="http://schemas.microsoft.com/office/drawing/2014/main" id="{8CEF710E-39E1-082B-B52C-E37B4EEF550E}"/>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14" name="Title 4">
            <a:extLst>
              <a:ext uri="{FF2B5EF4-FFF2-40B4-BE49-F238E27FC236}">
                <a16:creationId xmlns:a16="http://schemas.microsoft.com/office/drawing/2014/main" id="{2C6BDD68-E8AC-9D13-ED1D-D43FFC8357C6}"/>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5" name="Text Placeholder 3">
            <a:extLst>
              <a:ext uri="{FF2B5EF4-FFF2-40B4-BE49-F238E27FC236}">
                <a16:creationId xmlns:a16="http://schemas.microsoft.com/office/drawing/2014/main" id="{76BF5CE8-2417-2D5D-75FE-27E0BE07F509}"/>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6" name="TextBox 15">
            <a:extLst>
              <a:ext uri="{FF2B5EF4-FFF2-40B4-BE49-F238E27FC236}">
                <a16:creationId xmlns:a16="http://schemas.microsoft.com/office/drawing/2014/main" id="{CC8B88A2-C8A9-A342-E8B5-C91DF5E71FF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9EC2290D-5934-145E-499C-1CB0349E5FA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BD471F30-B344-A63E-287D-45299C34768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1F9E2940-FA7B-D6D9-D260-E7460440051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997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2 - Cover O BluePink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B7370059-157B-625C-8521-D3FCF8A22D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6" name="Graphic 3">
            <a:extLst>
              <a:ext uri="{FF2B5EF4-FFF2-40B4-BE49-F238E27FC236}">
                <a16:creationId xmlns:a16="http://schemas.microsoft.com/office/drawing/2014/main" id="{7ADBC276-24FC-31B1-198D-D0A0EB5188BB}"/>
              </a:ext>
            </a:extLst>
          </p:cNvPr>
          <p:cNvGrpSpPr/>
          <p:nvPr userDrawn="1"/>
        </p:nvGrpSpPr>
        <p:grpSpPr>
          <a:xfrm>
            <a:off x="6981148" y="2418218"/>
            <a:ext cx="1363492" cy="307063"/>
            <a:chOff x="469958" y="1647414"/>
            <a:chExt cx="8205029" cy="1847802"/>
          </a:xfrm>
          <a:solidFill>
            <a:schemeClr val="bg1"/>
          </a:solidFill>
        </p:grpSpPr>
        <p:sp>
          <p:nvSpPr>
            <p:cNvPr id="7" name="Freeform 24">
              <a:extLst>
                <a:ext uri="{FF2B5EF4-FFF2-40B4-BE49-F238E27FC236}">
                  <a16:creationId xmlns:a16="http://schemas.microsoft.com/office/drawing/2014/main" id="{CDDE8834-7F71-A488-29A8-540395324479}"/>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8" name="Freeform 25">
              <a:extLst>
                <a:ext uri="{FF2B5EF4-FFF2-40B4-BE49-F238E27FC236}">
                  <a16:creationId xmlns:a16="http://schemas.microsoft.com/office/drawing/2014/main" id="{FEFA04F6-2C3F-3E38-9E08-D6990D946A8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9" name="Freeform 26">
              <a:extLst>
                <a:ext uri="{FF2B5EF4-FFF2-40B4-BE49-F238E27FC236}">
                  <a16:creationId xmlns:a16="http://schemas.microsoft.com/office/drawing/2014/main" id="{54253727-9053-862A-19CB-32DD1616812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12" name="Freeform 27">
              <a:extLst>
                <a:ext uri="{FF2B5EF4-FFF2-40B4-BE49-F238E27FC236}">
                  <a16:creationId xmlns:a16="http://schemas.microsoft.com/office/drawing/2014/main" id="{6E5204B2-3785-90DB-45F2-F73CC497595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3" name="Freeform 28">
              <a:extLst>
                <a:ext uri="{FF2B5EF4-FFF2-40B4-BE49-F238E27FC236}">
                  <a16:creationId xmlns:a16="http://schemas.microsoft.com/office/drawing/2014/main" id="{95BC05DD-4D63-F05A-843F-EE491020FFD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4" name="Graphic 13">
            <a:extLst>
              <a:ext uri="{FF2B5EF4-FFF2-40B4-BE49-F238E27FC236}">
                <a16:creationId xmlns:a16="http://schemas.microsoft.com/office/drawing/2014/main" id="{F41E3DBD-A4E2-6EF5-8073-EED87395D74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15" name="Title 4">
            <a:extLst>
              <a:ext uri="{FF2B5EF4-FFF2-40B4-BE49-F238E27FC236}">
                <a16:creationId xmlns:a16="http://schemas.microsoft.com/office/drawing/2014/main" id="{60E8CE17-B2D0-B92F-1A9F-C72280B6E9A3}"/>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6" name="Text Placeholder 3">
            <a:extLst>
              <a:ext uri="{FF2B5EF4-FFF2-40B4-BE49-F238E27FC236}">
                <a16:creationId xmlns:a16="http://schemas.microsoft.com/office/drawing/2014/main" id="{6BEF90E0-A2AA-9B05-58FB-3D4109E95C42}"/>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20" name="TextBox 19">
            <a:extLst>
              <a:ext uri="{FF2B5EF4-FFF2-40B4-BE49-F238E27FC236}">
                <a16:creationId xmlns:a16="http://schemas.microsoft.com/office/drawing/2014/main" id="{3B132D8A-9E85-B335-C2FD-9D2508FEAF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5D1F556C-703D-0EB9-35BD-0A7DE6122BF2}"/>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F61D5928-67F7-A4E5-2767-E072B8F67A2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EF6BC33A-A2E3-7103-ACC7-6F043901E5EF}"/>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311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5.3 - Cover O BlueGreen3">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7" name="Graphic 3">
            <a:extLst>
              <a:ext uri="{FF2B5EF4-FFF2-40B4-BE49-F238E27FC236}">
                <a16:creationId xmlns:a16="http://schemas.microsoft.com/office/drawing/2014/main" id="{7D655505-6963-6602-F9EA-4C3B3BA5DCB7}"/>
              </a:ext>
            </a:extLst>
          </p:cNvPr>
          <p:cNvGrpSpPr/>
          <p:nvPr userDrawn="1"/>
        </p:nvGrpSpPr>
        <p:grpSpPr>
          <a:xfrm>
            <a:off x="6981148" y="2418218"/>
            <a:ext cx="1363492" cy="307063"/>
            <a:chOff x="469958" y="1647414"/>
            <a:chExt cx="8205029" cy="1847802"/>
          </a:xfrm>
          <a:solidFill>
            <a:schemeClr val="bg1"/>
          </a:solidFill>
        </p:grpSpPr>
        <p:sp>
          <p:nvSpPr>
            <p:cNvPr id="8" name="Freeform 24">
              <a:extLst>
                <a:ext uri="{FF2B5EF4-FFF2-40B4-BE49-F238E27FC236}">
                  <a16:creationId xmlns:a16="http://schemas.microsoft.com/office/drawing/2014/main" id="{7D3C8143-8E12-BEA4-801E-C540B573C9A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12" name="Freeform 25">
              <a:extLst>
                <a:ext uri="{FF2B5EF4-FFF2-40B4-BE49-F238E27FC236}">
                  <a16:creationId xmlns:a16="http://schemas.microsoft.com/office/drawing/2014/main" id="{08DD0EEC-3388-7E9D-C475-8C7C6448AEF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13" name="Freeform 26">
              <a:extLst>
                <a:ext uri="{FF2B5EF4-FFF2-40B4-BE49-F238E27FC236}">
                  <a16:creationId xmlns:a16="http://schemas.microsoft.com/office/drawing/2014/main" id="{46AF7602-77C1-4DB0-5B0C-443AE4CE7F6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14" name="Freeform 27">
              <a:extLst>
                <a:ext uri="{FF2B5EF4-FFF2-40B4-BE49-F238E27FC236}">
                  <a16:creationId xmlns:a16="http://schemas.microsoft.com/office/drawing/2014/main" id="{CE410BEC-795B-5241-F0C2-EA9498D9FABB}"/>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5" name="Freeform 28">
              <a:extLst>
                <a:ext uri="{FF2B5EF4-FFF2-40B4-BE49-F238E27FC236}">
                  <a16:creationId xmlns:a16="http://schemas.microsoft.com/office/drawing/2014/main" id="{A382B77D-424C-AD2C-03A1-02E188F12FF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20" name="TextBox 19">
            <a:extLst>
              <a:ext uri="{FF2B5EF4-FFF2-40B4-BE49-F238E27FC236}">
                <a16:creationId xmlns:a16="http://schemas.microsoft.com/office/drawing/2014/main" id="{720759C7-94BC-8FC1-9A43-A40A4BE7AC1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83D4680A-11B6-A841-EC68-FFF11409500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AE485A1C-8A6A-5C51-5E3F-5685AAA904F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97FF23FE-4D10-4C29-7B09-1D707687BDB0}"/>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0347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4 - Cover O White">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7055828" y="2418218"/>
            <a:ext cx="1363492" cy="307063"/>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pic>
        <p:nvPicPr>
          <p:cNvPr id="20" name="Picture 19" descr="Circle&#10;&#10;Description automatically generated with medium confidence">
            <a:extLst>
              <a:ext uri="{FF2B5EF4-FFF2-40B4-BE49-F238E27FC236}">
                <a16:creationId xmlns:a16="http://schemas.microsoft.com/office/drawing/2014/main" id="{87D5AF06-6AF8-9002-BEDC-176CB57496A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5084"/>
          <a:stretch/>
        </p:blipFill>
        <p:spPr>
          <a:xfrm>
            <a:off x="5126775" y="-4796"/>
            <a:ext cx="4017225" cy="5143500"/>
          </a:xfrm>
          <a:prstGeom prst="rect">
            <a:avLst/>
          </a:prstGeom>
        </p:spPr>
      </p:pic>
      <p:sp>
        <p:nvSpPr>
          <p:cNvPr id="16" name="TextBox 15">
            <a:extLst>
              <a:ext uri="{FF2B5EF4-FFF2-40B4-BE49-F238E27FC236}">
                <a16:creationId xmlns:a16="http://schemas.microsoft.com/office/drawing/2014/main" id="{8D94EDB0-D38F-0FE8-27C1-80BAE2455A1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EFAF1A61-3518-0ABC-1BC0-5990D5EF88D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496FB4B1-7F2F-CF04-74B8-D3A7467B0ED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31F15E35-8F62-FCD4-CD9C-8C7F57AAEDE8}"/>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1600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1 - Cover K Orange1">
    <p:spTree>
      <p:nvGrpSpPr>
        <p:cNvPr id="1" name=""/>
        <p:cNvGrpSpPr/>
        <p:nvPr/>
      </p:nvGrpSpPr>
      <p:grpSpPr>
        <a:xfrm>
          <a:off x="0" y="0"/>
          <a:ext cx="0" cy="0"/>
          <a:chOff x="0" y="0"/>
          <a:chExt cx="0" cy="0"/>
        </a:xfrm>
      </p:grpSpPr>
      <p:pic>
        <p:nvPicPr>
          <p:cNvPr id="16" name="Picture 15" descr="Background pattern&#10;&#10;Description automatically generated">
            <a:extLst>
              <a:ext uri="{FF2B5EF4-FFF2-40B4-BE49-F238E27FC236}">
                <a16:creationId xmlns:a16="http://schemas.microsoft.com/office/drawing/2014/main" id="{38FCEB48-BE41-308F-33AB-94163C02BF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0" name="Graphic 9">
            <a:extLst>
              <a:ext uri="{FF2B5EF4-FFF2-40B4-BE49-F238E27FC236}">
                <a16:creationId xmlns:a16="http://schemas.microsoft.com/office/drawing/2014/main" id="{193793F7-1073-3781-E44D-DD541B78667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967656" y="0"/>
            <a:ext cx="4176344" cy="51444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6" name="Graphic 3">
            <a:extLst>
              <a:ext uri="{FF2B5EF4-FFF2-40B4-BE49-F238E27FC236}">
                <a16:creationId xmlns:a16="http://schemas.microsoft.com/office/drawing/2014/main" id="{5A3F8AE7-69F1-0171-3222-4CFFCDB4F568}"/>
              </a:ext>
            </a:extLst>
          </p:cNvPr>
          <p:cNvGrpSpPr/>
          <p:nvPr userDrawn="1"/>
        </p:nvGrpSpPr>
        <p:grpSpPr>
          <a:xfrm>
            <a:off x="7055828" y="2418218"/>
            <a:ext cx="1363492" cy="307063"/>
            <a:chOff x="469958" y="1647414"/>
            <a:chExt cx="8205029" cy="1847802"/>
          </a:xfrm>
          <a:solidFill>
            <a:schemeClr val="bg1"/>
          </a:solidFill>
        </p:grpSpPr>
        <p:sp>
          <p:nvSpPr>
            <p:cNvPr id="7" name="Freeform 25">
              <a:extLst>
                <a:ext uri="{FF2B5EF4-FFF2-40B4-BE49-F238E27FC236}">
                  <a16:creationId xmlns:a16="http://schemas.microsoft.com/office/drawing/2014/main" id="{0DE2A214-8055-F089-C6C4-415D2FEE42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8" name="Freeform 31">
              <a:extLst>
                <a:ext uri="{FF2B5EF4-FFF2-40B4-BE49-F238E27FC236}">
                  <a16:creationId xmlns:a16="http://schemas.microsoft.com/office/drawing/2014/main" id="{E7E7B380-ABE2-70DF-A29A-E3B4A181FA12}"/>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2">
              <a:extLst>
                <a:ext uri="{FF2B5EF4-FFF2-40B4-BE49-F238E27FC236}">
                  <a16:creationId xmlns:a16="http://schemas.microsoft.com/office/drawing/2014/main" id="{ED784E94-97A9-B627-1E07-7CAEF44EE8A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31E44308-7765-3146-1869-04D3DA41235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5E9E56FD-C856-3054-AB6B-A80BA7D6C55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0" name="TextBox 19">
            <a:extLst>
              <a:ext uri="{FF2B5EF4-FFF2-40B4-BE49-F238E27FC236}">
                <a16:creationId xmlns:a16="http://schemas.microsoft.com/office/drawing/2014/main" id="{801FC38E-29E5-B44A-FE96-F713B08050E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7AAAD9DC-C952-84F6-32BA-CE8084E916D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B603A7C0-7450-F57A-CF86-135B131E63C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EB055563-B67F-14B5-583B-3BFC0EB8093A}"/>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5816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2 - Cover K BlueGreen4">
    <p:spTree>
      <p:nvGrpSpPr>
        <p:cNvPr id="1" name=""/>
        <p:cNvGrpSpPr/>
        <p:nvPr/>
      </p:nvGrpSpPr>
      <p:grpSpPr>
        <a:xfrm>
          <a:off x="0" y="0"/>
          <a:ext cx="0" cy="0"/>
          <a:chOff x="0" y="0"/>
          <a:chExt cx="0" cy="0"/>
        </a:xfrm>
      </p:grpSpPr>
      <p:pic>
        <p:nvPicPr>
          <p:cNvPr id="26" name="Picture 25" descr="Background pattern&#10;&#10;Description automatically generated">
            <a:extLst>
              <a:ext uri="{FF2B5EF4-FFF2-40B4-BE49-F238E27FC236}">
                <a16:creationId xmlns:a16="http://schemas.microsoft.com/office/drawing/2014/main" id="{8FF1A58D-53A4-65F6-8F2B-645D65C533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4" name="Graphic 3">
            <a:extLst>
              <a:ext uri="{FF2B5EF4-FFF2-40B4-BE49-F238E27FC236}">
                <a16:creationId xmlns:a16="http://schemas.microsoft.com/office/drawing/2014/main" id="{5166BBE5-C86E-3E87-A7C5-F29BE64D716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5C4391E8-E519-220E-82C7-E7E85659A4E4}"/>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24" name="Text Placeholder 3">
            <a:extLst>
              <a:ext uri="{FF2B5EF4-FFF2-40B4-BE49-F238E27FC236}">
                <a16:creationId xmlns:a16="http://schemas.microsoft.com/office/drawing/2014/main" id="{F3E219A7-8ADF-6CBF-872C-AEF07B645E6D}"/>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47BEB086-B161-40ED-B2E3-DDF397278FA8}"/>
              </a:ext>
            </a:extLst>
          </p:cNvPr>
          <p:cNvGrpSpPr/>
          <p:nvPr userDrawn="1"/>
        </p:nvGrpSpPr>
        <p:grpSpPr>
          <a:xfrm>
            <a:off x="7055828" y="2418218"/>
            <a:ext cx="1363492" cy="307063"/>
            <a:chOff x="469958" y="1647414"/>
            <a:chExt cx="8205029" cy="1847802"/>
          </a:xfrm>
          <a:solidFill>
            <a:schemeClr val="bg1"/>
          </a:solidFill>
        </p:grpSpPr>
        <p:sp>
          <p:nvSpPr>
            <p:cNvPr id="8" name="Freeform 25">
              <a:extLst>
                <a:ext uri="{FF2B5EF4-FFF2-40B4-BE49-F238E27FC236}">
                  <a16:creationId xmlns:a16="http://schemas.microsoft.com/office/drawing/2014/main" id="{635D1FEE-8FAA-6AFD-E821-344C363F2C2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936726D0-2423-B7DC-41C5-A3E0D3C9275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17257835-1368-81AC-1BB9-5374BD6AEA7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28AB2999-1929-69AE-F4B8-38F9B81ECF7A}"/>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AC62732A-D69F-1BDC-8778-1D5E71576F1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7" name="TextBox 16">
            <a:extLst>
              <a:ext uri="{FF2B5EF4-FFF2-40B4-BE49-F238E27FC236}">
                <a16:creationId xmlns:a16="http://schemas.microsoft.com/office/drawing/2014/main" id="{D9CCAE72-315B-6DC4-6ED3-6C32104BB03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9F6B1C01-19BD-7D67-4E40-88818E2139B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7C973916-701B-92E4-FA4C-28A5746F5C0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2987F7F1-F554-8627-99C4-694EBCFB2B2A}"/>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542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6.3 - Cover K Pink1">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C0B63B-5EB2-C517-FFAF-0A5B2B5AB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 name="Graphic 1">
            <a:extLst>
              <a:ext uri="{FF2B5EF4-FFF2-40B4-BE49-F238E27FC236}">
                <a16:creationId xmlns:a16="http://schemas.microsoft.com/office/drawing/2014/main" id="{D2D54FC7-5739-CC9E-8372-80A8BD5BD489}"/>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FADBBE10-EF5A-37AA-E18F-F9B27AA61FED}"/>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24" name="Text Placeholder 3">
            <a:extLst>
              <a:ext uri="{FF2B5EF4-FFF2-40B4-BE49-F238E27FC236}">
                <a16:creationId xmlns:a16="http://schemas.microsoft.com/office/drawing/2014/main" id="{0DF69E35-608B-F57E-3615-F9FB9D11DD83}"/>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8" name="Graphic 3">
            <a:extLst>
              <a:ext uri="{FF2B5EF4-FFF2-40B4-BE49-F238E27FC236}">
                <a16:creationId xmlns:a16="http://schemas.microsoft.com/office/drawing/2014/main" id="{02491239-1144-EB94-E007-F05D770D71DA}"/>
              </a:ext>
            </a:extLst>
          </p:cNvPr>
          <p:cNvGrpSpPr/>
          <p:nvPr userDrawn="1"/>
        </p:nvGrpSpPr>
        <p:grpSpPr>
          <a:xfrm>
            <a:off x="7055828" y="2418218"/>
            <a:ext cx="1363492" cy="307063"/>
            <a:chOff x="469958" y="1647414"/>
            <a:chExt cx="8205029" cy="1847802"/>
          </a:xfrm>
          <a:solidFill>
            <a:schemeClr val="bg1"/>
          </a:solidFill>
        </p:grpSpPr>
        <p:sp>
          <p:nvSpPr>
            <p:cNvPr id="9" name="Freeform 25">
              <a:extLst>
                <a:ext uri="{FF2B5EF4-FFF2-40B4-BE49-F238E27FC236}">
                  <a16:creationId xmlns:a16="http://schemas.microsoft.com/office/drawing/2014/main" id="{2FDE4536-B74E-FB0B-5701-EE95568054DA}"/>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1">
              <a:extLst>
                <a:ext uri="{FF2B5EF4-FFF2-40B4-BE49-F238E27FC236}">
                  <a16:creationId xmlns:a16="http://schemas.microsoft.com/office/drawing/2014/main" id="{DC504B4C-4BF0-DF13-D647-0C718DF4AD9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2">
              <a:extLst>
                <a:ext uri="{FF2B5EF4-FFF2-40B4-BE49-F238E27FC236}">
                  <a16:creationId xmlns:a16="http://schemas.microsoft.com/office/drawing/2014/main" id="{F3BB0087-C253-F0E4-3F52-1A53B4AFA97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2" name="Freeform 33">
              <a:extLst>
                <a:ext uri="{FF2B5EF4-FFF2-40B4-BE49-F238E27FC236}">
                  <a16:creationId xmlns:a16="http://schemas.microsoft.com/office/drawing/2014/main" id="{3025D71C-0D10-5220-5980-B17FC068151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3" name="Freeform 34">
              <a:extLst>
                <a:ext uri="{FF2B5EF4-FFF2-40B4-BE49-F238E27FC236}">
                  <a16:creationId xmlns:a16="http://schemas.microsoft.com/office/drawing/2014/main" id="{64514CD7-9102-9552-6763-AB0337AAA7E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8" name="TextBox 17">
            <a:extLst>
              <a:ext uri="{FF2B5EF4-FFF2-40B4-BE49-F238E27FC236}">
                <a16:creationId xmlns:a16="http://schemas.microsoft.com/office/drawing/2014/main" id="{5AE80B1C-FD35-F288-8BFD-2F827D4C51A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0B17E72F-0CE2-D4D0-F696-BEA9F83EF5A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AB4C8BF7-D6EA-CCEB-F116-FF8F674A1D0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3" name="Straight Connector 2">
            <a:extLst>
              <a:ext uri="{FF2B5EF4-FFF2-40B4-BE49-F238E27FC236}">
                <a16:creationId xmlns:a16="http://schemas.microsoft.com/office/drawing/2014/main" id="{DA7837CA-5E74-BA1B-C559-ADAB2DF6DB76}"/>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5573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6.4 - Cover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4966626" y="0"/>
            <a:ext cx="4177374" cy="5144400"/>
          </a:xfrm>
          <a:prstGeom prst="rect">
            <a:avLst/>
          </a:prstGeom>
        </p:spPr>
      </p:pic>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7055828" y="2418218"/>
            <a:ext cx="1363492" cy="307063"/>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9" name="TextBox 18">
            <a:extLst>
              <a:ext uri="{FF2B5EF4-FFF2-40B4-BE49-F238E27FC236}">
                <a16:creationId xmlns:a16="http://schemas.microsoft.com/office/drawing/2014/main" id="{685118FE-3A69-7878-D9BB-1A3313720C8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0F609D8D-5CB0-9FB7-12C3-CB2F81E54A6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A6A581A3-9568-ADAA-C577-D08AD5F1385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cxnSp>
        <p:nvCxnSpPr>
          <p:cNvPr id="2" name="Straight Connector 1">
            <a:extLst>
              <a:ext uri="{FF2B5EF4-FFF2-40B4-BE49-F238E27FC236}">
                <a16:creationId xmlns:a16="http://schemas.microsoft.com/office/drawing/2014/main" id="{0E53593B-A7AE-9963-B6BC-8C94C8F0B46B}"/>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9290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7.1 - Divider BlueGreen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98BFE0-FEAC-1333-6BF5-7907903B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EF5C81FB-4A41-2E38-2638-F82CC70C7B5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A3AA9E6A-3B54-EBA8-25AB-52211D52F5E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0FC82D3C-5CAB-DDEA-5BAD-0CE49311B44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F275CFF-10A6-01B8-606D-73D7A564226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5" name="Text Placeholder 42">
            <a:extLst>
              <a:ext uri="{FF2B5EF4-FFF2-40B4-BE49-F238E27FC236}">
                <a16:creationId xmlns:a16="http://schemas.microsoft.com/office/drawing/2014/main" id="{56D07526-2E9D-2AAD-EE94-167EEE1536FF}"/>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8B78E584-630B-6BB7-31DB-22945E35D16E}"/>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0216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7.2 - Divider BlueGreen3">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82BC244E-62D2-236F-4DC8-EEBFE9AF28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8" name="Text Placeholder 42">
            <a:extLst>
              <a:ext uri="{FF2B5EF4-FFF2-40B4-BE49-F238E27FC236}">
                <a16:creationId xmlns:a16="http://schemas.microsoft.com/office/drawing/2014/main" id="{BE7F6530-2B80-C2AA-C92D-861D7E8FD530}"/>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9E92399-CC16-9177-2657-E4899DE3837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4FBBDEB0-7315-4214-F9C8-48DBCC502C8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3976F6A6-5835-91B8-5B94-A197DCCF65D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146445DD-AC0A-C4BA-03CB-A346CF3E927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3" name="Text Placeholder 42">
            <a:extLst>
              <a:ext uri="{FF2B5EF4-FFF2-40B4-BE49-F238E27FC236}">
                <a16:creationId xmlns:a16="http://schemas.microsoft.com/office/drawing/2014/main" id="{5ED3C240-0F31-AD4B-E3D6-E9E2DFC4EB67}"/>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C935493C-0314-59F4-3E99-CA50A71C90CC}"/>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15759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7.3 - Divider BlueGreen5">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ACC9534-D4F4-B471-C3A8-8380F72B34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3761BFBE-2F2E-2C4F-848A-E8505169811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BC0FACD4-71CC-9E35-CDCC-22C146E52E9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823572DF-299F-8B6C-1E42-1A659F39324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F374EA10-DD32-7823-1E8C-8A5B6454CCC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4" name="Text Placeholder 42">
            <a:extLst>
              <a:ext uri="{FF2B5EF4-FFF2-40B4-BE49-F238E27FC236}">
                <a16:creationId xmlns:a16="http://schemas.microsoft.com/office/drawing/2014/main" id="{B4CCFE40-D40E-A7E0-E99F-0E9E3E7CA3B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6" name="Straight Connector 5">
            <a:extLst>
              <a:ext uri="{FF2B5EF4-FFF2-40B4-BE49-F238E27FC236}">
                <a16:creationId xmlns:a16="http://schemas.microsoft.com/office/drawing/2014/main" id="{793B8AC4-F4BB-1C6B-E9E1-81AAE91353AA}"/>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8688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7.4 - Divider PurpleBlue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E01D2CA4-939C-12C2-DF49-53BE4EA4C1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0DABAD96-0284-76FF-D804-48E7FFCA08F5}"/>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83B5421E-4ADD-A198-F29A-1E6995BF576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06758511-3EE8-4852-763C-F4F1187FA97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486F512-1927-A0E0-A1C2-79941992D99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8DEF3F3-5CAD-FC0C-F7DD-4A913E71BD3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4" name="Text Placeholder 42">
            <a:extLst>
              <a:ext uri="{FF2B5EF4-FFF2-40B4-BE49-F238E27FC236}">
                <a16:creationId xmlns:a16="http://schemas.microsoft.com/office/drawing/2014/main" id="{E790325F-8E1D-1D8F-9BC9-63324BDA4002}"/>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15CA3B95-CC6F-4FEB-6208-838206331854}"/>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5608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7.5 - Divider BluePink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EF07AED-C885-0A94-CE92-AD0235762C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5" name="Text Placeholder 42">
            <a:extLst>
              <a:ext uri="{FF2B5EF4-FFF2-40B4-BE49-F238E27FC236}">
                <a16:creationId xmlns:a16="http://schemas.microsoft.com/office/drawing/2014/main" id="{513AFDC9-7EA7-195A-AC21-49A03E74AF4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5F57FFFB-CCE3-C058-3729-4EDEEE5E646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35665458-1735-3CFE-DB60-E654932058A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B8EAC92C-19BC-5473-42AE-69A4371F2861}"/>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E2C85D8-A3A9-A261-1BCF-70106685644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3" name="Text Placeholder 42">
            <a:extLst>
              <a:ext uri="{FF2B5EF4-FFF2-40B4-BE49-F238E27FC236}">
                <a16:creationId xmlns:a16="http://schemas.microsoft.com/office/drawing/2014/main" id="{521CF4E5-14D0-7A0E-3B20-BC1F539D9BFE}"/>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95A401B5-C192-1C5E-DEC6-0208970D3606}"/>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720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7.6 - Divider Pink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D17980-F783-4A27-87DC-42985B6C7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522A1BAB-7805-96E3-BA5B-3E8B26D8AA37}"/>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AB3FE475-1931-B109-EFE4-3720BF54E14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C4C0B05D-F0F7-15F3-4C17-EED0899C7AF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9857B24-CF63-C1F9-6FBA-114618B4AAB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9CB5136-AC36-0B5E-A3A9-2D5B7B13CF9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4" name="Text Placeholder 42">
            <a:extLst>
              <a:ext uri="{FF2B5EF4-FFF2-40B4-BE49-F238E27FC236}">
                <a16:creationId xmlns:a16="http://schemas.microsoft.com/office/drawing/2014/main" id="{45165F11-ACDF-2F83-0960-B38B3A16DAD5}"/>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07706451-60D5-D91A-8F02-C9976F1594E7}"/>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9798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7.7 - Divider Orange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34BF0FE-66B0-30DC-7C7E-0C60AC6208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4" name="Text Placeholder 42">
            <a:extLst>
              <a:ext uri="{FF2B5EF4-FFF2-40B4-BE49-F238E27FC236}">
                <a16:creationId xmlns:a16="http://schemas.microsoft.com/office/drawing/2014/main" id="{915CB6A6-17E7-3E33-E841-80BBD7036B36}"/>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11B8FE6-8F1C-8435-F33C-EE04C6A6A16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849B4D71-50D7-0502-EF7E-5AAF38E8659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256B84B-A641-FF3B-04A5-7875DE216F3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B5AF0F0-B002-CB3B-6A1E-945904E802D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
        <p:nvSpPr>
          <p:cNvPr id="3" name="Text Placeholder 42">
            <a:extLst>
              <a:ext uri="{FF2B5EF4-FFF2-40B4-BE49-F238E27FC236}">
                <a16:creationId xmlns:a16="http://schemas.microsoft.com/office/drawing/2014/main" id="{BFB53FB7-1753-80D0-CDCE-10664D914FBD}"/>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AC6A19A-B08A-3B13-3757-298A0EA8C9AD}"/>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2916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8.1 - End BlueGreen2">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A71822B-C712-A4E6-919B-405BA7F21A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F113608E-22FD-657F-8D07-CD39EC97958A}"/>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DA917A93-F7DB-3A50-D98B-8185FF15DE00}"/>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08D8095F-7FCC-5669-F881-F66619242228}"/>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A8F3D3FE-D0C9-59C1-F189-DA228D51A05B}"/>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7F167DEA-E276-FD24-54AA-B4A09328CCE6}"/>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5BDAA131-A001-A420-C695-237DBC40265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1289778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8.2 - End BlueGreen3">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EF89375-E21D-F63F-06A8-C59355F125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EBD7979C-B9C6-8A09-B241-FD1FED4BAC89}"/>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B7B0CAF0-3BC0-2F0C-A2D6-BD2777136ABD}"/>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DFE11313-A28D-C9D5-388D-F3DCE472D73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5423B194-3C18-4ED2-C954-ADB91F99CDD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3A46B4C4-EAE8-DC64-8EE7-085376B9F0C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868AEA7C-4869-2294-8EAF-A87420CD474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1849010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8.3 - End BlueGreen5">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08FFEE3-9429-FB20-94DA-036B3BA2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FF97AAA9-D469-5AE4-F90F-9020A3DDBE0A}"/>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C2E78338-BF1F-47F8-574E-5A79325DD1F8}"/>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BEABEE7F-B8A9-CDE0-CB0E-B91BA834B8F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42EAFBE4-3E55-88EC-6263-AA83BE68E7C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55877F46-FE15-EE6B-7255-F5187038A7A8}"/>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F62DDA2E-E23F-3C1F-FBA8-13E4AE5F3526}"/>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380662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8.4 - End PurpleBlue2">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465075C-3A04-8F21-2D96-F11146239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A77D7537-AB6E-150C-8EAC-2488703A5501}"/>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B6DD48B6-4C1B-73D2-03B9-15D30FCE5E9E}"/>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64D70B58-DDCB-C449-2352-59773ED88AE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609F40CE-5FD9-0148-24E8-B471F0E808B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921AF8C9-7D93-7437-46E4-70C04BC1FCD9}"/>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4086F6C-E115-654F-39E3-04AE3FA5602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7527178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8.5 - End BluePink1">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39F40A4-C4FE-CE81-4DDE-1096BF05B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04350EF6-70D2-8CA6-C8B4-23AD48C51B92}"/>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E3C5F24B-DEBE-91F4-60EF-98DB9598FC4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0430F02E-A1F8-79E9-1749-B79A96144ED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FABBDCAD-55AC-A504-7AB9-9EA8B4E0982A}"/>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3870B6CA-17E5-8094-AABA-A4EB4CF4DD7D}"/>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B471460-440F-63D0-B43A-D4E98094F4B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536942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8.6 - End Pink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21011232-FEC1-556E-5D81-2627C46F6D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E305D3B8-631A-ECF6-F436-B2BCDEC1D146}"/>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A5AA4292-461B-4E6C-D0DF-22D79FF5659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E83B83EF-F13E-0C9F-A72E-1028FFB5C1A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7583F4ED-E4FB-BC79-63D6-917602298C36}"/>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D7AF8DF3-63F0-80CE-4E26-5256A0E0248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D0AD8F7-2131-0B88-1728-D3CA421A2D2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18426698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8.7 - Divider Orange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AC7C13A4-489B-3211-82FF-868A0A256E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7490672C-BECC-A8CE-2FB2-AF9FB16315DB}"/>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A3EA2D57-26D4-3FE7-0AD1-EEED4BE8BED6}"/>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3244009B-B9FA-D5C6-D5E3-5563DC7638F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2FD42FBA-921E-BB93-CEB5-51CAED5F599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DADC54FF-C0E3-D235-2C4E-2FB66C6E9ED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8E3A682F-0F88-48F0-97B1-60B5B2477F9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15115654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grpSp>
        <p:nvGrpSpPr>
          <p:cNvPr id="2" name="Graphic 3">
            <a:extLst>
              <a:ext uri="{FF2B5EF4-FFF2-40B4-BE49-F238E27FC236}">
                <a16:creationId xmlns:a16="http://schemas.microsoft.com/office/drawing/2014/main" id="{46DC4F6B-8D28-1514-E83F-9C8BC35CC881}"/>
              </a:ext>
            </a:extLst>
          </p:cNvPr>
          <p:cNvGrpSpPr/>
          <p:nvPr userDrawn="1"/>
        </p:nvGrpSpPr>
        <p:grpSpPr>
          <a:xfrm>
            <a:off x="1833317" y="1954988"/>
            <a:ext cx="5477366" cy="1233523"/>
            <a:chOff x="469958" y="1647414"/>
            <a:chExt cx="8205029" cy="1847802"/>
          </a:xfrm>
          <a:solidFill>
            <a:schemeClr val="accent1"/>
          </a:solidFill>
        </p:grpSpPr>
        <p:sp>
          <p:nvSpPr>
            <p:cNvPr id="3" name="Freeform 10">
              <a:extLst>
                <a:ext uri="{FF2B5EF4-FFF2-40B4-BE49-F238E27FC236}">
                  <a16:creationId xmlns:a16="http://schemas.microsoft.com/office/drawing/2014/main" id="{528AAC0C-F8F7-997C-49C5-2DDCFFEF4C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4" name="Freeform 11">
              <a:extLst>
                <a:ext uri="{FF2B5EF4-FFF2-40B4-BE49-F238E27FC236}">
                  <a16:creationId xmlns:a16="http://schemas.microsoft.com/office/drawing/2014/main" id="{709A296F-6430-7EEE-74D0-2B39CDE8E8CE}"/>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5" name="Freeform 12">
              <a:extLst>
                <a:ext uri="{FF2B5EF4-FFF2-40B4-BE49-F238E27FC236}">
                  <a16:creationId xmlns:a16="http://schemas.microsoft.com/office/drawing/2014/main" id="{98732BD3-7687-3964-C382-BE79A166885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6" name="Freeform 13">
              <a:extLst>
                <a:ext uri="{FF2B5EF4-FFF2-40B4-BE49-F238E27FC236}">
                  <a16:creationId xmlns:a16="http://schemas.microsoft.com/office/drawing/2014/main" id="{9F629670-5E2F-8BFA-0D73-6127F5336BE0}"/>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7" name="Freeform 14">
              <a:extLst>
                <a:ext uri="{FF2B5EF4-FFF2-40B4-BE49-F238E27FC236}">
                  <a16:creationId xmlns:a16="http://schemas.microsoft.com/office/drawing/2014/main" id="{9B99146A-4055-2125-3098-1EF0E51C585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5239167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tx2"/>
                </a:solidFill>
              </a:defRPr>
            </a:lvl1pPr>
            <a:lvl2pPr marL="180000" indent="0">
              <a:lnSpc>
                <a:spcPct val="100000"/>
              </a:lnSpc>
              <a:spcBef>
                <a:spcPts val="0"/>
              </a:spcBef>
              <a:spcAft>
                <a:spcPts val="600"/>
              </a:spcAft>
              <a:buSzPct val="70000"/>
              <a:buNone/>
              <a:defRPr sz="1200">
                <a:solidFill>
                  <a:schemeClr val="tx2"/>
                </a:solidFill>
              </a:defRPr>
            </a:lvl2pPr>
            <a:lvl3pPr marL="360000" indent="0">
              <a:lnSpc>
                <a:spcPct val="100000"/>
              </a:lnSpc>
              <a:spcBef>
                <a:spcPts val="0"/>
              </a:spcBef>
              <a:spcAft>
                <a:spcPts val="600"/>
              </a:spcAft>
              <a:buSzPct val="70000"/>
              <a:buNone/>
              <a:defRPr sz="1200">
                <a:solidFill>
                  <a:schemeClr val="tx2"/>
                </a:solidFill>
              </a:defRPr>
            </a:lvl3pPr>
            <a:lvl4pPr marL="540000" indent="0">
              <a:lnSpc>
                <a:spcPct val="100000"/>
              </a:lnSpc>
              <a:spcBef>
                <a:spcPts val="0"/>
              </a:spcBef>
              <a:spcAft>
                <a:spcPts val="600"/>
              </a:spcAft>
              <a:buSzPct val="70000"/>
              <a:buNone/>
              <a:defRPr sz="1200">
                <a:solidFill>
                  <a:schemeClr val="tx2"/>
                </a:solidFill>
              </a:defRPr>
            </a:lvl4pPr>
            <a:lvl5pPr marL="720000" indent="0">
              <a:lnSpc>
                <a:spcPct val="100000"/>
              </a:lnSpc>
              <a:spcBef>
                <a:spcPts val="0"/>
              </a:spcBef>
              <a:spcAft>
                <a:spcPts val="600"/>
              </a:spcAft>
              <a:buSzPct val="70000"/>
              <a:buNone/>
              <a:defRPr sz="1200">
                <a:solidFill>
                  <a:schemeClr val="tx2"/>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3" name="Graphic 2">
            <a:extLst>
              <a:ext uri="{FF2B5EF4-FFF2-40B4-BE49-F238E27FC236}">
                <a16:creationId xmlns:a16="http://schemas.microsoft.com/office/drawing/2014/main" id="{752AD69E-8972-FFEB-3CDF-810FC2C15BE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31A68076-E163-16F0-6643-612506DC25C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a:t>
            </a:r>
            <a:r>
              <a:rPr lang="en-US" altLang="ja-JP"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5</a:t>
            </a:r>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Tree>
    <p:extLst>
      <p:ext uri="{BB962C8B-B14F-4D97-AF65-F5344CB8AC3E}">
        <p14:creationId xmlns:p14="http://schemas.microsoft.com/office/powerpoint/2010/main" val="18080760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accent1"/>
                </a:solidFill>
                <a:latin typeface="Nokia Pure Headline Ultra Light" panose="020B0204020202020204" pitchFamily="34" charset="0"/>
              </a:defRPr>
            </a:lvl1pPr>
          </a:lstStyle>
          <a:p>
            <a:pPr lvl="0"/>
            <a:r>
              <a:rPr lang="en-US"/>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a:t>
            </a:r>
            <a:r>
              <a:rPr lang="en-US" altLang="ja-JP"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5</a:t>
            </a:r>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ltLang="ja-JP"/>
              <a:t>Click to edit Master text styles</a:t>
            </a:r>
          </a:p>
        </p:txBody>
      </p:sp>
    </p:spTree>
    <p:extLst>
      <p:ext uri="{BB962C8B-B14F-4D97-AF65-F5344CB8AC3E}">
        <p14:creationId xmlns:p14="http://schemas.microsoft.com/office/powerpoint/2010/main" val="13468299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5144400" cy="51444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accent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4" name="TextBox 23">
            <a:extLst>
              <a:ext uri="{FF2B5EF4-FFF2-40B4-BE49-F238E27FC236}">
                <a16:creationId xmlns:a16="http://schemas.microsoft.com/office/drawing/2014/main" id="{EE447E57-9E3B-2030-9902-A8BA6E7583E4}"/>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2" name="Straight Connector 1">
            <a:extLst>
              <a:ext uri="{FF2B5EF4-FFF2-40B4-BE49-F238E27FC236}">
                <a16:creationId xmlns:a16="http://schemas.microsoft.com/office/drawing/2014/main" id="{9050AC5B-86A1-B82E-33A3-29360CC407B2}"/>
              </a:ext>
            </a:extLst>
          </p:cNvPr>
          <p:cNvCxnSpPr>
            <a:cxnSpLocks/>
          </p:cNvCxnSpPr>
          <p:nvPr userDrawn="1"/>
        </p:nvCxnSpPr>
        <p:spPr>
          <a:xfrm>
            <a:off x="6278509"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5928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grpSp>
        <p:nvGrpSpPr>
          <p:cNvPr id="2" name="Graphic 3">
            <a:extLst>
              <a:ext uri="{FF2B5EF4-FFF2-40B4-BE49-F238E27FC236}">
                <a16:creationId xmlns:a16="http://schemas.microsoft.com/office/drawing/2014/main" id="{46DC4F6B-8D28-1514-E83F-9C8BC35CC881}"/>
              </a:ext>
            </a:extLst>
          </p:cNvPr>
          <p:cNvGrpSpPr/>
          <p:nvPr userDrawn="1"/>
        </p:nvGrpSpPr>
        <p:grpSpPr>
          <a:xfrm>
            <a:off x="1833317" y="1954988"/>
            <a:ext cx="5477366" cy="1233523"/>
            <a:chOff x="469958" y="1647414"/>
            <a:chExt cx="8205029" cy="1847802"/>
          </a:xfrm>
          <a:solidFill>
            <a:schemeClr val="accent1"/>
          </a:solidFill>
        </p:grpSpPr>
        <p:sp>
          <p:nvSpPr>
            <p:cNvPr id="3" name="Freeform 10">
              <a:extLst>
                <a:ext uri="{FF2B5EF4-FFF2-40B4-BE49-F238E27FC236}">
                  <a16:creationId xmlns:a16="http://schemas.microsoft.com/office/drawing/2014/main" id="{528AAC0C-F8F7-997C-49C5-2DDCFFEF4C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4" name="Freeform 11">
              <a:extLst>
                <a:ext uri="{FF2B5EF4-FFF2-40B4-BE49-F238E27FC236}">
                  <a16:creationId xmlns:a16="http://schemas.microsoft.com/office/drawing/2014/main" id="{709A296F-6430-7EEE-74D0-2B39CDE8E8CE}"/>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5" name="Freeform 12">
              <a:extLst>
                <a:ext uri="{FF2B5EF4-FFF2-40B4-BE49-F238E27FC236}">
                  <a16:creationId xmlns:a16="http://schemas.microsoft.com/office/drawing/2014/main" id="{98732BD3-7687-3964-C382-BE79A166885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6" name="Freeform 13">
              <a:extLst>
                <a:ext uri="{FF2B5EF4-FFF2-40B4-BE49-F238E27FC236}">
                  <a16:creationId xmlns:a16="http://schemas.microsoft.com/office/drawing/2014/main" id="{9F629670-5E2F-8BFA-0D73-6127F5336BE0}"/>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7" name="Freeform 14">
              <a:extLst>
                <a:ext uri="{FF2B5EF4-FFF2-40B4-BE49-F238E27FC236}">
                  <a16:creationId xmlns:a16="http://schemas.microsoft.com/office/drawing/2014/main" id="{9B99146A-4055-2125-3098-1EF0E51C585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2922106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GB" altLang="ja-JP" sz="800">
                <a:solidFill>
                  <a:schemeClr val="tx2"/>
                </a:solidFill>
                <a:latin typeface="+mn-lt"/>
                <a:cs typeface="Arial" charset="0"/>
              </a:rPr>
              <a:t>© Nokia</a:t>
            </a:r>
            <a:r>
              <a:rPr lang="en-GB" altLang="ja-JP" sz="800" baseline="0">
                <a:solidFill>
                  <a:schemeClr val="tx2"/>
                </a:solidFill>
                <a:latin typeface="+mn-lt"/>
                <a:cs typeface="Arial" charset="0"/>
              </a:rPr>
              <a:t> 2025</a:t>
            </a:r>
            <a:endParaRPr lang="en-GB" altLang="ja-JP" sz="800">
              <a:solidFill>
                <a:schemeClr val="tx2"/>
              </a:solidFill>
              <a:latin typeface="+mn-lt"/>
              <a:cs typeface="Arial" charset="0"/>
            </a:endParaRP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5BE0D581-C1F6-D532-2C81-71B58C252B43}"/>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2162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GB" altLang="ja-JP" sz="800">
                <a:solidFill>
                  <a:schemeClr val="tx2"/>
                </a:solidFill>
                <a:latin typeface="+mn-lt"/>
                <a:cs typeface="Arial" charset="0"/>
              </a:rPr>
              <a:t>© Nokia</a:t>
            </a:r>
            <a:r>
              <a:rPr lang="en-GB" altLang="ja-JP" sz="800" baseline="0">
                <a:solidFill>
                  <a:schemeClr val="tx2"/>
                </a:solidFill>
                <a:latin typeface="+mn-lt"/>
                <a:cs typeface="Arial" charset="0"/>
              </a:rPr>
              <a:t> 2025</a:t>
            </a:r>
            <a:endParaRPr lang="en-GB" altLang="ja-JP" sz="800">
              <a:solidFill>
                <a:schemeClr val="tx2"/>
              </a:solidFill>
              <a:latin typeface="+mn-lt"/>
              <a:cs typeface="Arial" charset="0"/>
            </a:endParaRP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5BE0D581-C1F6-D532-2C81-71B58C252B43}"/>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62177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accent1"/>
                </a:solidFill>
                <a:latin typeface="Nokia Pure Headline Ultra Light" panose="020B0204020202020204" pitchFamily="34" charset="0"/>
              </a:defRPr>
            </a:lvl1pPr>
          </a:lstStyle>
          <a:p>
            <a:pPr lvl="0"/>
            <a:r>
              <a:rPr lang="en-US"/>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GB" altLang="ja-JP" sz="800">
                <a:solidFill>
                  <a:schemeClr val="tx2"/>
                </a:solidFill>
                <a:latin typeface="+mn-lt"/>
                <a:cs typeface="Arial" charset="0"/>
              </a:rPr>
              <a:t>© Nokia</a:t>
            </a:r>
            <a:r>
              <a:rPr lang="en-GB" altLang="ja-JP" sz="800" baseline="0">
                <a:solidFill>
                  <a:schemeClr val="tx2"/>
                </a:solidFill>
                <a:latin typeface="+mn-lt"/>
                <a:cs typeface="Arial" charset="0"/>
              </a:rPr>
              <a:t> 2025</a:t>
            </a:r>
            <a:endParaRPr lang="en-GB" altLang="ja-JP" sz="800">
              <a:solidFill>
                <a:schemeClr val="tx2"/>
              </a:solidFill>
              <a:latin typeface="+mn-lt"/>
              <a:cs typeface="Arial" charset="0"/>
            </a:endParaRP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D9E83A83-9695-3236-1E22-B800EBB14F54}"/>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93177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2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818169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192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44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960">
                <a:solidFill>
                  <a:schemeClr val="tx2"/>
                </a:solidFill>
              </a:defRPr>
            </a:lvl1pPr>
            <a:lvl2pPr marL="180000" indent="0">
              <a:lnSpc>
                <a:spcPct val="100000"/>
              </a:lnSpc>
              <a:spcBef>
                <a:spcPts val="0"/>
              </a:spcBef>
              <a:spcAft>
                <a:spcPts val="600"/>
              </a:spcAft>
              <a:buSzPct val="70000"/>
              <a:buNone/>
              <a:defRPr sz="960">
                <a:solidFill>
                  <a:schemeClr val="tx2"/>
                </a:solidFill>
              </a:defRPr>
            </a:lvl2pPr>
            <a:lvl3pPr marL="360000" indent="0">
              <a:lnSpc>
                <a:spcPct val="100000"/>
              </a:lnSpc>
              <a:spcBef>
                <a:spcPts val="0"/>
              </a:spcBef>
              <a:spcAft>
                <a:spcPts val="600"/>
              </a:spcAft>
              <a:buSzPct val="70000"/>
              <a:buNone/>
              <a:defRPr sz="960">
                <a:solidFill>
                  <a:schemeClr val="tx2"/>
                </a:solidFill>
              </a:defRPr>
            </a:lvl3pPr>
            <a:lvl4pPr marL="540000" indent="0">
              <a:lnSpc>
                <a:spcPct val="100000"/>
              </a:lnSpc>
              <a:spcBef>
                <a:spcPts val="0"/>
              </a:spcBef>
              <a:spcAft>
                <a:spcPts val="600"/>
              </a:spcAft>
              <a:buSzPct val="70000"/>
              <a:buNone/>
              <a:defRPr sz="960">
                <a:solidFill>
                  <a:schemeClr val="tx2"/>
                </a:solidFill>
              </a:defRPr>
            </a:lvl4pPr>
            <a:lvl5pPr marL="720000" indent="0">
              <a:lnSpc>
                <a:spcPct val="100000"/>
              </a:lnSpc>
              <a:spcBef>
                <a:spcPts val="0"/>
              </a:spcBef>
              <a:spcAft>
                <a:spcPts val="600"/>
              </a:spcAft>
              <a:buSzPct val="70000"/>
              <a:buNone/>
              <a:defRPr sz="960">
                <a:solidFill>
                  <a:schemeClr val="tx2"/>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3" name="Graphic 2">
            <a:extLst>
              <a:ext uri="{FF2B5EF4-FFF2-40B4-BE49-F238E27FC236}">
                <a16:creationId xmlns:a16="http://schemas.microsoft.com/office/drawing/2014/main" id="{752AD69E-8972-FFEB-3CDF-810FC2C15BE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31A68076-E163-16F0-6643-612506DC25C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a:t>
            </a:r>
            <a:r>
              <a:rPr lang="en-US" altLang="ja-JP"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5</a:t>
            </a:r>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440" kern="1200">
                <a:solidFill>
                  <a:schemeClr val="tx1"/>
                </a:solidFill>
                <a:latin typeface="+mn-lt"/>
                <a:ea typeface="+mn-ea"/>
                <a:cs typeface="+mn-cs"/>
              </a:defRPr>
            </a:lvl2pPr>
            <a:lvl3pPr marL="914400" algn="l" defTabSz="914400" rtl="0" eaLnBrk="1" latinLnBrk="0" hangingPunct="1">
              <a:defRPr sz="1440" kern="1200">
                <a:solidFill>
                  <a:schemeClr val="tx1"/>
                </a:solidFill>
                <a:latin typeface="+mn-lt"/>
                <a:ea typeface="+mn-ea"/>
                <a:cs typeface="+mn-cs"/>
              </a:defRPr>
            </a:lvl3pPr>
            <a:lvl4pPr marL="1371600" algn="l" defTabSz="914400" rtl="0" eaLnBrk="1" latinLnBrk="0" hangingPunct="1">
              <a:defRPr sz="1440" kern="1200">
                <a:solidFill>
                  <a:schemeClr val="tx1"/>
                </a:solidFill>
                <a:latin typeface="+mn-lt"/>
                <a:ea typeface="+mn-ea"/>
                <a:cs typeface="+mn-cs"/>
              </a:defRPr>
            </a:lvl4pPr>
            <a:lvl5pPr marL="1828800" algn="l" defTabSz="914400" rtl="0" eaLnBrk="1" latinLnBrk="0" hangingPunct="1">
              <a:defRPr sz="1440" kern="1200">
                <a:solidFill>
                  <a:schemeClr val="tx1"/>
                </a:solidFill>
                <a:latin typeface="+mn-lt"/>
                <a:ea typeface="+mn-ea"/>
                <a:cs typeface="+mn-cs"/>
              </a:defRPr>
            </a:lvl5pPr>
            <a:lvl6pPr marL="2286000" algn="l" defTabSz="914400" rtl="0" eaLnBrk="1" latinLnBrk="0" hangingPunct="1">
              <a:defRPr sz="1440" kern="1200">
                <a:solidFill>
                  <a:schemeClr val="tx1"/>
                </a:solidFill>
                <a:latin typeface="+mn-lt"/>
                <a:ea typeface="+mn-ea"/>
                <a:cs typeface="+mn-cs"/>
              </a:defRPr>
            </a:lvl6pPr>
            <a:lvl7pPr marL="2743200" algn="l" defTabSz="914400" rtl="0" eaLnBrk="1" latinLnBrk="0" hangingPunct="1">
              <a:defRPr sz="1440" kern="1200">
                <a:solidFill>
                  <a:schemeClr val="tx1"/>
                </a:solidFill>
                <a:latin typeface="+mn-lt"/>
                <a:ea typeface="+mn-ea"/>
                <a:cs typeface="+mn-cs"/>
              </a:defRPr>
            </a:lvl7pPr>
            <a:lvl8pPr marL="3200400" algn="l" defTabSz="914400" rtl="0" eaLnBrk="1" latinLnBrk="0" hangingPunct="1">
              <a:defRPr sz="1440" kern="1200">
                <a:solidFill>
                  <a:schemeClr val="tx1"/>
                </a:solidFill>
                <a:latin typeface="+mn-lt"/>
                <a:ea typeface="+mn-ea"/>
                <a:cs typeface="+mn-cs"/>
              </a:defRPr>
            </a:lvl8pPr>
            <a:lvl9pPr marL="3657600" algn="l" defTabSz="914400" rtl="0" eaLnBrk="1" latinLnBrk="0" hangingPunct="1">
              <a:defRPr sz="144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Tree>
    <p:extLst>
      <p:ext uri="{BB962C8B-B14F-4D97-AF65-F5344CB8AC3E}">
        <p14:creationId xmlns:p14="http://schemas.microsoft.com/office/powerpoint/2010/main" val="12941606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320" baseline="0">
                <a:solidFill>
                  <a:schemeClr val="accent1"/>
                </a:solidFill>
                <a:latin typeface="Nokia Pure Headline Ultra Light" panose="020B0204020202020204" pitchFamily="34" charset="0"/>
              </a:defRPr>
            </a:lvl1pPr>
          </a:lstStyle>
          <a:p>
            <a:pPr lvl="0"/>
            <a:r>
              <a:rPr lang="en-US"/>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a:t>
            </a:r>
            <a:r>
              <a:rPr lang="en-US" altLang="ja-JP"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5</a:t>
            </a:r>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440" kern="1200">
                <a:solidFill>
                  <a:schemeClr val="tx1"/>
                </a:solidFill>
                <a:latin typeface="+mn-lt"/>
                <a:ea typeface="+mn-ea"/>
                <a:cs typeface="+mn-cs"/>
              </a:defRPr>
            </a:lvl2pPr>
            <a:lvl3pPr marL="914400" algn="l" defTabSz="914400" rtl="0" eaLnBrk="1" latinLnBrk="0" hangingPunct="1">
              <a:defRPr sz="1440" kern="1200">
                <a:solidFill>
                  <a:schemeClr val="tx1"/>
                </a:solidFill>
                <a:latin typeface="+mn-lt"/>
                <a:ea typeface="+mn-ea"/>
                <a:cs typeface="+mn-cs"/>
              </a:defRPr>
            </a:lvl3pPr>
            <a:lvl4pPr marL="1371600" algn="l" defTabSz="914400" rtl="0" eaLnBrk="1" latinLnBrk="0" hangingPunct="1">
              <a:defRPr sz="1440" kern="1200">
                <a:solidFill>
                  <a:schemeClr val="tx1"/>
                </a:solidFill>
                <a:latin typeface="+mn-lt"/>
                <a:ea typeface="+mn-ea"/>
                <a:cs typeface="+mn-cs"/>
              </a:defRPr>
            </a:lvl4pPr>
            <a:lvl5pPr marL="1828800" algn="l" defTabSz="914400" rtl="0" eaLnBrk="1" latinLnBrk="0" hangingPunct="1">
              <a:defRPr sz="1440" kern="1200">
                <a:solidFill>
                  <a:schemeClr val="tx1"/>
                </a:solidFill>
                <a:latin typeface="+mn-lt"/>
                <a:ea typeface="+mn-ea"/>
                <a:cs typeface="+mn-cs"/>
              </a:defRPr>
            </a:lvl5pPr>
            <a:lvl6pPr marL="2286000" algn="l" defTabSz="914400" rtl="0" eaLnBrk="1" latinLnBrk="0" hangingPunct="1">
              <a:defRPr sz="1440" kern="1200">
                <a:solidFill>
                  <a:schemeClr val="tx1"/>
                </a:solidFill>
                <a:latin typeface="+mn-lt"/>
                <a:ea typeface="+mn-ea"/>
                <a:cs typeface="+mn-cs"/>
              </a:defRPr>
            </a:lvl6pPr>
            <a:lvl7pPr marL="2743200" algn="l" defTabSz="914400" rtl="0" eaLnBrk="1" latinLnBrk="0" hangingPunct="1">
              <a:defRPr sz="1440" kern="1200">
                <a:solidFill>
                  <a:schemeClr val="tx1"/>
                </a:solidFill>
                <a:latin typeface="+mn-lt"/>
                <a:ea typeface="+mn-ea"/>
                <a:cs typeface="+mn-cs"/>
              </a:defRPr>
            </a:lvl7pPr>
            <a:lvl8pPr marL="3200400" algn="l" defTabSz="914400" rtl="0" eaLnBrk="1" latinLnBrk="0" hangingPunct="1">
              <a:defRPr sz="1440" kern="1200">
                <a:solidFill>
                  <a:schemeClr val="tx1"/>
                </a:solidFill>
                <a:latin typeface="+mn-lt"/>
                <a:ea typeface="+mn-ea"/>
                <a:cs typeface="+mn-cs"/>
              </a:defRPr>
            </a:lvl8pPr>
            <a:lvl9pPr marL="3657600" algn="l" defTabSz="914400" rtl="0" eaLnBrk="1" latinLnBrk="0" hangingPunct="1">
              <a:defRPr sz="144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280"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ltLang="ja-JP"/>
              <a:t>Click to edit Master text styles</a:t>
            </a:r>
          </a:p>
        </p:txBody>
      </p:sp>
    </p:spTree>
    <p:extLst>
      <p:ext uri="{BB962C8B-B14F-4D97-AF65-F5344CB8AC3E}">
        <p14:creationId xmlns:p14="http://schemas.microsoft.com/office/powerpoint/2010/main" val="22442336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5144400" cy="51444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88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4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12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96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8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72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64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56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48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accent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4" name="TextBox 23">
            <a:extLst>
              <a:ext uri="{FF2B5EF4-FFF2-40B4-BE49-F238E27FC236}">
                <a16:creationId xmlns:a16="http://schemas.microsoft.com/office/drawing/2014/main" id="{EE447E57-9E3B-2030-9902-A8BA6E7583E4}"/>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440" kern="1200">
                <a:solidFill>
                  <a:schemeClr val="tx1"/>
                </a:solidFill>
                <a:latin typeface="+mn-lt"/>
                <a:ea typeface="+mn-ea"/>
                <a:cs typeface="+mn-cs"/>
              </a:defRPr>
            </a:lvl2pPr>
            <a:lvl3pPr marL="914400" algn="l" defTabSz="914400" rtl="0" eaLnBrk="1" latinLnBrk="0" hangingPunct="1">
              <a:defRPr sz="1440" kern="1200">
                <a:solidFill>
                  <a:schemeClr val="tx1"/>
                </a:solidFill>
                <a:latin typeface="+mn-lt"/>
                <a:ea typeface="+mn-ea"/>
                <a:cs typeface="+mn-cs"/>
              </a:defRPr>
            </a:lvl3pPr>
            <a:lvl4pPr marL="1371600" algn="l" defTabSz="914400" rtl="0" eaLnBrk="1" latinLnBrk="0" hangingPunct="1">
              <a:defRPr sz="1440" kern="1200">
                <a:solidFill>
                  <a:schemeClr val="tx1"/>
                </a:solidFill>
                <a:latin typeface="+mn-lt"/>
                <a:ea typeface="+mn-ea"/>
                <a:cs typeface="+mn-cs"/>
              </a:defRPr>
            </a:lvl4pPr>
            <a:lvl5pPr marL="1828800" algn="l" defTabSz="914400" rtl="0" eaLnBrk="1" latinLnBrk="0" hangingPunct="1">
              <a:defRPr sz="1440" kern="1200">
                <a:solidFill>
                  <a:schemeClr val="tx1"/>
                </a:solidFill>
                <a:latin typeface="+mn-lt"/>
                <a:ea typeface="+mn-ea"/>
                <a:cs typeface="+mn-cs"/>
              </a:defRPr>
            </a:lvl5pPr>
            <a:lvl6pPr marL="2286000" algn="l" defTabSz="914400" rtl="0" eaLnBrk="1" latinLnBrk="0" hangingPunct="1">
              <a:defRPr sz="1440" kern="1200">
                <a:solidFill>
                  <a:schemeClr val="tx1"/>
                </a:solidFill>
                <a:latin typeface="+mn-lt"/>
                <a:ea typeface="+mn-ea"/>
                <a:cs typeface="+mn-cs"/>
              </a:defRPr>
            </a:lvl6pPr>
            <a:lvl7pPr marL="2743200" algn="l" defTabSz="914400" rtl="0" eaLnBrk="1" latinLnBrk="0" hangingPunct="1">
              <a:defRPr sz="1440" kern="1200">
                <a:solidFill>
                  <a:schemeClr val="tx1"/>
                </a:solidFill>
                <a:latin typeface="+mn-lt"/>
                <a:ea typeface="+mn-ea"/>
                <a:cs typeface="+mn-cs"/>
              </a:defRPr>
            </a:lvl7pPr>
            <a:lvl8pPr marL="3200400" algn="l" defTabSz="914400" rtl="0" eaLnBrk="1" latinLnBrk="0" hangingPunct="1">
              <a:defRPr sz="1440" kern="1200">
                <a:solidFill>
                  <a:schemeClr val="tx1"/>
                </a:solidFill>
                <a:latin typeface="+mn-lt"/>
                <a:ea typeface="+mn-ea"/>
                <a:cs typeface="+mn-cs"/>
              </a:defRPr>
            </a:lvl8pPr>
            <a:lvl9pPr marL="3657600" algn="l" defTabSz="914400" rtl="0" eaLnBrk="1" latinLnBrk="0" hangingPunct="1">
              <a:defRPr sz="144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2" name="Straight Connector 1">
            <a:extLst>
              <a:ext uri="{FF2B5EF4-FFF2-40B4-BE49-F238E27FC236}">
                <a16:creationId xmlns:a16="http://schemas.microsoft.com/office/drawing/2014/main" id="{9050AC5B-86A1-B82E-33A3-29360CC407B2}"/>
              </a:ext>
            </a:extLst>
          </p:cNvPr>
          <p:cNvCxnSpPr>
            <a:cxnSpLocks/>
          </p:cNvCxnSpPr>
          <p:nvPr userDrawn="1"/>
        </p:nvCxnSpPr>
        <p:spPr>
          <a:xfrm>
            <a:off x="6278509"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93012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grpSp>
        <p:nvGrpSpPr>
          <p:cNvPr id="2" name="Graphic 3">
            <a:extLst>
              <a:ext uri="{FF2B5EF4-FFF2-40B4-BE49-F238E27FC236}">
                <a16:creationId xmlns:a16="http://schemas.microsoft.com/office/drawing/2014/main" id="{46DC4F6B-8D28-1514-E83F-9C8BC35CC881}"/>
              </a:ext>
            </a:extLst>
          </p:cNvPr>
          <p:cNvGrpSpPr/>
          <p:nvPr userDrawn="1"/>
        </p:nvGrpSpPr>
        <p:grpSpPr>
          <a:xfrm>
            <a:off x="1833317" y="1954988"/>
            <a:ext cx="5477366" cy="1233523"/>
            <a:chOff x="469958" y="1647414"/>
            <a:chExt cx="8205029" cy="1847802"/>
          </a:xfrm>
          <a:solidFill>
            <a:schemeClr val="accent1"/>
          </a:solidFill>
        </p:grpSpPr>
        <p:sp>
          <p:nvSpPr>
            <p:cNvPr id="3" name="Freeform 10">
              <a:extLst>
                <a:ext uri="{FF2B5EF4-FFF2-40B4-BE49-F238E27FC236}">
                  <a16:creationId xmlns:a16="http://schemas.microsoft.com/office/drawing/2014/main" id="{528AAC0C-F8F7-997C-49C5-2DDCFFEF4C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4" name="Freeform 11">
              <a:extLst>
                <a:ext uri="{FF2B5EF4-FFF2-40B4-BE49-F238E27FC236}">
                  <a16:creationId xmlns:a16="http://schemas.microsoft.com/office/drawing/2014/main" id="{709A296F-6430-7EEE-74D0-2B39CDE8E8CE}"/>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5" name="Freeform 12">
              <a:extLst>
                <a:ext uri="{FF2B5EF4-FFF2-40B4-BE49-F238E27FC236}">
                  <a16:creationId xmlns:a16="http://schemas.microsoft.com/office/drawing/2014/main" id="{98732BD3-7687-3964-C382-BE79A166885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6" name="Freeform 13">
              <a:extLst>
                <a:ext uri="{FF2B5EF4-FFF2-40B4-BE49-F238E27FC236}">
                  <a16:creationId xmlns:a16="http://schemas.microsoft.com/office/drawing/2014/main" id="{9F629670-5E2F-8BFA-0D73-6127F5336BE0}"/>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7" name="Freeform 14">
              <a:extLst>
                <a:ext uri="{FF2B5EF4-FFF2-40B4-BE49-F238E27FC236}">
                  <a16:creationId xmlns:a16="http://schemas.microsoft.com/office/drawing/2014/main" id="{9B99146A-4055-2125-3098-1EF0E51C585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0226133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192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44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GB" altLang="ja-JP" sz="800">
                <a:solidFill>
                  <a:schemeClr val="tx2"/>
                </a:solidFill>
                <a:latin typeface="+mn-lt"/>
                <a:cs typeface="Arial" charset="0"/>
              </a:rPr>
              <a:t>© Nokia</a:t>
            </a:r>
            <a:r>
              <a:rPr lang="en-GB" altLang="ja-JP" sz="800" baseline="0">
                <a:solidFill>
                  <a:schemeClr val="tx2"/>
                </a:solidFill>
                <a:latin typeface="+mn-lt"/>
                <a:cs typeface="Arial" charset="0"/>
              </a:rPr>
              <a:t> 2025</a:t>
            </a:r>
            <a:endParaRPr lang="en-GB" altLang="ja-JP" sz="800">
              <a:solidFill>
                <a:schemeClr val="tx2"/>
              </a:solidFill>
              <a:latin typeface="+mn-lt"/>
              <a:cs typeface="Arial" charset="0"/>
            </a:endParaRP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440" kern="1200">
                <a:solidFill>
                  <a:schemeClr val="tx1"/>
                </a:solidFill>
                <a:latin typeface="+mn-lt"/>
                <a:ea typeface="+mn-ea"/>
                <a:cs typeface="+mn-cs"/>
              </a:defRPr>
            </a:lvl2pPr>
            <a:lvl3pPr marL="914400" algn="l" defTabSz="914400" rtl="0" eaLnBrk="1" latinLnBrk="0" hangingPunct="1">
              <a:defRPr sz="1440" kern="1200">
                <a:solidFill>
                  <a:schemeClr val="tx1"/>
                </a:solidFill>
                <a:latin typeface="+mn-lt"/>
                <a:ea typeface="+mn-ea"/>
                <a:cs typeface="+mn-cs"/>
              </a:defRPr>
            </a:lvl3pPr>
            <a:lvl4pPr marL="1371600" algn="l" defTabSz="914400" rtl="0" eaLnBrk="1" latinLnBrk="0" hangingPunct="1">
              <a:defRPr sz="1440" kern="1200">
                <a:solidFill>
                  <a:schemeClr val="tx1"/>
                </a:solidFill>
                <a:latin typeface="+mn-lt"/>
                <a:ea typeface="+mn-ea"/>
                <a:cs typeface="+mn-cs"/>
              </a:defRPr>
            </a:lvl4pPr>
            <a:lvl5pPr marL="1828800" algn="l" defTabSz="914400" rtl="0" eaLnBrk="1" latinLnBrk="0" hangingPunct="1">
              <a:defRPr sz="1440" kern="1200">
                <a:solidFill>
                  <a:schemeClr val="tx1"/>
                </a:solidFill>
                <a:latin typeface="+mn-lt"/>
                <a:ea typeface="+mn-ea"/>
                <a:cs typeface="+mn-cs"/>
              </a:defRPr>
            </a:lvl5pPr>
            <a:lvl6pPr marL="2286000" algn="l" defTabSz="914400" rtl="0" eaLnBrk="1" latinLnBrk="0" hangingPunct="1">
              <a:defRPr sz="1440" kern="1200">
                <a:solidFill>
                  <a:schemeClr val="tx1"/>
                </a:solidFill>
                <a:latin typeface="+mn-lt"/>
                <a:ea typeface="+mn-ea"/>
                <a:cs typeface="+mn-cs"/>
              </a:defRPr>
            </a:lvl6pPr>
            <a:lvl7pPr marL="2743200" algn="l" defTabSz="914400" rtl="0" eaLnBrk="1" latinLnBrk="0" hangingPunct="1">
              <a:defRPr sz="1440" kern="1200">
                <a:solidFill>
                  <a:schemeClr val="tx1"/>
                </a:solidFill>
                <a:latin typeface="+mn-lt"/>
                <a:ea typeface="+mn-ea"/>
                <a:cs typeface="+mn-cs"/>
              </a:defRPr>
            </a:lvl7pPr>
            <a:lvl8pPr marL="3200400" algn="l" defTabSz="914400" rtl="0" eaLnBrk="1" latinLnBrk="0" hangingPunct="1">
              <a:defRPr sz="1440" kern="1200">
                <a:solidFill>
                  <a:schemeClr val="tx1"/>
                </a:solidFill>
                <a:latin typeface="+mn-lt"/>
                <a:ea typeface="+mn-ea"/>
                <a:cs typeface="+mn-cs"/>
              </a:defRPr>
            </a:lvl8pPr>
            <a:lvl9pPr marL="3657600" algn="l" defTabSz="914400" rtl="0" eaLnBrk="1" latinLnBrk="0" hangingPunct="1">
              <a:defRPr sz="144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64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5BE0D581-C1F6-D532-2C81-71B58C252B43}"/>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09785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192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44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GB" altLang="ja-JP" sz="800">
                <a:solidFill>
                  <a:schemeClr val="tx2"/>
                </a:solidFill>
                <a:latin typeface="+mn-lt"/>
                <a:cs typeface="Arial" charset="0"/>
              </a:rPr>
              <a:t>© Nokia</a:t>
            </a:r>
            <a:r>
              <a:rPr lang="en-GB" altLang="ja-JP" sz="800" baseline="0">
                <a:solidFill>
                  <a:schemeClr val="tx2"/>
                </a:solidFill>
                <a:latin typeface="+mn-lt"/>
                <a:cs typeface="Arial" charset="0"/>
              </a:rPr>
              <a:t> 2025</a:t>
            </a:r>
            <a:endParaRPr lang="en-GB" altLang="ja-JP" sz="800">
              <a:solidFill>
                <a:schemeClr val="tx2"/>
              </a:solidFill>
              <a:latin typeface="+mn-lt"/>
              <a:cs typeface="Arial" charset="0"/>
            </a:endParaRP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440" kern="1200">
                <a:solidFill>
                  <a:schemeClr val="tx1"/>
                </a:solidFill>
                <a:latin typeface="+mn-lt"/>
                <a:ea typeface="+mn-ea"/>
                <a:cs typeface="+mn-cs"/>
              </a:defRPr>
            </a:lvl2pPr>
            <a:lvl3pPr marL="914400" algn="l" defTabSz="914400" rtl="0" eaLnBrk="1" latinLnBrk="0" hangingPunct="1">
              <a:defRPr sz="1440" kern="1200">
                <a:solidFill>
                  <a:schemeClr val="tx1"/>
                </a:solidFill>
                <a:latin typeface="+mn-lt"/>
                <a:ea typeface="+mn-ea"/>
                <a:cs typeface="+mn-cs"/>
              </a:defRPr>
            </a:lvl3pPr>
            <a:lvl4pPr marL="1371600" algn="l" defTabSz="914400" rtl="0" eaLnBrk="1" latinLnBrk="0" hangingPunct="1">
              <a:defRPr sz="1440" kern="1200">
                <a:solidFill>
                  <a:schemeClr val="tx1"/>
                </a:solidFill>
                <a:latin typeface="+mn-lt"/>
                <a:ea typeface="+mn-ea"/>
                <a:cs typeface="+mn-cs"/>
              </a:defRPr>
            </a:lvl4pPr>
            <a:lvl5pPr marL="1828800" algn="l" defTabSz="914400" rtl="0" eaLnBrk="1" latinLnBrk="0" hangingPunct="1">
              <a:defRPr sz="1440" kern="1200">
                <a:solidFill>
                  <a:schemeClr val="tx1"/>
                </a:solidFill>
                <a:latin typeface="+mn-lt"/>
                <a:ea typeface="+mn-ea"/>
                <a:cs typeface="+mn-cs"/>
              </a:defRPr>
            </a:lvl5pPr>
            <a:lvl6pPr marL="2286000" algn="l" defTabSz="914400" rtl="0" eaLnBrk="1" latinLnBrk="0" hangingPunct="1">
              <a:defRPr sz="1440" kern="1200">
                <a:solidFill>
                  <a:schemeClr val="tx1"/>
                </a:solidFill>
                <a:latin typeface="+mn-lt"/>
                <a:ea typeface="+mn-ea"/>
                <a:cs typeface="+mn-cs"/>
              </a:defRPr>
            </a:lvl6pPr>
            <a:lvl7pPr marL="2743200" algn="l" defTabSz="914400" rtl="0" eaLnBrk="1" latinLnBrk="0" hangingPunct="1">
              <a:defRPr sz="1440" kern="1200">
                <a:solidFill>
                  <a:schemeClr val="tx1"/>
                </a:solidFill>
                <a:latin typeface="+mn-lt"/>
                <a:ea typeface="+mn-ea"/>
                <a:cs typeface="+mn-cs"/>
              </a:defRPr>
            </a:lvl7pPr>
            <a:lvl8pPr marL="3200400" algn="l" defTabSz="914400" rtl="0" eaLnBrk="1" latinLnBrk="0" hangingPunct="1">
              <a:defRPr sz="1440" kern="1200">
                <a:solidFill>
                  <a:schemeClr val="tx1"/>
                </a:solidFill>
                <a:latin typeface="+mn-lt"/>
                <a:ea typeface="+mn-ea"/>
                <a:cs typeface="+mn-cs"/>
              </a:defRPr>
            </a:lvl8pPr>
            <a:lvl9pPr marL="3657600" algn="l" defTabSz="914400" rtl="0" eaLnBrk="1" latinLnBrk="0" hangingPunct="1">
              <a:defRPr sz="144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64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5BE0D581-C1F6-D532-2C81-71B58C252B43}"/>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7404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320" baseline="0">
                <a:solidFill>
                  <a:schemeClr val="accent1"/>
                </a:solidFill>
                <a:latin typeface="Nokia Pure Headline Ultra Light" panose="020B0204020202020204" pitchFamily="34" charset="0"/>
              </a:defRPr>
            </a:lvl1pPr>
          </a:lstStyle>
          <a:p>
            <a:pPr lvl="0"/>
            <a:r>
              <a:rPr lang="en-US"/>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GB" altLang="ja-JP" sz="800">
                <a:solidFill>
                  <a:schemeClr val="tx2"/>
                </a:solidFill>
                <a:latin typeface="+mn-lt"/>
                <a:cs typeface="Arial" charset="0"/>
              </a:rPr>
              <a:t>© Nokia</a:t>
            </a:r>
            <a:r>
              <a:rPr lang="en-GB" altLang="ja-JP" sz="800" baseline="0">
                <a:solidFill>
                  <a:schemeClr val="tx2"/>
                </a:solidFill>
                <a:latin typeface="+mn-lt"/>
                <a:cs typeface="Arial" charset="0"/>
              </a:rPr>
              <a:t> 2025</a:t>
            </a:r>
            <a:endParaRPr lang="en-GB" altLang="ja-JP" sz="800">
              <a:solidFill>
                <a:schemeClr val="tx2"/>
              </a:solidFill>
              <a:latin typeface="+mn-lt"/>
              <a:cs typeface="Arial" charset="0"/>
            </a:endParaRP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440" kern="1200">
                <a:solidFill>
                  <a:schemeClr val="tx1"/>
                </a:solidFill>
                <a:latin typeface="+mn-lt"/>
                <a:ea typeface="+mn-ea"/>
                <a:cs typeface="+mn-cs"/>
              </a:defRPr>
            </a:lvl2pPr>
            <a:lvl3pPr marL="914400" algn="l" defTabSz="914400" rtl="0" eaLnBrk="1" latinLnBrk="0" hangingPunct="1">
              <a:defRPr sz="1440" kern="1200">
                <a:solidFill>
                  <a:schemeClr val="tx1"/>
                </a:solidFill>
                <a:latin typeface="+mn-lt"/>
                <a:ea typeface="+mn-ea"/>
                <a:cs typeface="+mn-cs"/>
              </a:defRPr>
            </a:lvl3pPr>
            <a:lvl4pPr marL="1371600" algn="l" defTabSz="914400" rtl="0" eaLnBrk="1" latinLnBrk="0" hangingPunct="1">
              <a:defRPr sz="1440" kern="1200">
                <a:solidFill>
                  <a:schemeClr val="tx1"/>
                </a:solidFill>
                <a:latin typeface="+mn-lt"/>
                <a:ea typeface="+mn-ea"/>
                <a:cs typeface="+mn-cs"/>
              </a:defRPr>
            </a:lvl4pPr>
            <a:lvl5pPr marL="1828800" algn="l" defTabSz="914400" rtl="0" eaLnBrk="1" latinLnBrk="0" hangingPunct="1">
              <a:defRPr sz="1440" kern="1200">
                <a:solidFill>
                  <a:schemeClr val="tx1"/>
                </a:solidFill>
                <a:latin typeface="+mn-lt"/>
                <a:ea typeface="+mn-ea"/>
                <a:cs typeface="+mn-cs"/>
              </a:defRPr>
            </a:lvl5pPr>
            <a:lvl6pPr marL="2286000" algn="l" defTabSz="914400" rtl="0" eaLnBrk="1" latinLnBrk="0" hangingPunct="1">
              <a:defRPr sz="1440" kern="1200">
                <a:solidFill>
                  <a:schemeClr val="tx1"/>
                </a:solidFill>
                <a:latin typeface="+mn-lt"/>
                <a:ea typeface="+mn-ea"/>
                <a:cs typeface="+mn-cs"/>
              </a:defRPr>
            </a:lvl6pPr>
            <a:lvl7pPr marL="2743200" algn="l" defTabSz="914400" rtl="0" eaLnBrk="1" latinLnBrk="0" hangingPunct="1">
              <a:defRPr sz="1440" kern="1200">
                <a:solidFill>
                  <a:schemeClr val="tx1"/>
                </a:solidFill>
                <a:latin typeface="+mn-lt"/>
                <a:ea typeface="+mn-ea"/>
                <a:cs typeface="+mn-cs"/>
              </a:defRPr>
            </a:lvl7pPr>
            <a:lvl8pPr marL="3200400" algn="l" defTabSz="914400" rtl="0" eaLnBrk="1" latinLnBrk="0" hangingPunct="1">
              <a:defRPr sz="1440" kern="1200">
                <a:solidFill>
                  <a:schemeClr val="tx1"/>
                </a:solidFill>
                <a:latin typeface="+mn-lt"/>
                <a:ea typeface="+mn-ea"/>
                <a:cs typeface="+mn-cs"/>
              </a:defRPr>
            </a:lvl8pPr>
            <a:lvl9pPr marL="3657600" algn="l" defTabSz="914400" rtl="0" eaLnBrk="1" latinLnBrk="0" hangingPunct="1">
              <a:defRPr sz="144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64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280"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D9E83A83-9695-3236-1E22-B800EBB14F54}"/>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370754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2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192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44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0702448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1536"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152"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640" kern="1200">
                <a:solidFill>
                  <a:schemeClr val="bg1"/>
                </a:solidFill>
                <a:latin typeface="+mn-lt"/>
                <a:ea typeface="+mn-ea"/>
                <a:cs typeface="+mn-cs"/>
              </a:defRPr>
            </a:lvl1pPr>
            <a:lvl2pPr marL="457200" algn="l" defTabSz="914400" rtl="0" eaLnBrk="1" latinLnBrk="0" hangingPunct="1">
              <a:defRPr sz="1152" kern="1200">
                <a:solidFill>
                  <a:schemeClr val="tx1"/>
                </a:solidFill>
                <a:latin typeface="+mn-lt"/>
                <a:ea typeface="+mn-ea"/>
                <a:cs typeface="+mn-cs"/>
              </a:defRPr>
            </a:lvl2pPr>
            <a:lvl3pPr marL="914400" algn="l" defTabSz="914400" rtl="0" eaLnBrk="1" latinLnBrk="0" hangingPunct="1">
              <a:defRPr sz="1152" kern="1200">
                <a:solidFill>
                  <a:schemeClr val="tx1"/>
                </a:solidFill>
                <a:latin typeface="+mn-lt"/>
                <a:ea typeface="+mn-ea"/>
                <a:cs typeface="+mn-cs"/>
              </a:defRPr>
            </a:lvl3pPr>
            <a:lvl4pPr marL="1371600" algn="l" defTabSz="914400" rtl="0" eaLnBrk="1" latinLnBrk="0" hangingPunct="1">
              <a:defRPr sz="1152" kern="1200">
                <a:solidFill>
                  <a:schemeClr val="tx1"/>
                </a:solidFill>
                <a:latin typeface="+mn-lt"/>
                <a:ea typeface="+mn-ea"/>
                <a:cs typeface="+mn-cs"/>
              </a:defRPr>
            </a:lvl4pPr>
            <a:lvl5pPr marL="1828800" algn="l" defTabSz="914400" rtl="0" eaLnBrk="1" latinLnBrk="0" hangingPunct="1">
              <a:defRPr sz="1152" kern="1200">
                <a:solidFill>
                  <a:schemeClr val="tx1"/>
                </a:solidFill>
                <a:latin typeface="+mn-lt"/>
                <a:ea typeface="+mn-ea"/>
                <a:cs typeface="+mn-cs"/>
              </a:defRPr>
            </a:lvl5pPr>
            <a:lvl6pPr marL="2286000" algn="l" defTabSz="914400" rtl="0" eaLnBrk="1" latinLnBrk="0" hangingPunct="1">
              <a:defRPr sz="1152" kern="1200">
                <a:solidFill>
                  <a:schemeClr val="tx1"/>
                </a:solidFill>
                <a:latin typeface="+mn-lt"/>
                <a:ea typeface="+mn-ea"/>
                <a:cs typeface="+mn-cs"/>
              </a:defRPr>
            </a:lvl6pPr>
            <a:lvl7pPr marL="2743200" algn="l" defTabSz="914400" rtl="0" eaLnBrk="1" latinLnBrk="0" hangingPunct="1">
              <a:defRPr sz="1152" kern="1200">
                <a:solidFill>
                  <a:schemeClr val="tx1"/>
                </a:solidFill>
                <a:latin typeface="+mn-lt"/>
                <a:ea typeface="+mn-ea"/>
                <a:cs typeface="+mn-cs"/>
              </a:defRPr>
            </a:lvl7pPr>
            <a:lvl8pPr marL="3200400" algn="l" defTabSz="914400" rtl="0" eaLnBrk="1" latinLnBrk="0" hangingPunct="1">
              <a:defRPr sz="1152" kern="1200">
                <a:solidFill>
                  <a:schemeClr val="tx1"/>
                </a:solidFill>
                <a:latin typeface="+mn-lt"/>
                <a:ea typeface="+mn-ea"/>
                <a:cs typeface="+mn-cs"/>
              </a:defRPr>
            </a:lvl8pPr>
            <a:lvl9pPr marL="3657600" algn="l" defTabSz="914400" rtl="0" eaLnBrk="1" latinLnBrk="0" hangingPunct="1">
              <a:defRPr sz="1152"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512"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5BE0D581-C1F6-D532-2C81-71B58C252B43}"/>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5090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1.1 - Blank">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0" name="TextBox 9">
            <a:extLst>
              <a:ext uri="{FF2B5EF4-FFF2-40B4-BE49-F238E27FC236}">
                <a16:creationId xmlns:a16="http://schemas.microsoft.com/office/drawing/2014/main" id="{A2CC8E39-9A4E-A4DF-F50E-11E2BDCAFF7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1" name="Slide Number Placeholder 5">
            <a:extLst>
              <a:ext uri="{FF2B5EF4-FFF2-40B4-BE49-F238E27FC236}">
                <a16:creationId xmlns:a16="http://schemas.microsoft.com/office/drawing/2014/main" id="{54684DA7-0D8A-B949-344B-2DA84CB93D5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Footer Placeholder 2">
            <a:extLst>
              <a:ext uri="{FF2B5EF4-FFF2-40B4-BE49-F238E27FC236}">
                <a16:creationId xmlns:a16="http://schemas.microsoft.com/office/drawing/2014/main" id="{6E4F0CF6-F16F-8670-1980-E9ED719A0C6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4" name="Straight Connector 3">
            <a:extLst>
              <a:ext uri="{FF2B5EF4-FFF2-40B4-BE49-F238E27FC236}">
                <a16:creationId xmlns:a16="http://schemas.microsoft.com/office/drawing/2014/main" id="{F70CBB6F-396D-9ECA-CB6B-537365B2E26A}"/>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82939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5BE0D581-C1F6-D532-2C81-71B58C252B43}"/>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4287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tx2"/>
                </a:solidFill>
              </a:defRPr>
            </a:lvl1pPr>
            <a:lvl2pPr marL="180000" indent="0">
              <a:lnSpc>
                <a:spcPct val="100000"/>
              </a:lnSpc>
              <a:spcBef>
                <a:spcPts val="0"/>
              </a:spcBef>
              <a:spcAft>
                <a:spcPts val="600"/>
              </a:spcAft>
              <a:buSzPct val="70000"/>
              <a:buNone/>
              <a:defRPr sz="1200">
                <a:solidFill>
                  <a:schemeClr val="tx2"/>
                </a:solidFill>
              </a:defRPr>
            </a:lvl2pPr>
            <a:lvl3pPr marL="360000" indent="0">
              <a:lnSpc>
                <a:spcPct val="100000"/>
              </a:lnSpc>
              <a:spcBef>
                <a:spcPts val="0"/>
              </a:spcBef>
              <a:spcAft>
                <a:spcPts val="600"/>
              </a:spcAft>
              <a:buSzPct val="70000"/>
              <a:buNone/>
              <a:defRPr sz="1200">
                <a:solidFill>
                  <a:schemeClr val="tx2"/>
                </a:solidFill>
              </a:defRPr>
            </a:lvl3pPr>
            <a:lvl4pPr marL="540000" indent="0">
              <a:lnSpc>
                <a:spcPct val="100000"/>
              </a:lnSpc>
              <a:spcBef>
                <a:spcPts val="0"/>
              </a:spcBef>
              <a:spcAft>
                <a:spcPts val="600"/>
              </a:spcAft>
              <a:buSzPct val="70000"/>
              <a:buNone/>
              <a:defRPr sz="1200">
                <a:solidFill>
                  <a:schemeClr val="tx2"/>
                </a:solidFill>
              </a:defRPr>
            </a:lvl4pPr>
            <a:lvl5pPr marL="720000" indent="0">
              <a:lnSpc>
                <a:spcPct val="100000"/>
              </a:lnSpc>
              <a:spcBef>
                <a:spcPts val="0"/>
              </a:spcBef>
              <a:spcAft>
                <a:spcPts val="600"/>
              </a:spcAft>
              <a:buSzPct val="70000"/>
              <a:buNone/>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752AD69E-8972-FFEB-3CDF-810FC2C15BE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31A68076-E163-16F0-6643-612506DC25C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E90EBC0-49DE-3234-6D8A-7B5E88E2D97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3E34DB9B-0E35-525F-F0E2-6DC060DF0B54}"/>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 Placeholder 42">
            <a:extLst>
              <a:ext uri="{FF2B5EF4-FFF2-40B4-BE49-F238E27FC236}">
                <a16:creationId xmlns:a16="http://schemas.microsoft.com/office/drawing/2014/main" id="{6402C9C0-DCF7-8AEC-9007-14CC0DBAFF06}"/>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8" name="Text Placeholder 42">
            <a:extLst>
              <a:ext uri="{FF2B5EF4-FFF2-40B4-BE49-F238E27FC236}">
                <a16:creationId xmlns:a16="http://schemas.microsoft.com/office/drawing/2014/main" id="{FC794E08-7FB8-B832-84BC-927877D71EA5}"/>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Tree>
    <p:extLst>
      <p:ext uri="{BB962C8B-B14F-4D97-AF65-F5344CB8AC3E}">
        <p14:creationId xmlns:p14="http://schemas.microsoft.com/office/powerpoint/2010/main" val="9091952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1.4 - 1xBullet">
    <p:spTree>
      <p:nvGrpSpPr>
        <p:cNvPr id="1" name=""/>
        <p:cNvGrpSpPr/>
        <p:nvPr/>
      </p:nvGrpSpPr>
      <p:grpSpPr>
        <a:xfrm>
          <a:off x="0" y="0"/>
          <a:ext cx="0" cy="0"/>
          <a:chOff x="0" y="0"/>
          <a:chExt cx="0" cy="0"/>
        </a:xfrm>
      </p:grpSpPr>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3772E5D1-F4A4-5034-E057-717754E3543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D5C5286A-148E-6CAC-4953-28CEC8A7AC6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8C09A251-3EA9-3813-C32A-42674B11B3B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DDBC5E9-DF95-1530-C94F-AC94C8FDD7B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0A138235-402A-DB5E-7574-A36D3D7E8212}"/>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 Placeholder 42">
            <a:extLst>
              <a:ext uri="{FF2B5EF4-FFF2-40B4-BE49-F238E27FC236}">
                <a16:creationId xmlns:a16="http://schemas.microsoft.com/office/drawing/2014/main" id="{AC51807A-0F8E-40AF-1E06-12B5B7BAD861}"/>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8" name="Text Placeholder 42">
            <a:extLst>
              <a:ext uri="{FF2B5EF4-FFF2-40B4-BE49-F238E27FC236}">
                <a16:creationId xmlns:a16="http://schemas.microsoft.com/office/drawing/2014/main" id="{D02E3DC3-3F1B-393A-69BE-E355464F6597}"/>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Tree>
    <p:extLst>
      <p:ext uri="{BB962C8B-B14F-4D97-AF65-F5344CB8AC3E}">
        <p14:creationId xmlns:p14="http://schemas.microsoft.com/office/powerpoint/2010/main" val="42697928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1.1.4 - 1xBulle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772E5D1-F4A4-5034-E057-717754E3543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D5C5286A-148E-6CAC-4953-28CEC8A7AC6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8C09A251-3EA9-3813-C32A-42674B11B3B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DDBC5E9-DF95-1530-C94F-AC94C8FDD7B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0A138235-402A-DB5E-7574-A36D3D7E8212}"/>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793EA4E-583D-F479-B20F-6F9FE3C4AE36}"/>
              </a:ext>
            </a:extLst>
          </p:cNvPr>
          <p:cNvSpPr>
            <a:spLocks noGrp="1"/>
          </p:cNvSpPr>
          <p:nvPr>
            <p:ph sz="quarter" idx="15"/>
          </p:nvPr>
        </p:nvSpPr>
        <p:spPr>
          <a:xfrm>
            <a:off x="418118" y="1074058"/>
            <a:ext cx="8308800" cy="3566342"/>
          </a:xfrm>
          <a:prstGeom prst="rect">
            <a:avLst/>
          </a:prstGeom>
        </p:spPr>
        <p:txBody>
          <a:bodyPr lIns="0" tIns="0" rIns="0" bIns="0"/>
          <a:lstStyle>
            <a:lvl1pPr algn="l">
              <a:defRPr sz="1600">
                <a:solidFill>
                  <a:schemeClr val="tx2"/>
                </a:solidFill>
                <a:latin typeface="Meiryo UI" panose="020B0604030504040204" pitchFamily="50" charset="-128"/>
                <a:ea typeface="Meiryo UI" panose="020B0604030504040204" pitchFamily="50" charset="-128"/>
              </a:defRPr>
            </a:lvl1pPr>
            <a:lvl2pPr marL="460789" indent="-171450" algn="l">
              <a:buFont typeface="Meiryo UI" panose="020B0604030504040204" pitchFamily="50" charset="-128"/>
              <a:buChar char="‒"/>
              <a:defRPr sz="1400">
                <a:solidFill>
                  <a:schemeClr val="tx2"/>
                </a:solidFill>
                <a:latin typeface="Meiryo UI" panose="020B0604030504040204" pitchFamily="50" charset="-128"/>
                <a:ea typeface="Meiryo UI" panose="020B0604030504040204" pitchFamily="50" charset="-128"/>
              </a:defRPr>
            </a:lvl2pPr>
            <a:lvl3pPr marL="691183" indent="-230394" algn="l">
              <a:defRPr sz="1200">
                <a:solidFill>
                  <a:schemeClr val="tx2"/>
                </a:solidFill>
                <a:latin typeface="Meiryo UI" panose="020B0604030504040204" pitchFamily="50" charset="-128"/>
                <a:ea typeface="Meiryo UI" panose="020B0604030504040204" pitchFamily="50" charset="-128"/>
              </a:defRPr>
            </a:lvl3pPr>
            <a:lvl4pPr marL="921577" indent="-171450" algn="l">
              <a:buFont typeface="Meiryo UI" panose="020B0604030504040204" pitchFamily="50" charset="-128"/>
              <a:buChar char="‒"/>
              <a:defRPr sz="1000">
                <a:solidFill>
                  <a:schemeClr val="tx2"/>
                </a:solidFill>
                <a:latin typeface="Meiryo UI" panose="020B0604030504040204" pitchFamily="50" charset="-128"/>
                <a:ea typeface="Meiryo UI" panose="020B0604030504040204" pitchFamily="50" charset="-128"/>
              </a:defRPr>
            </a:lvl4pPr>
            <a:lvl5pPr marL="1151972" algn="l">
              <a:defRPr sz="800">
                <a:solidFill>
                  <a:schemeClr val="tx2"/>
                </a:solidFill>
                <a:latin typeface="Meiryo UI" panose="020B0604030504040204" pitchFamily="50" charset="-128"/>
                <a:ea typeface="Meiryo UI" panose="020B0604030504040204" pitchFamily="50" charset="-128"/>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Text Placeholder 42">
            <a:extLst>
              <a:ext uri="{FF2B5EF4-FFF2-40B4-BE49-F238E27FC236}">
                <a16:creationId xmlns:a16="http://schemas.microsoft.com/office/drawing/2014/main" id="{9F34BECB-C430-6BB3-88C7-0D064669AAA3}"/>
              </a:ext>
            </a:extLst>
          </p:cNvPr>
          <p:cNvSpPr>
            <a:spLocks noGrp="1"/>
          </p:cNvSpPr>
          <p:nvPr>
            <p:ph type="body" sz="quarter" idx="12" hasCustomPrompt="1"/>
          </p:nvPr>
        </p:nvSpPr>
        <p:spPr>
          <a:xfrm>
            <a:off x="417600" y="184027"/>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8" name="Text Placeholder 42">
            <a:extLst>
              <a:ext uri="{FF2B5EF4-FFF2-40B4-BE49-F238E27FC236}">
                <a16:creationId xmlns:a16="http://schemas.microsoft.com/office/drawing/2014/main" id="{6E45BF69-8A72-2DC0-6D10-291BE7510052}"/>
              </a:ext>
            </a:extLst>
          </p:cNvPr>
          <p:cNvSpPr>
            <a:spLocks noGrp="1"/>
          </p:cNvSpPr>
          <p:nvPr>
            <p:ph type="body" sz="quarter" idx="13" hasCustomPrompt="1"/>
          </p:nvPr>
        </p:nvSpPr>
        <p:spPr>
          <a:xfrm>
            <a:off x="417600" y="552601"/>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Tree>
    <p:extLst>
      <p:ext uri="{BB962C8B-B14F-4D97-AF65-F5344CB8AC3E}">
        <p14:creationId xmlns:p14="http://schemas.microsoft.com/office/powerpoint/2010/main" val="157494413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1.5 - 2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6" name="TextBox 15">
            <a:extLst>
              <a:ext uri="{FF2B5EF4-FFF2-40B4-BE49-F238E27FC236}">
                <a16:creationId xmlns:a16="http://schemas.microsoft.com/office/drawing/2014/main" id="{76D7398D-CEE7-3079-FB86-A89C992F31A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7" name="Slide Number Placeholder 5">
            <a:extLst>
              <a:ext uri="{FF2B5EF4-FFF2-40B4-BE49-F238E27FC236}">
                <a16:creationId xmlns:a16="http://schemas.microsoft.com/office/drawing/2014/main" id="{3654D0DC-83E2-3257-B441-08F7D9D9447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47C68A9-7989-FB66-D55B-D66D6874D99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C16DBDDB-3C86-596D-3350-0B9ED619D20C}"/>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5479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1.1.5 - 2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6" name="TextBox 15">
            <a:extLst>
              <a:ext uri="{FF2B5EF4-FFF2-40B4-BE49-F238E27FC236}">
                <a16:creationId xmlns:a16="http://schemas.microsoft.com/office/drawing/2014/main" id="{76D7398D-CEE7-3079-FB86-A89C992F31A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7" name="Slide Number Placeholder 5">
            <a:extLst>
              <a:ext uri="{FF2B5EF4-FFF2-40B4-BE49-F238E27FC236}">
                <a16:creationId xmlns:a16="http://schemas.microsoft.com/office/drawing/2014/main" id="{3654D0DC-83E2-3257-B441-08F7D9D9447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47C68A9-7989-FB66-D55B-D66D6874D99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C16DBDDB-3C86-596D-3350-0B9ED619D20C}"/>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FE5FAA0F-22F7-BC3E-D9D9-CDA202D4F5AD}"/>
              </a:ext>
            </a:extLst>
          </p:cNvPr>
          <p:cNvSpPr>
            <a:spLocks noGrp="1"/>
          </p:cNvSpPr>
          <p:nvPr>
            <p:ph sz="quarter" idx="15"/>
          </p:nvPr>
        </p:nvSpPr>
        <p:spPr>
          <a:xfrm>
            <a:off x="418119" y="1260000"/>
            <a:ext cx="4010400" cy="3380400"/>
          </a:xfrm>
          <a:prstGeom prst="rect">
            <a:avLst/>
          </a:prstGeom>
        </p:spPr>
        <p:txBody>
          <a:bodyPr lIns="0" tIns="0" rIns="0" bIns="0"/>
          <a:lstStyle>
            <a:lvl1pPr>
              <a:defRPr sz="1600">
                <a:solidFill>
                  <a:schemeClr val="tx2"/>
                </a:solidFill>
                <a:latin typeface="Meiryo UI" panose="020B0604030504040204" pitchFamily="50" charset="-128"/>
              </a:defRPr>
            </a:lvl1pPr>
            <a:lvl2pPr marL="460789" indent="-171450">
              <a:buFont typeface="Meiryo UI" panose="020B0604030504040204" pitchFamily="50" charset="-128"/>
              <a:buChar char="‒"/>
              <a:defRPr sz="1400">
                <a:solidFill>
                  <a:schemeClr val="tx2"/>
                </a:solidFill>
                <a:latin typeface="Meiryo UI" panose="020B0604030504040204" pitchFamily="50" charset="-128"/>
              </a:defRPr>
            </a:lvl2pPr>
            <a:lvl3pPr marL="691183" indent="-230394">
              <a:defRPr sz="1200">
                <a:solidFill>
                  <a:schemeClr val="tx2"/>
                </a:solidFill>
                <a:latin typeface="Meiryo UI" panose="020B0604030504040204" pitchFamily="50" charset="-128"/>
              </a:defRPr>
            </a:lvl3pPr>
            <a:lvl4pPr marL="921577" indent="-171450">
              <a:buFont typeface="Meiryo UI" panose="020B0604030504040204" pitchFamily="50" charset="-128"/>
              <a:buChar char="‒"/>
              <a:defRPr sz="1000">
                <a:solidFill>
                  <a:schemeClr val="tx2"/>
                </a:solidFill>
                <a:latin typeface="Meiryo UI" panose="020B0604030504040204" pitchFamily="50" charset="-128"/>
              </a:defRPr>
            </a:lvl4pPr>
            <a:lvl5pPr marL="1151972">
              <a:defRPr sz="800">
                <a:solidFill>
                  <a:schemeClr val="tx2"/>
                </a:solidFill>
                <a:latin typeface="Meiryo UI" panose="020B0604030504040204" pitchFamily="50" charset="-128"/>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2">
            <a:extLst>
              <a:ext uri="{FF2B5EF4-FFF2-40B4-BE49-F238E27FC236}">
                <a16:creationId xmlns:a16="http://schemas.microsoft.com/office/drawing/2014/main" id="{7B73A656-4423-A5F0-0F56-B0F2A345C1F0}"/>
              </a:ext>
            </a:extLst>
          </p:cNvPr>
          <p:cNvSpPr>
            <a:spLocks noGrp="1"/>
          </p:cNvSpPr>
          <p:nvPr>
            <p:ph sz="quarter" idx="19"/>
          </p:nvPr>
        </p:nvSpPr>
        <p:spPr>
          <a:xfrm>
            <a:off x="4716000" y="1260000"/>
            <a:ext cx="4010400" cy="3380400"/>
          </a:xfrm>
          <a:prstGeom prst="rect">
            <a:avLst/>
          </a:prstGeom>
        </p:spPr>
        <p:txBody>
          <a:bodyPr lIns="0" tIns="0" rIns="0" bIns="0"/>
          <a:lstStyle>
            <a:lvl1pPr>
              <a:defRPr sz="1600">
                <a:solidFill>
                  <a:schemeClr val="tx2"/>
                </a:solidFill>
                <a:latin typeface="Meiryo UI" panose="020B0604030504040204" pitchFamily="50" charset="-128"/>
              </a:defRPr>
            </a:lvl1pPr>
            <a:lvl2pPr marL="460789" indent="-171450">
              <a:buFont typeface="Meiryo UI" panose="020B0604030504040204" pitchFamily="50" charset="-128"/>
              <a:buChar char="‒"/>
              <a:defRPr sz="1400">
                <a:latin typeface="Meiryo UI" panose="020B0604030504040204" pitchFamily="50" charset="-128"/>
              </a:defRPr>
            </a:lvl2pPr>
            <a:lvl3pPr marL="691183" indent="-230394">
              <a:defRPr sz="1200">
                <a:latin typeface="Meiryo UI" panose="020B0604030504040204" pitchFamily="50" charset="-128"/>
              </a:defRPr>
            </a:lvl3pPr>
            <a:lvl4pPr marL="921577" indent="-171450">
              <a:buFont typeface="Meiryo UI" panose="020B0604030504040204" pitchFamily="50" charset="-128"/>
              <a:buChar char="‒"/>
              <a:defRPr sz="1000">
                <a:latin typeface="Meiryo UI" panose="020B0604030504040204" pitchFamily="50" charset="-128"/>
              </a:defRPr>
            </a:lvl4pPr>
            <a:lvl5pPr marL="1151972">
              <a:defRPr sz="800">
                <a:latin typeface="Meiryo UI" panose="020B0604030504040204" pitchFamily="50" charset="-128"/>
              </a:defRPr>
            </a:lvl5pPr>
          </a:lstStyle>
          <a:p>
            <a:pPr lvl="0"/>
            <a:r>
              <a:rPr lang="en-US" altLang="ja-JP" noProof="0"/>
              <a:t>Click to edit Master text styles</a:t>
            </a:r>
          </a:p>
          <a:p>
            <a:pPr lvl="1"/>
            <a:r>
              <a:rPr lang="en-US" altLang="ja-JP" noProof="0"/>
              <a:t>Second level</a:t>
            </a:r>
          </a:p>
          <a:p>
            <a:pPr lvl="2"/>
            <a:r>
              <a:rPr lang="en-US" altLang="ja-JP" noProof="0"/>
              <a:t>Third level</a:t>
            </a:r>
          </a:p>
          <a:p>
            <a:pPr lvl="3"/>
            <a:r>
              <a:rPr lang="en-US" altLang="ja-JP" noProof="0"/>
              <a:t>Fourth level</a:t>
            </a:r>
          </a:p>
          <a:p>
            <a:pPr lvl="4"/>
            <a:r>
              <a:rPr lang="en-US" altLang="ja-JP" noProof="0"/>
              <a:t>Fifth level</a:t>
            </a:r>
          </a:p>
        </p:txBody>
      </p:sp>
    </p:spTree>
    <p:extLst>
      <p:ext uri="{BB962C8B-B14F-4D97-AF65-F5344CB8AC3E}">
        <p14:creationId xmlns:p14="http://schemas.microsoft.com/office/powerpoint/2010/main" val="228865378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1.6 - 3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7" name="TextBox 16">
            <a:extLst>
              <a:ext uri="{FF2B5EF4-FFF2-40B4-BE49-F238E27FC236}">
                <a16:creationId xmlns:a16="http://schemas.microsoft.com/office/drawing/2014/main" id="{B3C89AA2-17C4-2311-08AF-1321E11749F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8" name="Slide Number Placeholder 5">
            <a:extLst>
              <a:ext uri="{FF2B5EF4-FFF2-40B4-BE49-F238E27FC236}">
                <a16:creationId xmlns:a16="http://schemas.microsoft.com/office/drawing/2014/main" id="{2713EB45-843B-9A1C-345B-468536A7E05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C77A4B8F-49F4-2929-427A-DF7B92A561E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437997CD-4103-2DAB-42E2-A0C1AB9ED585}"/>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872A16-0EAE-C71C-3266-00115C98432C}"/>
              </a:ext>
            </a:extLst>
          </p:cNvPr>
          <p:cNvSpPr>
            <a:spLocks noGrp="1"/>
          </p:cNvSpPr>
          <p:nvPr>
            <p:ph sz="quarter" idx="15"/>
          </p:nvPr>
        </p:nvSpPr>
        <p:spPr>
          <a:xfrm>
            <a:off x="418119" y="1244410"/>
            <a:ext cx="2592000" cy="3395990"/>
          </a:xfrm>
          <a:prstGeom prst="rect">
            <a:avLst/>
          </a:prstGeom>
        </p:spPr>
        <p:txBody>
          <a:bodyPr lIns="0" tIns="0" rIns="0" bIns="0"/>
          <a:lstStyle>
            <a:lvl1pPr>
              <a:defRPr sz="1600">
                <a:solidFill>
                  <a:schemeClr val="tx2"/>
                </a:solidFill>
                <a:latin typeface="Meiryo UI" panose="020B0604030504040204" pitchFamily="50" charset="-128"/>
              </a:defRPr>
            </a:lvl1pPr>
            <a:lvl2pPr marL="460789">
              <a:defRPr sz="1400">
                <a:latin typeface="Meiryo UI" panose="020B0604030504040204" pitchFamily="50" charset="-128"/>
              </a:defRPr>
            </a:lvl2pPr>
            <a:lvl3pPr marL="691183" indent="-230394">
              <a:defRPr sz="1200">
                <a:latin typeface="Meiryo UI" panose="020B0604030504040204" pitchFamily="50" charset="-128"/>
              </a:defRPr>
            </a:lvl3pPr>
            <a:lvl4pPr marL="921577">
              <a:defRPr sz="1000">
                <a:latin typeface="Meiryo UI" panose="020B0604030504040204" pitchFamily="50" charset="-128"/>
              </a:defRPr>
            </a:lvl4pPr>
            <a:lvl5pPr marL="1151972">
              <a:defRPr sz="800">
                <a:latin typeface="Meiryo UI" panose="020B0604030504040204" pitchFamily="50" charset="-128"/>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2">
            <a:extLst>
              <a:ext uri="{FF2B5EF4-FFF2-40B4-BE49-F238E27FC236}">
                <a16:creationId xmlns:a16="http://schemas.microsoft.com/office/drawing/2014/main" id="{C1DD8190-C538-5B4A-E252-A7A2FD6AFE8F}"/>
              </a:ext>
            </a:extLst>
          </p:cNvPr>
          <p:cNvSpPr>
            <a:spLocks noGrp="1"/>
          </p:cNvSpPr>
          <p:nvPr>
            <p:ph sz="quarter" idx="19"/>
          </p:nvPr>
        </p:nvSpPr>
        <p:spPr>
          <a:xfrm>
            <a:off x="3261600" y="1244410"/>
            <a:ext cx="2592000" cy="3395990"/>
          </a:xfrm>
          <a:prstGeom prst="rect">
            <a:avLst/>
          </a:prstGeom>
        </p:spPr>
        <p:txBody>
          <a:bodyPr lIns="0" tIns="0" rIns="0" bIns="0"/>
          <a:lstStyle>
            <a:lvl1pPr>
              <a:defRPr sz="1600">
                <a:solidFill>
                  <a:schemeClr val="tx2"/>
                </a:solidFill>
                <a:latin typeface="Meiryo UI" panose="020B0604030504040204" pitchFamily="50" charset="-128"/>
              </a:defRPr>
            </a:lvl1pPr>
            <a:lvl2pPr marL="460789">
              <a:defRPr sz="1400">
                <a:latin typeface="Meiryo UI" panose="020B0604030504040204" pitchFamily="50" charset="-128"/>
              </a:defRPr>
            </a:lvl2pPr>
            <a:lvl3pPr marL="691183" indent="-230394">
              <a:defRPr sz="1200">
                <a:latin typeface="Meiryo UI" panose="020B0604030504040204" pitchFamily="50" charset="-128"/>
              </a:defRPr>
            </a:lvl3pPr>
            <a:lvl4pPr marL="921577">
              <a:defRPr sz="1000">
                <a:latin typeface="Meiryo UI" panose="020B0604030504040204" pitchFamily="50" charset="-128"/>
              </a:defRPr>
            </a:lvl4pPr>
            <a:lvl5pPr marL="1151972">
              <a:defRPr sz="800">
                <a:latin typeface="Meiryo UI" panose="020B0604030504040204" pitchFamily="50" charset="-128"/>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2">
            <a:extLst>
              <a:ext uri="{FF2B5EF4-FFF2-40B4-BE49-F238E27FC236}">
                <a16:creationId xmlns:a16="http://schemas.microsoft.com/office/drawing/2014/main" id="{0AF7431E-1FB3-3168-9F40-914DAB234547}"/>
              </a:ext>
            </a:extLst>
          </p:cNvPr>
          <p:cNvSpPr>
            <a:spLocks noGrp="1"/>
          </p:cNvSpPr>
          <p:nvPr>
            <p:ph sz="quarter" idx="20"/>
          </p:nvPr>
        </p:nvSpPr>
        <p:spPr>
          <a:xfrm>
            <a:off x="6120000" y="1244410"/>
            <a:ext cx="2592000" cy="3395990"/>
          </a:xfrm>
          <a:prstGeom prst="rect">
            <a:avLst/>
          </a:prstGeom>
        </p:spPr>
        <p:txBody>
          <a:bodyPr lIns="0" tIns="0" rIns="0" bIns="0"/>
          <a:lstStyle>
            <a:lvl1pPr>
              <a:defRPr sz="1600">
                <a:solidFill>
                  <a:schemeClr val="tx2"/>
                </a:solidFill>
                <a:latin typeface="Meiryo UI" panose="020B0604030504040204" pitchFamily="50" charset="-128"/>
              </a:defRPr>
            </a:lvl1pPr>
            <a:lvl2pPr marL="460789">
              <a:defRPr sz="1400">
                <a:latin typeface="Meiryo UI" panose="020B0604030504040204" pitchFamily="50" charset="-128"/>
              </a:defRPr>
            </a:lvl2pPr>
            <a:lvl3pPr marL="691183" indent="-230394">
              <a:defRPr sz="1200">
                <a:latin typeface="Meiryo UI" panose="020B0604030504040204" pitchFamily="50" charset="-128"/>
              </a:defRPr>
            </a:lvl3pPr>
            <a:lvl4pPr marL="921577">
              <a:defRPr sz="1000">
                <a:latin typeface="Meiryo UI" panose="020B0604030504040204" pitchFamily="50" charset="-128"/>
              </a:defRPr>
            </a:lvl4pPr>
            <a:lvl5pPr marL="1151972">
              <a:defRPr sz="800">
                <a:latin typeface="Meiryo UI" panose="020B0604030504040204" pitchFamily="50" charset="-128"/>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0140640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1.7 - 4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77523A0E-155F-824D-4618-C556416C4B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9" name="Slide Number Placeholder 5">
            <a:extLst>
              <a:ext uri="{FF2B5EF4-FFF2-40B4-BE49-F238E27FC236}">
                <a16:creationId xmlns:a16="http://schemas.microsoft.com/office/drawing/2014/main" id="{3DCBE36C-4C66-1188-03D3-624F2E47A38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45644240-BAFF-42B5-1A7E-4A3EC1F84D9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0C9C3BBB-89C3-3953-0E5E-9544F2E7BD2C}"/>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04562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1.8 - Numbered">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tx2"/>
                </a:solidFill>
              </a:defRPr>
            </a:lvl1pPr>
            <a:lvl2pPr marL="408600" indent="-228600">
              <a:lnSpc>
                <a:spcPct val="100000"/>
              </a:lnSpc>
              <a:spcBef>
                <a:spcPts val="0"/>
              </a:spcBef>
              <a:spcAft>
                <a:spcPts val="600"/>
              </a:spcAft>
              <a:buFont typeface="+mj-lt"/>
              <a:buAutoNum type="arabicPeriod" startAt="2"/>
              <a:defRPr sz="1200">
                <a:solidFill>
                  <a:schemeClr val="tx2"/>
                </a:solidFill>
              </a:defRPr>
            </a:lvl2pPr>
            <a:lvl3pPr marL="588600" indent="-228600">
              <a:lnSpc>
                <a:spcPct val="100000"/>
              </a:lnSpc>
              <a:spcBef>
                <a:spcPts val="0"/>
              </a:spcBef>
              <a:spcAft>
                <a:spcPts val="600"/>
              </a:spcAft>
              <a:buFont typeface="+mj-lt"/>
              <a:buAutoNum type="arabicPeriod" startAt="3"/>
              <a:defRPr sz="1200">
                <a:solidFill>
                  <a:schemeClr val="tx2"/>
                </a:solidFill>
              </a:defRPr>
            </a:lvl3pPr>
            <a:lvl4pPr marL="768600" indent="-228600">
              <a:lnSpc>
                <a:spcPct val="100000"/>
              </a:lnSpc>
              <a:spcBef>
                <a:spcPts val="0"/>
              </a:spcBef>
              <a:spcAft>
                <a:spcPts val="600"/>
              </a:spcAft>
              <a:buFont typeface="+mj-lt"/>
              <a:buAutoNum type="arabicPeriod" startAt="4"/>
              <a:defRPr sz="1200">
                <a:solidFill>
                  <a:schemeClr val="tx2"/>
                </a:solidFill>
              </a:defRPr>
            </a:lvl4pPr>
            <a:lvl5pPr marL="957150" indent="-228600">
              <a:lnSpc>
                <a:spcPct val="100000"/>
              </a:lnSpc>
              <a:spcBef>
                <a:spcPts val="0"/>
              </a:spcBef>
              <a:spcAft>
                <a:spcPts val="600"/>
              </a:spcAft>
              <a:buFont typeface="+mj-lt"/>
              <a:buAutoNum type="arabicPeriod" startAt="5"/>
              <a:defRPr sz="1200">
                <a:solidFill>
                  <a:schemeClr val="tx2"/>
                </a:solidFill>
              </a:defRPr>
            </a:lvl5pPr>
          </a:lstStyle>
          <a:p>
            <a:pPr lvl="0"/>
            <a:r>
              <a:rPr lang="en-US"/>
              <a:t>Text here</a:t>
            </a:r>
          </a:p>
          <a:p>
            <a:pPr lvl="1"/>
            <a:r>
              <a:rPr lang="en-US"/>
              <a:t>Text here</a:t>
            </a:r>
          </a:p>
          <a:p>
            <a:pPr lvl="2"/>
            <a:r>
              <a:rPr lang="en-US"/>
              <a:t>Text here</a:t>
            </a:r>
          </a:p>
          <a:p>
            <a:pPr lvl="3"/>
            <a:r>
              <a:rPr lang="en-US"/>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a:t>Text here</a:t>
            </a:r>
          </a:p>
        </p:txBody>
      </p:sp>
      <p:pic>
        <p:nvPicPr>
          <p:cNvPr id="5" name="Graphic 4">
            <a:extLst>
              <a:ext uri="{FF2B5EF4-FFF2-40B4-BE49-F238E27FC236}">
                <a16:creationId xmlns:a16="http://schemas.microsoft.com/office/drawing/2014/main" id="{E5F6DF56-1BC2-2F0B-C57B-C1D817B1491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2138E23A-1A2B-4FC2-057E-864010EF96E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5417762A-54B1-36A8-F29E-69737B3F61F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395D9105-CDC3-7AF1-1035-8F0BB27B989E}"/>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C80623DA-960F-6669-DFB8-70903213D9F8}"/>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71602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accent1"/>
                </a:solidFill>
                <a:latin typeface="Nokia Pure Headline Ultra Light" panose="020B0204020202020204" pitchFamily="34" charset="0"/>
              </a:defRPr>
            </a:lvl1pPr>
          </a:lstStyle>
          <a:p>
            <a:pPr lvl="0"/>
            <a:r>
              <a:rPr lang="en-US"/>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D9E83A83-9695-3236-1E22-B800EBB14F54}"/>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278971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2.1 - Bullet 1/2 imag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572000" y="0"/>
            <a:ext cx="4572001"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0" name="TextBox 19">
            <a:extLst>
              <a:ext uri="{FF2B5EF4-FFF2-40B4-BE49-F238E27FC236}">
                <a16:creationId xmlns:a16="http://schemas.microsoft.com/office/drawing/2014/main" id="{972230E8-8C3E-FACC-BB83-0BEB16548E5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FFD06BD2-8C82-3A42-EA94-1DAD5F04366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30DEAEC4-E0F3-9FCE-BAAF-FDB63BC5E69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5" name="Straight Connector 4">
            <a:extLst>
              <a:ext uri="{FF2B5EF4-FFF2-40B4-BE49-F238E27FC236}">
                <a16:creationId xmlns:a16="http://schemas.microsoft.com/office/drawing/2014/main" id="{60CD3C9A-107F-22EC-1671-28C406CFCA7F}"/>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38365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2.2 - Bullet 2/3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3096000" y="0"/>
            <a:ext cx="60480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6A434747-CAC6-E3AB-43A2-737599B9350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3" name="Slide Number Placeholder 5">
            <a:extLst>
              <a:ext uri="{FF2B5EF4-FFF2-40B4-BE49-F238E27FC236}">
                <a16:creationId xmlns:a16="http://schemas.microsoft.com/office/drawing/2014/main" id="{F408B049-B5A6-319C-6604-4CB974379CE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6BE57E5-418C-3CAD-E431-901873F5937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4" name="Straight Connector 3">
            <a:extLst>
              <a:ext uri="{FF2B5EF4-FFF2-40B4-BE49-F238E27FC236}">
                <a16:creationId xmlns:a16="http://schemas.microsoft.com/office/drawing/2014/main" id="{639CB1E9-59D2-839A-658C-A23761FDC7C0}"/>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4038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3 - Bullet 1/2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572000" y="0"/>
            <a:ext cx="4571999"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81B2B362-2879-6819-D5A2-C7BE4DDA16A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3" name="Slide Number Placeholder 5">
            <a:extLst>
              <a:ext uri="{FF2B5EF4-FFF2-40B4-BE49-F238E27FC236}">
                <a16:creationId xmlns:a16="http://schemas.microsoft.com/office/drawing/2014/main" id="{60008FED-F579-32FA-B396-B46F632C45F4}"/>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8639B8D9-7FD8-8F41-6E5A-1F2F111B9E5E}"/>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FFDCED2A-6F4B-B012-EFEA-A5A5D734636D}"/>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144093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4 - Bullet 2/3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3096000" y="0"/>
            <a:ext cx="6048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92932C8D-B957-1CF9-AF0A-C66A4B80B16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7" name="Slide Number Placeholder 5">
            <a:extLst>
              <a:ext uri="{FF2B5EF4-FFF2-40B4-BE49-F238E27FC236}">
                <a16:creationId xmlns:a16="http://schemas.microsoft.com/office/drawing/2014/main" id="{EDFF5BE1-C27A-DAF6-539C-BE7CFB3D313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2198C15-49FA-5DCF-088F-089A36BBE5B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D153E126-16EC-5B6B-B79D-CDC812F5E8A7}"/>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5529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3.1 - Blank dark">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6" name="TextBox 15">
            <a:extLst>
              <a:ext uri="{FF2B5EF4-FFF2-40B4-BE49-F238E27FC236}">
                <a16:creationId xmlns:a16="http://schemas.microsoft.com/office/drawing/2014/main" id="{EFADF482-1182-15C3-2090-EF4C2A8F787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7" name="Slide Number Placeholder 5">
            <a:extLst>
              <a:ext uri="{FF2B5EF4-FFF2-40B4-BE49-F238E27FC236}">
                <a16:creationId xmlns:a16="http://schemas.microsoft.com/office/drawing/2014/main" id="{B5714932-B041-C268-D37A-89265A6401E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3D6BE398-80E2-C124-8939-1FA1DF0C1011}"/>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B4D514C8-0DDA-7262-4109-EF26FA846FFD}"/>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44395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3.2 - Title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pic>
        <p:nvPicPr>
          <p:cNvPr id="3" name="Graphic 2">
            <a:extLst>
              <a:ext uri="{FF2B5EF4-FFF2-40B4-BE49-F238E27FC236}">
                <a16:creationId xmlns:a16="http://schemas.microsoft.com/office/drawing/2014/main" id="{BC39B26E-924A-E04C-205D-CC553972AED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8" name="TextBox 17">
            <a:extLst>
              <a:ext uri="{FF2B5EF4-FFF2-40B4-BE49-F238E27FC236}">
                <a16:creationId xmlns:a16="http://schemas.microsoft.com/office/drawing/2014/main" id="{B4D6E92B-62A5-89F1-C025-9AFA6FCB332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9" name="Slide Number Placeholder 5">
            <a:extLst>
              <a:ext uri="{FF2B5EF4-FFF2-40B4-BE49-F238E27FC236}">
                <a16:creationId xmlns:a16="http://schemas.microsoft.com/office/drawing/2014/main" id="{F2BA0AE1-3EC1-6929-E965-9C60516B99D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8CFFAAD9-97A5-7898-E5FF-36F481EB932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093800F5-E209-664D-A7E0-BF31501FE76F}"/>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57423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3.3 - Tex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bg1"/>
                </a:solidFill>
              </a:defRPr>
            </a:lvl1pPr>
            <a:lvl2pPr marL="180000" indent="0">
              <a:lnSpc>
                <a:spcPct val="100000"/>
              </a:lnSpc>
              <a:spcBef>
                <a:spcPts val="0"/>
              </a:spcBef>
              <a:spcAft>
                <a:spcPts val="600"/>
              </a:spcAft>
              <a:buSzPct val="70000"/>
              <a:buNone/>
              <a:defRPr sz="1200">
                <a:solidFill>
                  <a:schemeClr val="bg1"/>
                </a:solidFill>
              </a:defRPr>
            </a:lvl2pPr>
            <a:lvl3pPr marL="360000" indent="0">
              <a:lnSpc>
                <a:spcPct val="100000"/>
              </a:lnSpc>
              <a:spcBef>
                <a:spcPts val="0"/>
              </a:spcBef>
              <a:spcAft>
                <a:spcPts val="600"/>
              </a:spcAft>
              <a:buSzPct val="70000"/>
              <a:buNone/>
              <a:defRPr sz="1200">
                <a:solidFill>
                  <a:schemeClr val="bg1"/>
                </a:solidFill>
              </a:defRPr>
            </a:lvl3pPr>
            <a:lvl4pPr marL="540000" indent="0">
              <a:lnSpc>
                <a:spcPct val="100000"/>
              </a:lnSpc>
              <a:spcBef>
                <a:spcPts val="0"/>
              </a:spcBef>
              <a:spcAft>
                <a:spcPts val="600"/>
              </a:spcAft>
              <a:buSzPct val="70000"/>
              <a:buNone/>
              <a:defRPr sz="1200">
                <a:solidFill>
                  <a:schemeClr val="bg1"/>
                </a:solidFill>
              </a:defRPr>
            </a:lvl4pPr>
            <a:lvl5pPr marL="720000" indent="0">
              <a:lnSpc>
                <a:spcPct val="100000"/>
              </a:lnSpc>
              <a:spcBef>
                <a:spcPts val="0"/>
              </a:spcBef>
              <a:spcAft>
                <a:spcPts val="600"/>
              </a:spcAft>
              <a:buSzPct val="70000"/>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FC50F010-1A3E-13CC-A34C-23E50F7D9E3C}"/>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6C224637-55EA-0423-7FB7-9D4C22E954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0" name="Slide Number Placeholder 5">
            <a:extLst>
              <a:ext uri="{FF2B5EF4-FFF2-40B4-BE49-F238E27FC236}">
                <a16:creationId xmlns:a16="http://schemas.microsoft.com/office/drawing/2014/main" id="{D086BFC4-A13A-A77F-C95D-F0B63E9FC79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8436AE6-E5BF-2964-DF91-27380150947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B69E459F-FA2A-44D7-0042-B6749720C4A3}"/>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89592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3.4 - 1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9C4C436A-97D3-3C1B-0C95-441F1DF2F989}"/>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F2203B3C-B7BE-B5F0-A84C-BF4A2D307F8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0" name="Slide Number Placeholder 5">
            <a:extLst>
              <a:ext uri="{FF2B5EF4-FFF2-40B4-BE49-F238E27FC236}">
                <a16:creationId xmlns:a16="http://schemas.microsoft.com/office/drawing/2014/main" id="{ED0C98DE-3A96-2DE1-E80F-30D10A98054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9872479-176B-250D-7009-2FACC846C88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F5CA6AE9-CB4B-F137-356B-3F444DF521D4}"/>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86387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3.5 - 2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437E9F8B-5B93-F909-6599-53CAB2225CA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0" name="TextBox 19">
            <a:extLst>
              <a:ext uri="{FF2B5EF4-FFF2-40B4-BE49-F238E27FC236}">
                <a16:creationId xmlns:a16="http://schemas.microsoft.com/office/drawing/2014/main" id="{38BB2193-E2EE-013C-3734-26FE2B6F289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94D6E453-33BB-3D1A-87F2-BF23E7DB064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25631BE9-7C06-22AD-145E-78B1BD5F79B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7" name="Straight Connector 6">
            <a:extLst>
              <a:ext uri="{FF2B5EF4-FFF2-40B4-BE49-F238E27FC236}">
                <a16:creationId xmlns:a16="http://schemas.microsoft.com/office/drawing/2014/main" id="{B41F63E7-7858-9E91-BACF-9FD1D77A74A8}"/>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44458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3.6 - 3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14635BF5-054A-3811-41D1-1B20FDF97FB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1" name="TextBox 20">
            <a:extLst>
              <a:ext uri="{FF2B5EF4-FFF2-40B4-BE49-F238E27FC236}">
                <a16:creationId xmlns:a16="http://schemas.microsoft.com/office/drawing/2014/main" id="{0B09C184-344B-3A37-4BC9-5F46DC81EA5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2" name="Slide Number Placeholder 5">
            <a:extLst>
              <a:ext uri="{FF2B5EF4-FFF2-40B4-BE49-F238E27FC236}">
                <a16:creationId xmlns:a16="http://schemas.microsoft.com/office/drawing/2014/main" id="{EA23E53E-BC8E-B2D9-8857-89A24EB07F9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3" name="Footer Placeholder 2">
            <a:extLst>
              <a:ext uri="{FF2B5EF4-FFF2-40B4-BE49-F238E27FC236}">
                <a16:creationId xmlns:a16="http://schemas.microsoft.com/office/drawing/2014/main" id="{E99784FE-D6A8-9580-1007-194EF43C8A2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56F9891C-F679-171D-0410-18138B8C177C}"/>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79928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3.7 - 4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AD49FC51-3DDE-4079-644A-F3FAEB0DC4A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22" name="TextBox 21">
            <a:extLst>
              <a:ext uri="{FF2B5EF4-FFF2-40B4-BE49-F238E27FC236}">
                <a16:creationId xmlns:a16="http://schemas.microsoft.com/office/drawing/2014/main" id="{3F8C1C72-A585-7ED5-651B-B528B397081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3" name="Slide Number Placeholder 5">
            <a:extLst>
              <a:ext uri="{FF2B5EF4-FFF2-40B4-BE49-F238E27FC236}">
                <a16:creationId xmlns:a16="http://schemas.microsoft.com/office/drawing/2014/main" id="{D3FAF429-6C3E-019C-0537-840220A5BF93}"/>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4" name="Footer Placeholder 2">
            <a:extLst>
              <a:ext uri="{FF2B5EF4-FFF2-40B4-BE49-F238E27FC236}">
                <a16:creationId xmlns:a16="http://schemas.microsoft.com/office/drawing/2014/main" id="{14C8B806-8FC3-E969-CBCA-FAFFE8971D2A}"/>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7" name="Straight Connector 6">
            <a:extLst>
              <a:ext uri="{FF2B5EF4-FFF2-40B4-BE49-F238E27FC236}">
                <a16:creationId xmlns:a16="http://schemas.microsoft.com/office/drawing/2014/main" id="{64CB7D39-8685-8AB5-351E-6B19EEB4BBDA}"/>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14843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3.8 - Numbered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bg1"/>
                </a:solidFill>
              </a:defRPr>
            </a:lvl1pPr>
            <a:lvl2pPr marL="408600" indent="-228600">
              <a:lnSpc>
                <a:spcPct val="100000"/>
              </a:lnSpc>
              <a:spcBef>
                <a:spcPts val="0"/>
              </a:spcBef>
              <a:spcAft>
                <a:spcPts val="600"/>
              </a:spcAft>
              <a:buFont typeface="+mj-lt"/>
              <a:buAutoNum type="arabicPeriod" startAt="2"/>
              <a:defRPr sz="1200">
                <a:solidFill>
                  <a:schemeClr val="bg1"/>
                </a:solidFill>
              </a:defRPr>
            </a:lvl2pPr>
            <a:lvl3pPr marL="588600" indent="-228600">
              <a:lnSpc>
                <a:spcPct val="100000"/>
              </a:lnSpc>
              <a:spcBef>
                <a:spcPts val="0"/>
              </a:spcBef>
              <a:spcAft>
                <a:spcPts val="600"/>
              </a:spcAft>
              <a:buFont typeface="+mj-lt"/>
              <a:buAutoNum type="arabicPeriod" startAt="3"/>
              <a:defRPr sz="1200">
                <a:solidFill>
                  <a:schemeClr val="bg1"/>
                </a:solidFill>
              </a:defRPr>
            </a:lvl3pPr>
            <a:lvl4pPr marL="768600" indent="-228600">
              <a:lnSpc>
                <a:spcPct val="100000"/>
              </a:lnSpc>
              <a:spcBef>
                <a:spcPts val="0"/>
              </a:spcBef>
              <a:spcAft>
                <a:spcPts val="600"/>
              </a:spcAft>
              <a:buFont typeface="+mj-lt"/>
              <a:buAutoNum type="arabicPeriod" startAt="4"/>
              <a:defRPr sz="1200">
                <a:solidFill>
                  <a:schemeClr val="bg1"/>
                </a:solidFill>
              </a:defRPr>
            </a:lvl4pPr>
            <a:lvl5pPr marL="957150" indent="-228600">
              <a:lnSpc>
                <a:spcPct val="100000"/>
              </a:lnSpc>
              <a:spcBef>
                <a:spcPts val="0"/>
              </a:spcBef>
              <a:spcAft>
                <a:spcPts val="600"/>
              </a:spcAft>
              <a:buFont typeface="+mj-lt"/>
              <a:buAutoNum type="arabicPeriod" startAt="5"/>
              <a:defRPr sz="1200">
                <a:solidFill>
                  <a:schemeClr val="bg1"/>
                </a:solidFill>
              </a:defRPr>
            </a:lvl5pPr>
          </a:lstStyle>
          <a:p>
            <a:pPr lvl="0"/>
            <a:r>
              <a:rPr lang="en-US"/>
              <a:t>Text here</a:t>
            </a:r>
          </a:p>
          <a:p>
            <a:pPr lvl="1"/>
            <a:r>
              <a:rPr lang="en-US"/>
              <a:t>Text here</a:t>
            </a:r>
          </a:p>
          <a:p>
            <a:pPr lvl="2"/>
            <a:r>
              <a:rPr lang="en-US"/>
              <a:t>Text here</a:t>
            </a:r>
          </a:p>
          <a:p>
            <a:pPr lvl="3"/>
            <a:r>
              <a:rPr lang="en-US"/>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a:t>Text here</a:t>
            </a:r>
          </a:p>
        </p:txBody>
      </p:sp>
      <p:pic>
        <p:nvPicPr>
          <p:cNvPr id="2" name="Graphic 1">
            <a:extLst>
              <a:ext uri="{FF2B5EF4-FFF2-40B4-BE49-F238E27FC236}">
                <a16:creationId xmlns:a16="http://schemas.microsoft.com/office/drawing/2014/main" id="{AF7ADEE1-F63C-492E-6243-826D5239E9F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128DC97F-4D64-0DED-88CD-EE02622DD1A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0" name="Slide Number Placeholder 5">
            <a:extLst>
              <a:ext uri="{FF2B5EF4-FFF2-40B4-BE49-F238E27FC236}">
                <a16:creationId xmlns:a16="http://schemas.microsoft.com/office/drawing/2014/main" id="{36AADFB0-EF58-B66F-9E2F-35B8CE845DF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B5E01CE8-3A1A-97F6-CB42-2A7B7096CAA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5" name="Straight Connector 4">
            <a:extLst>
              <a:ext uri="{FF2B5EF4-FFF2-40B4-BE49-F238E27FC236}">
                <a16:creationId xmlns:a16="http://schemas.microsoft.com/office/drawing/2014/main" id="{822FC401-1AA8-2464-8D1C-AB4CBBB237B3}"/>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565904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3.9 - Title dark">
    <p:bg>
      <p:bgPr>
        <a:solidFill>
          <a:schemeClr val="tx2"/>
        </a:solidFill>
        <a:effectLst/>
      </p:bgPr>
    </p:bg>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p:nvPr>
        </p:nvSpPr>
        <p:spPr>
          <a:xfrm>
            <a:off x="417600" y="1080000"/>
            <a:ext cx="8308800" cy="1760501"/>
          </a:xfrm>
          <a:prstGeom prst="rect">
            <a:avLst/>
          </a:prstGeom>
        </p:spPr>
        <p:txBody>
          <a:bodyPr lIns="0" tIns="0" rIns="0" bIns="0"/>
          <a:lstStyle>
            <a:lvl1pPr marL="0" indent="0">
              <a:buNone/>
              <a:defRPr sz="5400" baseline="0">
                <a:solidFill>
                  <a:schemeClr val="bg1"/>
                </a:solidFill>
                <a:latin typeface="Nokia Pure Headline Ultra Light" panose="020B0204020202020204" pitchFamily="34" charset="0"/>
              </a:defRPr>
            </a:lvl1pPr>
          </a:lstStyle>
          <a:p>
            <a:pPr lvl="0"/>
            <a:r>
              <a:rPr lang="en-US"/>
              <a:t>Click to edit Master text styles</a:t>
            </a:r>
          </a:p>
        </p:txBody>
      </p:sp>
      <p:pic>
        <p:nvPicPr>
          <p:cNvPr id="3" name="Graphic 2">
            <a:extLst>
              <a:ext uri="{FF2B5EF4-FFF2-40B4-BE49-F238E27FC236}">
                <a16:creationId xmlns:a16="http://schemas.microsoft.com/office/drawing/2014/main" id="{8751E31D-7B4F-D8BB-1E48-D88EA581DC1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
        <p:nvSpPr>
          <p:cNvPr id="17" name="TextBox 16">
            <a:extLst>
              <a:ext uri="{FF2B5EF4-FFF2-40B4-BE49-F238E27FC236}">
                <a16:creationId xmlns:a16="http://schemas.microsoft.com/office/drawing/2014/main" id="{3CFD536D-56F0-6B89-4E85-90A6E969D32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8" name="Slide Number Placeholder 5">
            <a:extLst>
              <a:ext uri="{FF2B5EF4-FFF2-40B4-BE49-F238E27FC236}">
                <a16:creationId xmlns:a16="http://schemas.microsoft.com/office/drawing/2014/main" id="{A2A18FDE-17E4-A96B-C3EE-A77EEBA83E23}"/>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A39C322E-4A8A-CA2E-DBCD-97DA4FDE15D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21" name="Text Placeholder 42">
            <a:extLst>
              <a:ext uri="{FF2B5EF4-FFF2-40B4-BE49-F238E27FC236}">
                <a16:creationId xmlns:a16="http://schemas.microsoft.com/office/drawing/2014/main" id="{B3D3C671-29A5-6951-28E5-A58089FE5D4B}"/>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466B2A9F-7428-9787-9456-2476EC7471B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115261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4.1 - Cover N BlueGreen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A97BECFD-8EA7-0689-338E-FF79734814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6" name="Graphic 5">
            <a:extLst>
              <a:ext uri="{FF2B5EF4-FFF2-40B4-BE49-F238E27FC236}">
                <a16:creationId xmlns:a16="http://schemas.microsoft.com/office/drawing/2014/main" id="{B8976C7B-2688-70F3-77A4-4D1113FB54E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5144400" cy="5144400"/>
          </a:xfrm>
          <a:prstGeom prst="rect">
            <a:avLst/>
          </a:prstGeom>
        </p:spPr>
      </p:pic>
      <p:sp>
        <p:nvSpPr>
          <p:cNvPr id="2" name="Title 4">
            <a:extLst>
              <a:ext uri="{FF2B5EF4-FFF2-40B4-BE49-F238E27FC236}">
                <a16:creationId xmlns:a16="http://schemas.microsoft.com/office/drawing/2014/main" id="{FCA7DC03-F552-0867-352F-D9703C6058FC}"/>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4" name="Text Placeholder 3">
            <a:extLst>
              <a:ext uri="{FF2B5EF4-FFF2-40B4-BE49-F238E27FC236}">
                <a16:creationId xmlns:a16="http://schemas.microsoft.com/office/drawing/2014/main" id="{095DCB03-B7A1-6B00-BC51-6A2712B64A79}"/>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0" name="Graphic 3">
            <a:extLst>
              <a:ext uri="{FF2B5EF4-FFF2-40B4-BE49-F238E27FC236}">
                <a16:creationId xmlns:a16="http://schemas.microsoft.com/office/drawing/2014/main" id="{49D9392C-9E29-427F-3C29-C64146E898C7}"/>
              </a:ext>
            </a:extLst>
          </p:cNvPr>
          <p:cNvGrpSpPr/>
          <p:nvPr userDrawn="1"/>
        </p:nvGrpSpPr>
        <p:grpSpPr>
          <a:xfrm>
            <a:off x="1237478" y="4482674"/>
            <a:ext cx="1363492" cy="307063"/>
            <a:chOff x="469958" y="1647414"/>
            <a:chExt cx="8205029" cy="1847802"/>
          </a:xfrm>
          <a:solidFill>
            <a:schemeClr val="bg1"/>
          </a:solidFill>
        </p:grpSpPr>
        <p:sp>
          <p:nvSpPr>
            <p:cNvPr id="11" name="Freeform 33">
              <a:extLst>
                <a:ext uri="{FF2B5EF4-FFF2-40B4-BE49-F238E27FC236}">
                  <a16:creationId xmlns:a16="http://schemas.microsoft.com/office/drawing/2014/main" id="{86483177-9ABF-3F5C-ED1D-16C01EEE37C3}"/>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97C96119-D9F7-8022-5694-A13E7950B52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3" name="Freeform 35">
              <a:extLst>
                <a:ext uri="{FF2B5EF4-FFF2-40B4-BE49-F238E27FC236}">
                  <a16:creationId xmlns:a16="http://schemas.microsoft.com/office/drawing/2014/main" id="{247CB589-C660-36A6-BF29-1327034A981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6">
              <a:extLst>
                <a:ext uri="{FF2B5EF4-FFF2-40B4-BE49-F238E27FC236}">
                  <a16:creationId xmlns:a16="http://schemas.microsoft.com/office/drawing/2014/main" id="{2B915696-0B26-9206-B2E7-93708805BDBC}"/>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5" name="Freeform 37">
              <a:extLst>
                <a:ext uri="{FF2B5EF4-FFF2-40B4-BE49-F238E27FC236}">
                  <a16:creationId xmlns:a16="http://schemas.microsoft.com/office/drawing/2014/main" id="{AA3A0836-5277-7254-E598-6DE9FA1A526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3" name="TextBox 2">
            <a:extLst>
              <a:ext uri="{FF2B5EF4-FFF2-40B4-BE49-F238E27FC236}">
                <a16:creationId xmlns:a16="http://schemas.microsoft.com/office/drawing/2014/main" id="{659763D9-588F-2473-91CB-B8C347B72189}"/>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6" name="Slide Number Placeholder 5">
            <a:extLst>
              <a:ext uri="{FF2B5EF4-FFF2-40B4-BE49-F238E27FC236}">
                <a16:creationId xmlns:a16="http://schemas.microsoft.com/office/drawing/2014/main" id="{23FCDC52-0E62-A2F4-0387-BFC107C7F663}"/>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753EC447-D430-EA30-E1F1-75D216432106}"/>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7" name="Straight Connector 6">
            <a:extLst>
              <a:ext uri="{FF2B5EF4-FFF2-40B4-BE49-F238E27FC236}">
                <a16:creationId xmlns:a16="http://schemas.microsoft.com/office/drawing/2014/main" id="{8C6FED7A-2E54-8D43-8732-46FB9027DB7B}"/>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7910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4.2 - Cover N PurpleBlue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81E104F6-2E1E-CFDD-A69D-C115384F15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5" name="Graphic 4">
            <a:extLst>
              <a:ext uri="{FF2B5EF4-FFF2-40B4-BE49-F238E27FC236}">
                <a16:creationId xmlns:a16="http://schemas.microsoft.com/office/drawing/2014/main" id="{0E27FD93-255E-C585-12C2-E99681C9BE5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901"/>
            <a:ext cx="5144400" cy="5144400"/>
          </a:xfrm>
          <a:prstGeom prst="rect">
            <a:avLst/>
          </a:prstGeom>
        </p:spPr>
      </p:pic>
      <p:sp>
        <p:nvSpPr>
          <p:cNvPr id="11" name="Title 4">
            <a:extLst>
              <a:ext uri="{FF2B5EF4-FFF2-40B4-BE49-F238E27FC236}">
                <a16:creationId xmlns:a16="http://schemas.microsoft.com/office/drawing/2014/main" id="{59E922F0-08F0-9919-8C26-CE716C3AE5B2}"/>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2" name="Text Placeholder 3">
            <a:extLst>
              <a:ext uri="{FF2B5EF4-FFF2-40B4-BE49-F238E27FC236}">
                <a16:creationId xmlns:a16="http://schemas.microsoft.com/office/drawing/2014/main" id="{FDF29A45-EE41-3151-6F22-1274BFD4DDDB}"/>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AC803887-2AFC-DF73-DE60-1BE27DDE158C}"/>
              </a:ext>
            </a:extLst>
          </p:cNvPr>
          <p:cNvGrpSpPr/>
          <p:nvPr userDrawn="1"/>
        </p:nvGrpSpPr>
        <p:grpSpPr>
          <a:xfrm>
            <a:off x="1237478" y="4482674"/>
            <a:ext cx="1363492" cy="307063"/>
            <a:chOff x="469958" y="1647414"/>
            <a:chExt cx="8205029" cy="1847802"/>
          </a:xfrm>
          <a:solidFill>
            <a:schemeClr val="bg1"/>
          </a:solidFill>
        </p:grpSpPr>
        <p:sp>
          <p:nvSpPr>
            <p:cNvPr id="8" name="Freeform 33">
              <a:extLst>
                <a:ext uri="{FF2B5EF4-FFF2-40B4-BE49-F238E27FC236}">
                  <a16:creationId xmlns:a16="http://schemas.microsoft.com/office/drawing/2014/main" id="{FB007C44-CA5E-747F-537B-FA8B422F6EF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4">
              <a:extLst>
                <a:ext uri="{FF2B5EF4-FFF2-40B4-BE49-F238E27FC236}">
                  <a16:creationId xmlns:a16="http://schemas.microsoft.com/office/drawing/2014/main" id="{ACD5E94E-82F7-2222-8DA7-BF2F4217D47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3" name="Freeform 35">
              <a:extLst>
                <a:ext uri="{FF2B5EF4-FFF2-40B4-BE49-F238E27FC236}">
                  <a16:creationId xmlns:a16="http://schemas.microsoft.com/office/drawing/2014/main" id="{3422F086-3538-B59C-A13B-E07C6B18072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6">
              <a:extLst>
                <a:ext uri="{FF2B5EF4-FFF2-40B4-BE49-F238E27FC236}">
                  <a16:creationId xmlns:a16="http://schemas.microsoft.com/office/drawing/2014/main" id="{64270631-5CE7-99C0-6E82-FDECFC1D363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5" name="Freeform 37">
              <a:extLst>
                <a:ext uri="{FF2B5EF4-FFF2-40B4-BE49-F238E27FC236}">
                  <a16:creationId xmlns:a16="http://schemas.microsoft.com/office/drawing/2014/main" id="{AEC4CD95-FA07-887B-3375-C4368A44AF15}"/>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0" name="TextBox 19">
            <a:extLst>
              <a:ext uri="{FF2B5EF4-FFF2-40B4-BE49-F238E27FC236}">
                <a16:creationId xmlns:a16="http://schemas.microsoft.com/office/drawing/2014/main" id="{77E65701-8704-DC44-7F06-7957F6D50DDE}"/>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B0CCF65E-F2C0-F179-6CEF-6926AE13A1AD}"/>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4148E0E7-D605-6CB3-E2A2-9F865D08BD3D}"/>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F0704DB9-88C7-16A3-4EB3-53EDBBBBED99}"/>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33512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4.3 - Cover N Pink1">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C7D16BB-9265-7D3A-E136-8F028A9F86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0" name="Graphic 19">
            <a:extLst>
              <a:ext uri="{FF2B5EF4-FFF2-40B4-BE49-F238E27FC236}">
                <a16:creationId xmlns:a16="http://schemas.microsoft.com/office/drawing/2014/main" id="{A7536232-7B28-DCFA-37A3-EEBA7365A5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5144400" cy="5144400"/>
          </a:xfrm>
          <a:prstGeom prst="rect">
            <a:avLst/>
          </a:prstGeom>
        </p:spPr>
      </p:pic>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bg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9" name="TextBox 18">
            <a:extLst>
              <a:ext uri="{FF2B5EF4-FFF2-40B4-BE49-F238E27FC236}">
                <a16:creationId xmlns:a16="http://schemas.microsoft.com/office/drawing/2014/main" id="{3B531529-C0C1-501F-B90B-E578B26E0D98}"/>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40C94059-F7F6-293D-88B1-A0CCDDB75575}"/>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98343E1B-0BDB-6D7F-D5F6-35E72B8B2568}"/>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E6A5F513-FF52-40DD-1058-E3394F1442C6}"/>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56879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5144400" cy="51444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accent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4" name="TextBox 23">
            <a:extLst>
              <a:ext uri="{FF2B5EF4-FFF2-40B4-BE49-F238E27FC236}">
                <a16:creationId xmlns:a16="http://schemas.microsoft.com/office/drawing/2014/main" id="{EE447E57-9E3B-2030-9902-A8BA6E7583E4}"/>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6" name="Footer Placeholder 2">
            <a:extLst>
              <a:ext uri="{FF2B5EF4-FFF2-40B4-BE49-F238E27FC236}">
                <a16:creationId xmlns:a16="http://schemas.microsoft.com/office/drawing/2014/main" id="{AD544843-BF44-8F0F-4D23-F80C60F60B55}"/>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B1A77665-3F1E-2A97-3EA0-9107B5BFDA76}"/>
              </a:ext>
            </a:extLst>
          </p:cNvPr>
          <p:cNvCxnSpPr>
            <a:cxnSpLocks/>
          </p:cNvCxnSpPr>
          <p:nvPr userDrawn="1"/>
        </p:nvCxnSpPr>
        <p:spPr>
          <a:xfrm>
            <a:off x="6278509"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578862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5.1 - Cover O BlueGreen2">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8A7CBB0-A767-7247-8638-81BC366967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7BBDEA00-FE7A-639E-C16F-BC5E3DBD8FD3}"/>
              </a:ext>
            </a:extLst>
          </p:cNvPr>
          <p:cNvGrpSpPr/>
          <p:nvPr userDrawn="1"/>
        </p:nvGrpSpPr>
        <p:grpSpPr>
          <a:xfrm>
            <a:off x="6981148" y="2418218"/>
            <a:ext cx="1363492" cy="307063"/>
            <a:chOff x="469958" y="1647414"/>
            <a:chExt cx="8205029" cy="1847802"/>
          </a:xfrm>
          <a:solidFill>
            <a:schemeClr val="bg1"/>
          </a:solidFill>
        </p:grpSpPr>
        <p:sp>
          <p:nvSpPr>
            <p:cNvPr id="4" name="Freeform 24">
              <a:extLst>
                <a:ext uri="{FF2B5EF4-FFF2-40B4-BE49-F238E27FC236}">
                  <a16:creationId xmlns:a16="http://schemas.microsoft.com/office/drawing/2014/main" id="{0B5F76F9-295B-59E5-BDCF-8B6840E5B5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25">
              <a:extLst>
                <a:ext uri="{FF2B5EF4-FFF2-40B4-BE49-F238E27FC236}">
                  <a16:creationId xmlns:a16="http://schemas.microsoft.com/office/drawing/2014/main" id="{B473941B-CE77-6414-782E-B5933651166D}"/>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26">
              <a:extLst>
                <a:ext uri="{FF2B5EF4-FFF2-40B4-BE49-F238E27FC236}">
                  <a16:creationId xmlns:a16="http://schemas.microsoft.com/office/drawing/2014/main" id="{03FCE4B1-384C-92A9-F114-45634B67A11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8" name="Freeform 27">
              <a:extLst>
                <a:ext uri="{FF2B5EF4-FFF2-40B4-BE49-F238E27FC236}">
                  <a16:creationId xmlns:a16="http://schemas.microsoft.com/office/drawing/2014/main" id="{16718376-BEBA-6EC2-B9BA-05AEA785303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2" name="Freeform 28">
              <a:extLst>
                <a:ext uri="{FF2B5EF4-FFF2-40B4-BE49-F238E27FC236}">
                  <a16:creationId xmlns:a16="http://schemas.microsoft.com/office/drawing/2014/main" id="{55E96EEC-F984-9065-5EAC-AF9297B31DF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3" name="Graphic 12">
            <a:extLst>
              <a:ext uri="{FF2B5EF4-FFF2-40B4-BE49-F238E27FC236}">
                <a16:creationId xmlns:a16="http://schemas.microsoft.com/office/drawing/2014/main" id="{8CEF710E-39E1-082B-B52C-E37B4EEF550E}"/>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14" name="Title 4">
            <a:extLst>
              <a:ext uri="{FF2B5EF4-FFF2-40B4-BE49-F238E27FC236}">
                <a16:creationId xmlns:a16="http://schemas.microsoft.com/office/drawing/2014/main" id="{2C6BDD68-E8AC-9D13-ED1D-D43FFC8357C6}"/>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5" name="Text Placeholder 3">
            <a:extLst>
              <a:ext uri="{FF2B5EF4-FFF2-40B4-BE49-F238E27FC236}">
                <a16:creationId xmlns:a16="http://schemas.microsoft.com/office/drawing/2014/main" id="{76BF5CE8-2417-2D5D-75FE-27E0BE07F509}"/>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16" name="TextBox 15">
            <a:extLst>
              <a:ext uri="{FF2B5EF4-FFF2-40B4-BE49-F238E27FC236}">
                <a16:creationId xmlns:a16="http://schemas.microsoft.com/office/drawing/2014/main" id="{CC8B88A2-C8A9-A342-E8B5-C91DF5E71FF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7" name="Slide Number Placeholder 5">
            <a:extLst>
              <a:ext uri="{FF2B5EF4-FFF2-40B4-BE49-F238E27FC236}">
                <a16:creationId xmlns:a16="http://schemas.microsoft.com/office/drawing/2014/main" id="{9EC2290D-5934-145E-499C-1CB0349E5FA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BD471F30-B344-A63E-287D-45299C34768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4698C39D-9BF3-2E01-07D8-83AC83D22B64}"/>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29509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5.2 - Cover O BluePink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B7370059-157B-625C-8521-D3FCF8A22D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6" name="Graphic 3">
            <a:extLst>
              <a:ext uri="{FF2B5EF4-FFF2-40B4-BE49-F238E27FC236}">
                <a16:creationId xmlns:a16="http://schemas.microsoft.com/office/drawing/2014/main" id="{7ADBC276-24FC-31B1-198D-D0A0EB5188BB}"/>
              </a:ext>
            </a:extLst>
          </p:cNvPr>
          <p:cNvGrpSpPr/>
          <p:nvPr userDrawn="1"/>
        </p:nvGrpSpPr>
        <p:grpSpPr>
          <a:xfrm>
            <a:off x="6981148" y="2418218"/>
            <a:ext cx="1363492" cy="307063"/>
            <a:chOff x="469958" y="1647414"/>
            <a:chExt cx="8205029" cy="1847802"/>
          </a:xfrm>
          <a:solidFill>
            <a:schemeClr val="bg1"/>
          </a:solidFill>
        </p:grpSpPr>
        <p:sp>
          <p:nvSpPr>
            <p:cNvPr id="7" name="Freeform 24">
              <a:extLst>
                <a:ext uri="{FF2B5EF4-FFF2-40B4-BE49-F238E27FC236}">
                  <a16:creationId xmlns:a16="http://schemas.microsoft.com/office/drawing/2014/main" id="{CDDE8834-7F71-A488-29A8-540395324479}"/>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8" name="Freeform 25">
              <a:extLst>
                <a:ext uri="{FF2B5EF4-FFF2-40B4-BE49-F238E27FC236}">
                  <a16:creationId xmlns:a16="http://schemas.microsoft.com/office/drawing/2014/main" id="{FEFA04F6-2C3F-3E38-9E08-D6990D946A8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9" name="Freeform 26">
              <a:extLst>
                <a:ext uri="{FF2B5EF4-FFF2-40B4-BE49-F238E27FC236}">
                  <a16:creationId xmlns:a16="http://schemas.microsoft.com/office/drawing/2014/main" id="{54253727-9053-862A-19CB-32DD1616812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12" name="Freeform 27">
              <a:extLst>
                <a:ext uri="{FF2B5EF4-FFF2-40B4-BE49-F238E27FC236}">
                  <a16:creationId xmlns:a16="http://schemas.microsoft.com/office/drawing/2014/main" id="{6E5204B2-3785-90DB-45F2-F73CC497595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3" name="Freeform 28">
              <a:extLst>
                <a:ext uri="{FF2B5EF4-FFF2-40B4-BE49-F238E27FC236}">
                  <a16:creationId xmlns:a16="http://schemas.microsoft.com/office/drawing/2014/main" id="{95BC05DD-4D63-F05A-843F-EE491020FFD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4" name="Graphic 13">
            <a:extLst>
              <a:ext uri="{FF2B5EF4-FFF2-40B4-BE49-F238E27FC236}">
                <a16:creationId xmlns:a16="http://schemas.microsoft.com/office/drawing/2014/main" id="{F41E3DBD-A4E2-6EF5-8073-EED87395D74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15" name="Title 4">
            <a:extLst>
              <a:ext uri="{FF2B5EF4-FFF2-40B4-BE49-F238E27FC236}">
                <a16:creationId xmlns:a16="http://schemas.microsoft.com/office/drawing/2014/main" id="{60E8CE17-B2D0-B92F-1A9F-C72280B6E9A3}"/>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6" name="Text Placeholder 3">
            <a:extLst>
              <a:ext uri="{FF2B5EF4-FFF2-40B4-BE49-F238E27FC236}">
                <a16:creationId xmlns:a16="http://schemas.microsoft.com/office/drawing/2014/main" id="{6BEF90E0-A2AA-9B05-58FB-3D4109E95C42}"/>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20" name="TextBox 19">
            <a:extLst>
              <a:ext uri="{FF2B5EF4-FFF2-40B4-BE49-F238E27FC236}">
                <a16:creationId xmlns:a16="http://schemas.microsoft.com/office/drawing/2014/main" id="{3B132D8A-9E85-B335-C2FD-9D2508FEAF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5D1F556C-703D-0EB9-35BD-0A7DE6122BF2}"/>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F61D5928-67F7-A4E5-2767-E072B8F67A2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0AE06C9D-E699-053A-48F6-090A15EE3414}"/>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131265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5.3 - Cover O BlueGreen3">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7" name="Graphic 3">
            <a:extLst>
              <a:ext uri="{FF2B5EF4-FFF2-40B4-BE49-F238E27FC236}">
                <a16:creationId xmlns:a16="http://schemas.microsoft.com/office/drawing/2014/main" id="{7D655505-6963-6602-F9EA-4C3B3BA5DCB7}"/>
              </a:ext>
            </a:extLst>
          </p:cNvPr>
          <p:cNvGrpSpPr/>
          <p:nvPr userDrawn="1"/>
        </p:nvGrpSpPr>
        <p:grpSpPr>
          <a:xfrm>
            <a:off x="6981148" y="2418218"/>
            <a:ext cx="1363492" cy="307063"/>
            <a:chOff x="469958" y="1647414"/>
            <a:chExt cx="8205029" cy="1847802"/>
          </a:xfrm>
          <a:solidFill>
            <a:schemeClr val="bg1"/>
          </a:solidFill>
        </p:grpSpPr>
        <p:sp>
          <p:nvSpPr>
            <p:cNvPr id="8" name="Freeform 24">
              <a:extLst>
                <a:ext uri="{FF2B5EF4-FFF2-40B4-BE49-F238E27FC236}">
                  <a16:creationId xmlns:a16="http://schemas.microsoft.com/office/drawing/2014/main" id="{7D3C8143-8E12-BEA4-801E-C540B573C9A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12" name="Freeform 25">
              <a:extLst>
                <a:ext uri="{FF2B5EF4-FFF2-40B4-BE49-F238E27FC236}">
                  <a16:creationId xmlns:a16="http://schemas.microsoft.com/office/drawing/2014/main" id="{08DD0EEC-3388-7E9D-C475-8C7C6448AEF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13" name="Freeform 26">
              <a:extLst>
                <a:ext uri="{FF2B5EF4-FFF2-40B4-BE49-F238E27FC236}">
                  <a16:creationId xmlns:a16="http://schemas.microsoft.com/office/drawing/2014/main" id="{46AF7602-77C1-4DB0-5B0C-443AE4CE7F6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14" name="Freeform 27">
              <a:extLst>
                <a:ext uri="{FF2B5EF4-FFF2-40B4-BE49-F238E27FC236}">
                  <a16:creationId xmlns:a16="http://schemas.microsoft.com/office/drawing/2014/main" id="{CE410BEC-795B-5241-F0C2-EA9498D9FABB}"/>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5" name="Freeform 28">
              <a:extLst>
                <a:ext uri="{FF2B5EF4-FFF2-40B4-BE49-F238E27FC236}">
                  <a16:creationId xmlns:a16="http://schemas.microsoft.com/office/drawing/2014/main" id="{A382B77D-424C-AD2C-03A1-02E188F12FF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sp>
        <p:nvSpPr>
          <p:cNvPr id="20" name="TextBox 19">
            <a:extLst>
              <a:ext uri="{FF2B5EF4-FFF2-40B4-BE49-F238E27FC236}">
                <a16:creationId xmlns:a16="http://schemas.microsoft.com/office/drawing/2014/main" id="{720759C7-94BC-8FC1-9A43-A40A4BE7AC1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83D4680A-11B6-A841-EC68-FFF11409500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AE485A1C-8A6A-5C51-5E3F-5685AAA904F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B0347B25-CB84-1FE7-62E9-F00844782A8A}"/>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73369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5.4 - Cover O White">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7055828" y="2418218"/>
            <a:ext cx="1363492" cy="307063"/>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pic>
        <p:nvPicPr>
          <p:cNvPr id="20" name="Picture 19" descr="Circle&#10;&#10;Description automatically generated with medium confidence">
            <a:extLst>
              <a:ext uri="{FF2B5EF4-FFF2-40B4-BE49-F238E27FC236}">
                <a16:creationId xmlns:a16="http://schemas.microsoft.com/office/drawing/2014/main" id="{87D5AF06-6AF8-9002-BEDC-176CB57496A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5084"/>
          <a:stretch/>
        </p:blipFill>
        <p:spPr>
          <a:xfrm>
            <a:off x="5126775" y="-4796"/>
            <a:ext cx="4017225" cy="5143500"/>
          </a:xfrm>
          <a:prstGeom prst="rect">
            <a:avLst/>
          </a:prstGeom>
        </p:spPr>
      </p:pic>
      <p:sp>
        <p:nvSpPr>
          <p:cNvPr id="16" name="TextBox 15">
            <a:extLst>
              <a:ext uri="{FF2B5EF4-FFF2-40B4-BE49-F238E27FC236}">
                <a16:creationId xmlns:a16="http://schemas.microsoft.com/office/drawing/2014/main" id="{8D94EDB0-D38F-0FE8-27C1-80BAE2455A1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9" name="Slide Number Placeholder 5">
            <a:extLst>
              <a:ext uri="{FF2B5EF4-FFF2-40B4-BE49-F238E27FC236}">
                <a16:creationId xmlns:a16="http://schemas.microsoft.com/office/drawing/2014/main" id="{EFAF1A61-3518-0ABC-1BC0-5990D5EF88D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496FB4B1-7F2F-CF04-74B8-D3A7467B0ED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45700AEF-B2E0-306E-A874-DE91DDDD98FF}"/>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587976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6.1 - Cover K Orange1">
    <p:spTree>
      <p:nvGrpSpPr>
        <p:cNvPr id="1" name=""/>
        <p:cNvGrpSpPr/>
        <p:nvPr/>
      </p:nvGrpSpPr>
      <p:grpSpPr>
        <a:xfrm>
          <a:off x="0" y="0"/>
          <a:ext cx="0" cy="0"/>
          <a:chOff x="0" y="0"/>
          <a:chExt cx="0" cy="0"/>
        </a:xfrm>
      </p:grpSpPr>
      <p:pic>
        <p:nvPicPr>
          <p:cNvPr id="16" name="Picture 15" descr="Background pattern&#10;&#10;Description automatically generated">
            <a:extLst>
              <a:ext uri="{FF2B5EF4-FFF2-40B4-BE49-F238E27FC236}">
                <a16:creationId xmlns:a16="http://schemas.microsoft.com/office/drawing/2014/main" id="{38FCEB48-BE41-308F-33AB-94163C02BF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0" name="Graphic 9">
            <a:extLst>
              <a:ext uri="{FF2B5EF4-FFF2-40B4-BE49-F238E27FC236}">
                <a16:creationId xmlns:a16="http://schemas.microsoft.com/office/drawing/2014/main" id="{193793F7-1073-3781-E44D-DD541B78667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4967656" y="0"/>
            <a:ext cx="4176344" cy="51444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6" name="Graphic 3">
            <a:extLst>
              <a:ext uri="{FF2B5EF4-FFF2-40B4-BE49-F238E27FC236}">
                <a16:creationId xmlns:a16="http://schemas.microsoft.com/office/drawing/2014/main" id="{5A3F8AE7-69F1-0171-3222-4CFFCDB4F568}"/>
              </a:ext>
            </a:extLst>
          </p:cNvPr>
          <p:cNvGrpSpPr/>
          <p:nvPr userDrawn="1"/>
        </p:nvGrpSpPr>
        <p:grpSpPr>
          <a:xfrm>
            <a:off x="7055828" y="2418218"/>
            <a:ext cx="1363492" cy="307063"/>
            <a:chOff x="469958" y="1647414"/>
            <a:chExt cx="8205029" cy="1847802"/>
          </a:xfrm>
          <a:solidFill>
            <a:schemeClr val="bg1"/>
          </a:solidFill>
        </p:grpSpPr>
        <p:sp>
          <p:nvSpPr>
            <p:cNvPr id="7" name="Freeform 25">
              <a:extLst>
                <a:ext uri="{FF2B5EF4-FFF2-40B4-BE49-F238E27FC236}">
                  <a16:creationId xmlns:a16="http://schemas.microsoft.com/office/drawing/2014/main" id="{0DE2A214-8055-F089-C6C4-415D2FEE42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8" name="Freeform 31">
              <a:extLst>
                <a:ext uri="{FF2B5EF4-FFF2-40B4-BE49-F238E27FC236}">
                  <a16:creationId xmlns:a16="http://schemas.microsoft.com/office/drawing/2014/main" id="{E7E7B380-ABE2-70DF-A29A-E3B4A181FA12}"/>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2">
              <a:extLst>
                <a:ext uri="{FF2B5EF4-FFF2-40B4-BE49-F238E27FC236}">
                  <a16:creationId xmlns:a16="http://schemas.microsoft.com/office/drawing/2014/main" id="{ED784E94-97A9-B627-1E07-7CAEF44EE8A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31E44308-7765-3146-1869-04D3DA41235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5E9E56FD-C856-3054-AB6B-A80BA7D6C55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0" name="TextBox 19">
            <a:extLst>
              <a:ext uri="{FF2B5EF4-FFF2-40B4-BE49-F238E27FC236}">
                <a16:creationId xmlns:a16="http://schemas.microsoft.com/office/drawing/2014/main" id="{801FC38E-29E5-B44A-FE96-F713B08050E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1" name="Slide Number Placeholder 5">
            <a:extLst>
              <a:ext uri="{FF2B5EF4-FFF2-40B4-BE49-F238E27FC236}">
                <a16:creationId xmlns:a16="http://schemas.microsoft.com/office/drawing/2014/main" id="{7AAAD9DC-C952-84F6-32BA-CE8084E916D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B603A7C0-7450-F57A-CF86-135B131E63C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DEC99354-0705-43E6-69C9-1036477EF0BB}"/>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755447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6.2 - Cover K BlueGreen4">
    <p:spTree>
      <p:nvGrpSpPr>
        <p:cNvPr id="1" name=""/>
        <p:cNvGrpSpPr/>
        <p:nvPr/>
      </p:nvGrpSpPr>
      <p:grpSpPr>
        <a:xfrm>
          <a:off x="0" y="0"/>
          <a:ext cx="0" cy="0"/>
          <a:chOff x="0" y="0"/>
          <a:chExt cx="0" cy="0"/>
        </a:xfrm>
      </p:grpSpPr>
      <p:pic>
        <p:nvPicPr>
          <p:cNvPr id="26" name="Picture 25" descr="Background pattern&#10;&#10;Description automatically generated">
            <a:extLst>
              <a:ext uri="{FF2B5EF4-FFF2-40B4-BE49-F238E27FC236}">
                <a16:creationId xmlns:a16="http://schemas.microsoft.com/office/drawing/2014/main" id="{8FF1A58D-53A4-65F6-8F2B-645D65C533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4" name="Graphic 3">
            <a:extLst>
              <a:ext uri="{FF2B5EF4-FFF2-40B4-BE49-F238E27FC236}">
                <a16:creationId xmlns:a16="http://schemas.microsoft.com/office/drawing/2014/main" id="{5166BBE5-C86E-3E87-A7C5-F29BE64D716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5C4391E8-E519-220E-82C7-E7E85659A4E4}"/>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24" name="Text Placeholder 3">
            <a:extLst>
              <a:ext uri="{FF2B5EF4-FFF2-40B4-BE49-F238E27FC236}">
                <a16:creationId xmlns:a16="http://schemas.microsoft.com/office/drawing/2014/main" id="{F3E219A7-8ADF-6CBF-872C-AEF07B645E6D}"/>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47BEB086-B161-40ED-B2E3-DDF397278FA8}"/>
              </a:ext>
            </a:extLst>
          </p:cNvPr>
          <p:cNvGrpSpPr/>
          <p:nvPr userDrawn="1"/>
        </p:nvGrpSpPr>
        <p:grpSpPr>
          <a:xfrm>
            <a:off x="7055828" y="2418218"/>
            <a:ext cx="1363492" cy="307063"/>
            <a:chOff x="469958" y="1647414"/>
            <a:chExt cx="8205029" cy="1847802"/>
          </a:xfrm>
          <a:solidFill>
            <a:schemeClr val="bg1"/>
          </a:solidFill>
        </p:grpSpPr>
        <p:sp>
          <p:nvSpPr>
            <p:cNvPr id="8" name="Freeform 25">
              <a:extLst>
                <a:ext uri="{FF2B5EF4-FFF2-40B4-BE49-F238E27FC236}">
                  <a16:creationId xmlns:a16="http://schemas.microsoft.com/office/drawing/2014/main" id="{635D1FEE-8FAA-6AFD-E821-344C363F2C2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936726D0-2423-B7DC-41C5-A3E0D3C9275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17257835-1368-81AC-1BB9-5374BD6AEA7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28AB2999-1929-69AE-F4B8-38F9B81ECF7A}"/>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AC62732A-D69F-1BDC-8778-1D5E71576F1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7" name="TextBox 16">
            <a:extLst>
              <a:ext uri="{FF2B5EF4-FFF2-40B4-BE49-F238E27FC236}">
                <a16:creationId xmlns:a16="http://schemas.microsoft.com/office/drawing/2014/main" id="{D9CCAE72-315B-6DC4-6ED3-6C32104BB03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8" name="Slide Number Placeholder 5">
            <a:extLst>
              <a:ext uri="{FF2B5EF4-FFF2-40B4-BE49-F238E27FC236}">
                <a16:creationId xmlns:a16="http://schemas.microsoft.com/office/drawing/2014/main" id="{9F6B1C01-19BD-7D67-4E40-88818E2139B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7C973916-701B-92E4-FA4C-28A5746F5C0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C8980C06-E572-7A51-AF42-18E3E2BB769D}"/>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52479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6.3 - Cover K Pink1">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C0B63B-5EB2-C517-FFAF-0A5B2B5AB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 name="Graphic 1">
            <a:extLst>
              <a:ext uri="{FF2B5EF4-FFF2-40B4-BE49-F238E27FC236}">
                <a16:creationId xmlns:a16="http://schemas.microsoft.com/office/drawing/2014/main" id="{D2D54FC7-5739-CC9E-8372-80A8BD5BD489}"/>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FADBBE10-EF5A-37AA-E18F-F9B27AA61FED}"/>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a:t>Presentation</a:t>
            </a:r>
            <a:br>
              <a:rPr lang="en-GB"/>
            </a:br>
            <a:r>
              <a:rPr lang="en-GB"/>
              <a:t>Title (2 lines)</a:t>
            </a:r>
          </a:p>
        </p:txBody>
      </p:sp>
      <p:sp>
        <p:nvSpPr>
          <p:cNvPr id="24" name="Text Placeholder 3">
            <a:extLst>
              <a:ext uri="{FF2B5EF4-FFF2-40B4-BE49-F238E27FC236}">
                <a16:creationId xmlns:a16="http://schemas.microsoft.com/office/drawing/2014/main" id="{0DF69E35-608B-F57E-3615-F9FB9D11DD83}"/>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8" name="Graphic 3">
            <a:extLst>
              <a:ext uri="{FF2B5EF4-FFF2-40B4-BE49-F238E27FC236}">
                <a16:creationId xmlns:a16="http://schemas.microsoft.com/office/drawing/2014/main" id="{02491239-1144-EB94-E007-F05D770D71DA}"/>
              </a:ext>
            </a:extLst>
          </p:cNvPr>
          <p:cNvGrpSpPr/>
          <p:nvPr userDrawn="1"/>
        </p:nvGrpSpPr>
        <p:grpSpPr>
          <a:xfrm>
            <a:off x="7055828" y="2418218"/>
            <a:ext cx="1363492" cy="307063"/>
            <a:chOff x="469958" y="1647414"/>
            <a:chExt cx="8205029" cy="1847802"/>
          </a:xfrm>
          <a:solidFill>
            <a:schemeClr val="bg1"/>
          </a:solidFill>
        </p:grpSpPr>
        <p:sp>
          <p:nvSpPr>
            <p:cNvPr id="9" name="Freeform 25">
              <a:extLst>
                <a:ext uri="{FF2B5EF4-FFF2-40B4-BE49-F238E27FC236}">
                  <a16:creationId xmlns:a16="http://schemas.microsoft.com/office/drawing/2014/main" id="{2FDE4536-B74E-FB0B-5701-EE95568054DA}"/>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1">
              <a:extLst>
                <a:ext uri="{FF2B5EF4-FFF2-40B4-BE49-F238E27FC236}">
                  <a16:creationId xmlns:a16="http://schemas.microsoft.com/office/drawing/2014/main" id="{DC504B4C-4BF0-DF13-D647-0C718DF4AD9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2">
              <a:extLst>
                <a:ext uri="{FF2B5EF4-FFF2-40B4-BE49-F238E27FC236}">
                  <a16:creationId xmlns:a16="http://schemas.microsoft.com/office/drawing/2014/main" id="{F3BB0087-C253-F0E4-3F52-1A53B4AFA97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2" name="Freeform 33">
              <a:extLst>
                <a:ext uri="{FF2B5EF4-FFF2-40B4-BE49-F238E27FC236}">
                  <a16:creationId xmlns:a16="http://schemas.microsoft.com/office/drawing/2014/main" id="{3025D71C-0D10-5220-5980-B17FC068151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3" name="Freeform 34">
              <a:extLst>
                <a:ext uri="{FF2B5EF4-FFF2-40B4-BE49-F238E27FC236}">
                  <a16:creationId xmlns:a16="http://schemas.microsoft.com/office/drawing/2014/main" id="{64514CD7-9102-9552-6763-AB0337AAA7E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8" name="TextBox 17">
            <a:extLst>
              <a:ext uri="{FF2B5EF4-FFF2-40B4-BE49-F238E27FC236}">
                <a16:creationId xmlns:a16="http://schemas.microsoft.com/office/drawing/2014/main" id="{5AE80B1C-FD35-F288-8BFD-2F827D4C51A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9" name="Slide Number Placeholder 5">
            <a:extLst>
              <a:ext uri="{FF2B5EF4-FFF2-40B4-BE49-F238E27FC236}">
                <a16:creationId xmlns:a16="http://schemas.microsoft.com/office/drawing/2014/main" id="{0B17E72F-0CE2-D4D0-F696-BEA9F83EF5A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AB4C8BF7-D6EA-CCEB-F116-FF8F674A1D0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3" name="Straight Connector 2">
            <a:extLst>
              <a:ext uri="{FF2B5EF4-FFF2-40B4-BE49-F238E27FC236}">
                <a16:creationId xmlns:a16="http://schemas.microsoft.com/office/drawing/2014/main" id="{2E635509-617A-2673-6143-139A72A328AE}"/>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55455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6.4 - Cover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18798"/>
          <a:stretch/>
        </p:blipFill>
        <p:spPr>
          <a:xfrm>
            <a:off x="4966626" y="0"/>
            <a:ext cx="4177374" cy="5144400"/>
          </a:xfrm>
          <a:prstGeom prst="rect">
            <a:avLst/>
          </a:prstGeom>
        </p:spPr>
      </p:pic>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a:t>Presentation</a:t>
            </a:r>
            <a:br>
              <a:rPr lang="en-GB"/>
            </a:br>
            <a:r>
              <a:rPr lang="en-GB"/>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7055828" y="2418218"/>
            <a:ext cx="1363492" cy="307063"/>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9" name="TextBox 18">
            <a:extLst>
              <a:ext uri="{FF2B5EF4-FFF2-40B4-BE49-F238E27FC236}">
                <a16:creationId xmlns:a16="http://schemas.microsoft.com/office/drawing/2014/main" id="{685118FE-3A69-7878-D9BB-1A3313720C8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20" name="Slide Number Placeholder 5">
            <a:extLst>
              <a:ext uri="{FF2B5EF4-FFF2-40B4-BE49-F238E27FC236}">
                <a16:creationId xmlns:a16="http://schemas.microsoft.com/office/drawing/2014/main" id="{0F609D8D-5CB0-9FB7-12C3-CB2F81E54A6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A6A581A3-9568-ADAA-C577-D08AD5F1385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cxnSp>
        <p:nvCxnSpPr>
          <p:cNvPr id="2" name="Straight Connector 1">
            <a:extLst>
              <a:ext uri="{FF2B5EF4-FFF2-40B4-BE49-F238E27FC236}">
                <a16:creationId xmlns:a16="http://schemas.microsoft.com/office/drawing/2014/main" id="{39597BE1-B84C-D2C8-9145-12E1EE3A2A41}"/>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601544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7.1 - Divider BlueGreen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98BFE0-FEAC-1333-6BF5-7907903B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EF5C81FB-4A41-2E38-2638-F82CC70C7B5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A3AA9E6A-3B54-EBA8-25AB-52211D52F5E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0FC82D3C-5CAB-DDEA-5BAD-0CE49311B44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F275CFF-10A6-01B8-606D-73D7A564226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5" name="Text Placeholder 42">
            <a:extLst>
              <a:ext uri="{FF2B5EF4-FFF2-40B4-BE49-F238E27FC236}">
                <a16:creationId xmlns:a16="http://schemas.microsoft.com/office/drawing/2014/main" id="{56D07526-2E9D-2AAD-EE94-167EEE1536FF}"/>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A8D6CBFA-FE17-BB91-3580-068737D2A8A9}"/>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47570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7.2 - Divider BlueGreen3">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82BC244E-62D2-236F-4DC8-EEBFE9AF28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8" name="Text Placeholder 42">
            <a:extLst>
              <a:ext uri="{FF2B5EF4-FFF2-40B4-BE49-F238E27FC236}">
                <a16:creationId xmlns:a16="http://schemas.microsoft.com/office/drawing/2014/main" id="{BE7F6530-2B80-C2AA-C92D-861D7E8FD530}"/>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9E92399-CC16-9177-2657-E4899DE3837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4FBBDEB0-7315-4214-F9C8-48DBCC502C8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3976F6A6-5835-91B8-5B94-A197DCCF65D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146445DD-AC0A-C4BA-03CB-A346CF3E927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3" name="Text Placeholder 42">
            <a:extLst>
              <a:ext uri="{FF2B5EF4-FFF2-40B4-BE49-F238E27FC236}">
                <a16:creationId xmlns:a16="http://schemas.microsoft.com/office/drawing/2014/main" id="{5ED3C240-0F31-AD4B-E3D6-E9E2DFC4EB67}"/>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33C362B2-9A6C-0E6C-FBA1-C96043F3F40D}"/>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36982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7.3 - Divider BlueGreen5">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ACC9534-D4F4-B471-C3A8-8380F72B34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3761BFBE-2F2E-2C4F-848A-E8505169811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BC0FACD4-71CC-9E35-CDCC-22C146E52E9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823572DF-299F-8B6C-1E42-1A659F39324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F374EA10-DD32-7823-1E8C-8A5B6454CCC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4" name="Text Placeholder 42">
            <a:extLst>
              <a:ext uri="{FF2B5EF4-FFF2-40B4-BE49-F238E27FC236}">
                <a16:creationId xmlns:a16="http://schemas.microsoft.com/office/drawing/2014/main" id="{B4CCFE40-D40E-A7E0-E99F-0E9E3E7CA3B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6" name="Straight Connector 5">
            <a:extLst>
              <a:ext uri="{FF2B5EF4-FFF2-40B4-BE49-F238E27FC236}">
                <a16:creationId xmlns:a16="http://schemas.microsoft.com/office/drawing/2014/main" id="{D62F7CD0-7194-262C-4163-9C9259A996B3}"/>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762181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7.4 - Divider PurpleBlue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E01D2CA4-939C-12C2-DF49-53BE4EA4C1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0DABAD96-0284-76FF-D804-48E7FFCA08F5}"/>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83B5421E-4ADD-A198-F29A-1E6995BF576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06758511-3EE8-4852-763C-F4F1187FA97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4486F512-1927-A0E0-A1C2-79941992D99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8DEF3F3-5CAD-FC0C-F7DD-4A913E71BD3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4" name="Text Placeholder 42">
            <a:extLst>
              <a:ext uri="{FF2B5EF4-FFF2-40B4-BE49-F238E27FC236}">
                <a16:creationId xmlns:a16="http://schemas.microsoft.com/office/drawing/2014/main" id="{E790325F-8E1D-1D8F-9BC9-63324BDA4002}"/>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4D2CB855-84A3-85F5-FB9C-1E75571087A5}"/>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01952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7.5 - Divider BluePink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EF07AED-C885-0A94-CE92-AD0235762C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5" name="Text Placeholder 42">
            <a:extLst>
              <a:ext uri="{FF2B5EF4-FFF2-40B4-BE49-F238E27FC236}">
                <a16:creationId xmlns:a16="http://schemas.microsoft.com/office/drawing/2014/main" id="{513AFDC9-7EA7-195A-AC21-49A03E74AF4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5F57FFFB-CCE3-C058-3729-4EDEEE5E646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35665458-1735-3CFE-DB60-E654932058A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B8EAC92C-19BC-5473-42AE-69A4371F2861}"/>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E2C85D8-A3A9-A261-1BCF-70106685644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3" name="Text Placeholder 42">
            <a:extLst>
              <a:ext uri="{FF2B5EF4-FFF2-40B4-BE49-F238E27FC236}">
                <a16:creationId xmlns:a16="http://schemas.microsoft.com/office/drawing/2014/main" id="{521CF4E5-14D0-7A0E-3B20-BC1F539D9BFE}"/>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684253F2-17A2-0FB1-EBCA-E926952C83BC}"/>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820531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7.6 - Divider Pink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D17980-F783-4A27-87DC-42985B6C7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522A1BAB-7805-96E3-BA5B-3E8B26D8AA37}"/>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AB3FE475-1931-B109-EFE4-3720BF54E14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C4C0B05D-F0F7-15F3-4C17-EED0899C7AF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49857B24-CF63-C1F9-6FBA-114618B4AAB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9CB5136-AC36-0B5E-A3A9-2D5B7B13CF9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4" name="Text Placeholder 42">
            <a:extLst>
              <a:ext uri="{FF2B5EF4-FFF2-40B4-BE49-F238E27FC236}">
                <a16:creationId xmlns:a16="http://schemas.microsoft.com/office/drawing/2014/main" id="{45165F11-ACDF-2F83-0960-B38B3A16DAD5}"/>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1A883A0B-71FE-CCBB-40D3-94902D79FA08}"/>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94862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7.7 - Divider Orange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34BF0FE-66B0-30DC-7C7E-0C60AC6208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4" name="Text Placeholder 42">
            <a:extLst>
              <a:ext uri="{FF2B5EF4-FFF2-40B4-BE49-F238E27FC236}">
                <a16:creationId xmlns:a16="http://schemas.microsoft.com/office/drawing/2014/main" id="{915CB6A6-17E7-3E33-E841-80BBD7036B36}"/>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11B8FE6-8F1C-8435-F33C-EE04C6A6A16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849B4D71-50D7-0502-EF7E-5AAF38E8659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Nokia</a:t>
            </a:r>
          </a:p>
        </p:txBody>
      </p:sp>
      <p:sp>
        <p:nvSpPr>
          <p:cNvPr id="14" name="Slide Number Placeholder 5">
            <a:extLst>
              <a:ext uri="{FF2B5EF4-FFF2-40B4-BE49-F238E27FC236}">
                <a16:creationId xmlns:a16="http://schemas.microsoft.com/office/drawing/2014/main" id="{4256B84B-A641-FF3B-04A5-7875DE216F3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B5AF0F0-B002-CB3B-6A1E-945904E802D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CONFIDENTIAL</a:t>
            </a:r>
          </a:p>
        </p:txBody>
      </p:sp>
      <p:sp>
        <p:nvSpPr>
          <p:cNvPr id="3" name="Text Placeholder 42">
            <a:extLst>
              <a:ext uri="{FF2B5EF4-FFF2-40B4-BE49-F238E27FC236}">
                <a16:creationId xmlns:a16="http://schemas.microsoft.com/office/drawing/2014/main" id="{BFB53FB7-1753-80D0-CDCE-10664D914FBD}"/>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6D1215D7-36B4-79D5-19D8-6A7A87DAEEB9}"/>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39858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8.1 - End BlueGreen2">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A71822B-C712-A4E6-919B-405BA7F21A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F113608E-22FD-657F-8D07-CD39EC97958A}"/>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DA917A93-F7DB-3A50-D98B-8185FF15DE00}"/>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08D8095F-7FCC-5669-F881-F66619242228}"/>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A8F3D3FE-D0C9-59C1-F189-DA228D51A05B}"/>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7F167DEA-E276-FD24-54AA-B4A09328CCE6}"/>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5BDAA131-A001-A420-C695-237DBC40265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43282465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8.2 - End BlueGreen3">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EF89375-E21D-F63F-06A8-C59355F125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EBD7979C-B9C6-8A09-B241-FD1FED4BAC89}"/>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B7B0CAF0-3BC0-2F0C-A2D6-BD2777136ABD}"/>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DFE11313-A28D-C9D5-388D-F3DCE472D73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5423B194-3C18-4ED2-C954-ADB91F99CDD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3A46B4C4-EAE8-DC64-8EE7-085376B9F0C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868AEA7C-4869-2294-8EAF-A87420CD474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125053363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8.3 - End BlueGreen5">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08FFEE3-9429-FB20-94DA-036B3BA2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FF97AAA9-D469-5AE4-F90F-9020A3DDBE0A}"/>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C2E78338-BF1F-47F8-574E-5A79325DD1F8}"/>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BEABEE7F-B8A9-CDE0-CB0E-B91BA834B8F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42EAFBE4-3E55-88EC-6263-AA83BE68E7C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55877F46-FE15-EE6B-7255-F5187038A7A8}"/>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F62DDA2E-E23F-3C1F-FBA8-13E4AE5F3526}"/>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69923005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8.4 - End PurpleBlue2">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465075C-3A04-8F21-2D96-F11146239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A77D7537-AB6E-150C-8EAC-2488703A5501}"/>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B6DD48B6-4C1B-73D2-03B9-15D30FCE5E9E}"/>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64D70B58-DDCB-C449-2352-59773ED88AE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609F40CE-5FD9-0148-24E8-B471F0E808B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921AF8C9-7D93-7437-46E4-70C04BC1FCD9}"/>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4086F6C-E115-654F-39E3-04AE3FA5602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67645993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8.5 - End BluePink1">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39F40A4-C4FE-CE81-4DDE-1096BF05B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04350EF6-70D2-8CA6-C8B4-23AD48C51B92}"/>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E3C5F24B-DEBE-91F4-60EF-98DB9598FC4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0430F02E-A1F8-79E9-1749-B79A96144ED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FABBDCAD-55AC-A504-7AB9-9EA8B4E0982A}"/>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3870B6CA-17E5-8094-AABA-A4EB4CF4DD7D}"/>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B471460-440F-63D0-B43A-D4E98094F4B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261433435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8.6 - End Pink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21011232-FEC1-556E-5D81-2627C46F6D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E305D3B8-631A-ECF6-F436-B2BCDEC1D146}"/>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A5AA4292-461B-4E6C-D0DF-22D79FF5659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E83B83EF-F13E-0C9F-A72E-1028FFB5C1A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7583F4ED-E4FB-BC79-63D6-917602298C36}"/>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D7AF8DF3-63F0-80CE-4E26-5256A0E0248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D0AD8F7-2131-0B88-1728-D3CA421A2D2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52041583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8.7 - Divider Orange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AC7C13A4-489B-3211-82FF-868A0A256E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7490672C-BECC-A8CE-2FB2-AF9FB16315DB}"/>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A3EA2D57-26D4-3FE7-0AD1-EEED4BE8BED6}"/>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3244009B-B9FA-D5C6-D5E3-5563DC7638F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2FD42FBA-921E-BB93-CEB5-51CAED5F599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DADC54FF-C0E3-D235-2C4E-2FB66C6E9ED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8E3A682F-0F88-48F0-97B1-60B5B2477F9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161583754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grpSp>
        <p:nvGrpSpPr>
          <p:cNvPr id="2" name="Graphic 3">
            <a:extLst>
              <a:ext uri="{FF2B5EF4-FFF2-40B4-BE49-F238E27FC236}">
                <a16:creationId xmlns:a16="http://schemas.microsoft.com/office/drawing/2014/main" id="{46DC4F6B-8D28-1514-E83F-9C8BC35CC881}"/>
              </a:ext>
            </a:extLst>
          </p:cNvPr>
          <p:cNvGrpSpPr/>
          <p:nvPr userDrawn="1"/>
        </p:nvGrpSpPr>
        <p:grpSpPr>
          <a:xfrm>
            <a:off x="1833317" y="1954988"/>
            <a:ext cx="5477366" cy="1233523"/>
            <a:chOff x="469958" y="1647414"/>
            <a:chExt cx="8205029" cy="1847802"/>
          </a:xfrm>
          <a:solidFill>
            <a:schemeClr val="accent1"/>
          </a:solidFill>
        </p:grpSpPr>
        <p:sp>
          <p:nvSpPr>
            <p:cNvPr id="3" name="Freeform 10">
              <a:extLst>
                <a:ext uri="{FF2B5EF4-FFF2-40B4-BE49-F238E27FC236}">
                  <a16:creationId xmlns:a16="http://schemas.microsoft.com/office/drawing/2014/main" id="{528AAC0C-F8F7-997C-49C5-2DDCFFEF4C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4" name="Freeform 11">
              <a:extLst>
                <a:ext uri="{FF2B5EF4-FFF2-40B4-BE49-F238E27FC236}">
                  <a16:creationId xmlns:a16="http://schemas.microsoft.com/office/drawing/2014/main" id="{709A296F-6430-7EEE-74D0-2B39CDE8E8CE}"/>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5" name="Freeform 12">
              <a:extLst>
                <a:ext uri="{FF2B5EF4-FFF2-40B4-BE49-F238E27FC236}">
                  <a16:creationId xmlns:a16="http://schemas.microsoft.com/office/drawing/2014/main" id="{98732BD3-7687-3964-C382-BE79A166885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6" name="Freeform 13">
              <a:extLst>
                <a:ext uri="{FF2B5EF4-FFF2-40B4-BE49-F238E27FC236}">
                  <a16:creationId xmlns:a16="http://schemas.microsoft.com/office/drawing/2014/main" id="{9F629670-5E2F-8BFA-0D73-6127F5336BE0}"/>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7" name="Freeform 14">
              <a:extLst>
                <a:ext uri="{FF2B5EF4-FFF2-40B4-BE49-F238E27FC236}">
                  <a16:creationId xmlns:a16="http://schemas.microsoft.com/office/drawing/2014/main" id="{9B99146A-4055-2125-3098-1EF0E51C585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97394740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DBC3A6-20A1-E54A-9734-AA4E04AAFED5}"/>
              </a:ext>
            </a:extLst>
          </p:cNvPr>
          <p:cNvSpPr>
            <a:spLocks noGrp="1"/>
          </p:cNvSpPr>
          <p:nvPr>
            <p:ph type="title"/>
          </p:nvPr>
        </p:nvSpPr>
        <p:spPr>
          <a:xfrm>
            <a:off x="218395" y="227409"/>
            <a:ext cx="7886700" cy="283369"/>
          </a:xfrm>
        </p:spPr>
        <p:txBody>
          <a:bodyPr>
            <a:normAutofit/>
          </a:bodyPr>
          <a:lstStyle>
            <a:lvl1pPr>
              <a:defRPr sz="1080">
                <a:latin typeface="Meiryo UI" panose="020B0604030504040204" pitchFamily="34" charset="-128"/>
                <a:ea typeface="Meiryo UI" panose="020B0604030504040204" pitchFamily="34" charset="-128"/>
              </a:defRPr>
            </a:lvl1pPr>
          </a:lstStyle>
          <a:p>
            <a:r>
              <a:rPr kumimoji="1" lang="ja-JP" altLang="en-US"/>
              <a:t>マスター タイトルの書式設定</a:t>
            </a:r>
            <a:endParaRPr kumimoji="1" lang="en-US"/>
          </a:p>
        </p:txBody>
      </p:sp>
      <p:sp>
        <p:nvSpPr>
          <p:cNvPr id="3" name="コンテンツ プレースホルダー 2">
            <a:extLst>
              <a:ext uri="{FF2B5EF4-FFF2-40B4-BE49-F238E27FC236}">
                <a16:creationId xmlns:a16="http://schemas.microsoft.com/office/drawing/2014/main" id="{7025F49E-DF99-758F-ACCF-F00574DDA050}"/>
              </a:ext>
            </a:extLst>
          </p:cNvPr>
          <p:cNvSpPr>
            <a:spLocks noGrp="1"/>
          </p:cNvSpPr>
          <p:nvPr>
            <p:ph idx="1"/>
          </p:nvPr>
        </p:nvSpPr>
        <p:spPr>
          <a:xfrm>
            <a:off x="218395" y="652803"/>
            <a:ext cx="7886700" cy="3263504"/>
          </a:xfrm>
        </p:spPr>
        <p:txBody>
          <a:bodyPr>
            <a:normAutofit/>
          </a:bodyPr>
          <a:lstStyle>
            <a:lvl1pPr>
              <a:defRPr sz="840">
                <a:latin typeface="Meiryo UI" panose="020B0604030504040204" pitchFamily="34" charset="-128"/>
                <a:ea typeface="Meiryo UI" panose="020B0604030504040204" pitchFamily="34" charset="-128"/>
              </a:defRPr>
            </a:lvl1pPr>
            <a:lvl2pPr>
              <a:defRPr sz="840">
                <a:latin typeface="Meiryo UI" panose="020B0604030504040204" pitchFamily="34" charset="-128"/>
                <a:ea typeface="Meiryo UI" panose="020B0604030504040204" pitchFamily="34" charset="-128"/>
              </a:defRPr>
            </a:lvl2pPr>
            <a:lvl3pPr>
              <a:defRPr sz="840">
                <a:latin typeface="Meiryo UI" panose="020B0604030504040204" pitchFamily="34" charset="-128"/>
                <a:ea typeface="Meiryo UI" panose="020B0604030504040204" pitchFamily="34" charset="-128"/>
              </a:defRPr>
            </a:lvl3pPr>
            <a:lvl4pPr>
              <a:defRPr sz="840">
                <a:latin typeface="Meiryo UI" panose="020B0604030504040204" pitchFamily="34" charset="-128"/>
                <a:ea typeface="Meiryo UI" panose="020B0604030504040204" pitchFamily="34" charset="-128"/>
              </a:defRPr>
            </a:lvl4pPr>
            <a:lvl5pPr>
              <a:defRPr sz="840">
                <a:latin typeface="Meiryo UI" panose="020B0604030504040204" pitchFamily="34" charset="-128"/>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
        <p:nvSpPr>
          <p:cNvPr id="4" name="日付プレースホルダー 3">
            <a:extLst>
              <a:ext uri="{FF2B5EF4-FFF2-40B4-BE49-F238E27FC236}">
                <a16:creationId xmlns:a16="http://schemas.microsoft.com/office/drawing/2014/main" id="{70CE3591-D265-04C7-1BAC-84ECA68CB9D9}"/>
              </a:ext>
            </a:extLst>
          </p:cNvPr>
          <p:cNvSpPr>
            <a:spLocks noGrp="1"/>
          </p:cNvSpPr>
          <p:nvPr>
            <p:ph type="dt" sz="half" idx="10"/>
          </p:nvPr>
        </p:nvSpPr>
        <p:spPr/>
        <p:txBody>
          <a:bodyPr/>
          <a:lstStyle/>
          <a:p>
            <a:fld id="{8E577388-86BF-428C-A3B3-28A9B1A774A8}" type="datetimeFigureOut">
              <a:rPr kumimoji="1" lang="en-US" smtClean="0"/>
              <a:t>8/20/2026</a:t>
            </a:fld>
            <a:endParaRPr kumimoji="1" lang="en-US"/>
          </a:p>
        </p:txBody>
      </p:sp>
      <p:sp>
        <p:nvSpPr>
          <p:cNvPr id="5" name="フッター プレースホルダー 4">
            <a:extLst>
              <a:ext uri="{FF2B5EF4-FFF2-40B4-BE49-F238E27FC236}">
                <a16:creationId xmlns:a16="http://schemas.microsoft.com/office/drawing/2014/main" id="{53FFE91B-CD91-49B0-CAF2-EC4458A4CEA2}"/>
              </a:ext>
            </a:extLst>
          </p:cNvPr>
          <p:cNvSpPr>
            <a:spLocks noGrp="1"/>
          </p:cNvSpPr>
          <p:nvPr>
            <p:ph type="ftr" sz="quarter" idx="11"/>
          </p:nvPr>
        </p:nvSpPr>
        <p:spPr/>
        <p:txBody>
          <a:bodyPr/>
          <a:lstStyle/>
          <a:p>
            <a:endParaRPr kumimoji="1" lang="en-US"/>
          </a:p>
        </p:txBody>
      </p:sp>
      <p:sp>
        <p:nvSpPr>
          <p:cNvPr id="6" name="スライド番号プレースホルダー 5">
            <a:extLst>
              <a:ext uri="{FF2B5EF4-FFF2-40B4-BE49-F238E27FC236}">
                <a16:creationId xmlns:a16="http://schemas.microsoft.com/office/drawing/2014/main" id="{D41CFCF2-5FE0-195D-4F1A-6B84C0AAE279}"/>
              </a:ext>
            </a:extLst>
          </p:cNvPr>
          <p:cNvSpPr>
            <a:spLocks noGrp="1"/>
          </p:cNvSpPr>
          <p:nvPr>
            <p:ph type="sldNum" sz="quarter" idx="12"/>
          </p:nvPr>
        </p:nvSpPr>
        <p:spPr/>
        <p:txBody>
          <a:bodyPr/>
          <a:lstStyle/>
          <a:p>
            <a:fld id="{5BD34222-AB7D-4575-B28B-635A1D0BCB9B}" type="slidenum">
              <a:rPr kumimoji="1" lang="en-US" smtClean="0"/>
              <a:t>‹#›</a:t>
            </a:fld>
            <a:endParaRPr kumimoji="1" lang="en-US"/>
          </a:p>
        </p:txBody>
      </p:sp>
    </p:spTree>
    <p:extLst>
      <p:ext uri="{BB962C8B-B14F-4D97-AF65-F5344CB8AC3E}">
        <p14:creationId xmlns:p14="http://schemas.microsoft.com/office/powerpoint/2010/main" val="83725245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1 Blank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543A0E-70E6-46DB-8F7C-06A0214599E8}"/>
              </a:ext>
            </a:extLst>
          </p:cNvPr>
          <p:cNvSpPr>
            <a:spLocks noGrp="1"/>
          </p:cNvSpPr>
          <p:nvPr>
            <p:ph type="ftr" sz="quarter" idx="13"/>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96985238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2 Titl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1D69DC-9F16-4CA4-A0E0-1872B8AD5DBC}"/>
              </a:ext>
            </a:extLst>
          </p:cNvPr>
          <p:cNvSpPr>
            <a:spLocks noGrp="1"/>
          </p:cNvSpPr>
          <p:nvPr>
            <p:ph type="ftr" sz="quarter" idx="10"/>
          </p:nvPr>
        </p:nvSpPr>
        <p:spPr/>
        <p:txBody>
          <a:bodyPr/>
          <a:lstStyle/>
          <a:p>
            <a:r>
              <a:rPr lang="en-GB"/>
              <a:t>&lt;Document ID: change ID in footer or remove&gt; &lt;Change information classification in footer&gt;</a:t>
            </a:r>
            <a:endParaRPr lang="en-US"/>
          </a:p>
        </p:txBody>
      </p:sp>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tx1"/>
                </a:solidFill>
                <a:latin typeface="Nokia Pure Headline Ultra Light" panose="020B02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2"/>
                </a:solidFill>
                <a:latin typeface="Nokia Pure Headline Ultra Light" panose="020B0204020202020204" pitchFamily="34" charset="0"/>
              </a:defRPr>
            </a:lvl1pPr>
          </a:lstStyle>
          <a:p>
            <a:pPr lvl="0"/>
            <a:r>
              <a:rPr lang="en-US" noProof="0"/>
              <a:t>Click to edit headline</a:t>
            </a:r>
          </a:p>
        </p:txBody>
      </p:sp>
    </p:spTree>
    <p:extLst>
      <p:ext uri="{BB962C8B-B14F-4D97-AF65-F5344CB8AC3E}">
        <p14:creationId xmlns:p14="http://schemas.microsoft.com/office/powerpoint/2010/main" val="13911085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3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1D69DC-9F16-4CA4-A0E0-1872B8AD5DBC}"/>
              </a:ext>
            </a:extLst>
          </p:cNvPr>
          <p:cNvSpPr>
            <a:spLocks noGrp="1"/>
          </p:cNvSpPr>
          <p:nvPr>
            <p:ph type="ftr" sz="quarter" idx="10"/>
          </p:nvPr>
        </p:nvSpPr>
        <p:spPr/>
        <p:txBody>
          <a:bodyPr/>
          <a:lstStyle/>
          <a:p>
            <a:r>
              <a:rPr lang="en-GB"/>
              <a:t>&lt;Document ID: change ID in footer or remove&gt; &lt;Change information classification in footer&gt;</a:t>
            </a:r>
            <a:endParaRPr lang="en-US"/>
          </a:p>
        </p:txBody>
      </p:sp>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tx1"/>
                </a:solidFill>
                <a:latin typeface="Nokia Pure Headline Ultra Light" panose="020B02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2"/>
                </a:solidFill>
                <a:latin typeface="Nokia Pure Headline Ultra Light" panose="020B0204020202020204" pitchFamily="34" charset="0"/>
              </a:defRPr>
            </a:lvl1pPr>
          </a:lstStyle>
          <a:p>
            <a:pPr lvl="0"/>
            <a:r>
              <a:rPr lang="en-US" noProof="0"/>
              <a:t>Click to edit headline</a:t>
            </a:r>
          </a:p>
        </p:txBody>
      </p:sp>
      <p:sp>
        <p:nvSpPr>
          <p:cNvPr id="5" name="Text Placeholder 3">
            <a:extLst>
              <a:ext uri="{FF2B5EF4-FFF2-40B4-BE49-F238E27FC236}">
                <a16:creationId xmlns:a16="http://schemas.microsoft.com/office/drawing/2014/main" id="{6B3FE214-5976-44EB-8D69-829839140B4A}"/>
              </a:ext>
            </a:extLst>
          </p:cNvPr>
          <p:cNvSpPr>
            <a:spLocks noGrp="1"/>
          </p:cNvSpPr>
          <p:nvPr>
            <p:ph type="body" sz="quarter" idx="14"/>
          </p:nvPr>
        </p:nvSpPr>
        <p:spPr>
          <a:xfrm>
            <a:off x="417600" y="1260000"/>
            <a:ext cx="8308800" cy="3348000"/>
          </a:xfrm>
          <a:prstGeom prst="rect">
            <a:avLst/>
          </a:prstGeom>
        </p:spPr>
        <p:txBody>
          <a:bodyPr lIns="0" tIns="0" rIns="0" bIns="0">
            <a:noAutofit/>
          </a:bodyPr>
          <a:lstStyle>
            <a:lvl1pPr marL="0" indent="0">
              <a:lnSpc>
                <a:spcPct val="100000"/>
              </a:lnSpc>
              <a:spcBef>
                <a:spcPts val="0"/>
              </a:spcBef>
              <a:spcAft>
                <a:spcPts val="600"/>
              </a:spcAft>
              <a:buNone/>
              <a:defRPr sz="1400">
                <a:solidFill>
                  <a:schemeClr val="tx2"/>
                </a:solidFill>
                <a:latin typeface="Nokia Pure Text Light" panose="020B0403020202020204" pitchFamily="34" charset="0"/>
                <a:ea typeface="Nokia Pure Text Light" panose="020B0403020202020204" pitchFamily="34" charset="0"/>
              </a:defRPr>
            </a:lvl1pPr>
            <a:lvl2pPr marL="230400" indent="0">
              <a:lnSpc>
                <a:spcPct val="100000"/>
              </a:lnSpc>
              <a:spcBef>
                <a:spcPts val="0"/>
              </a:spcBef>
              <a:spcAft>
                <a:spcPts val="600"/>
              </a:spcAft>
              <a:buNone/>
              <a:defRPr sz="1200">
                <a:solidFill>
                  <a:schemeClr val="tx2"/>
                </a:solidFill>
                <a:latin typeface="Nokia Pure Text Light" panose="020B0403020202020204" pitchFamily="34" charset="0"/>
                <a:ea typeface="Nokia Pure Text Light" panose="020B0403020202020204" pitchFamily="34" charset="0"/>
              </a:defRPr>
            </a:lvl2pPr>
            <a:lvl3pPr marL="462600" indent="0">
              <a:lnSpc>
                <a:spcPct val="100000"/>
              </a:lnSpc>
              <a:spcBef>
                <a:spcPts val="0"/>
              </a:spcBef>
              <a:spcAft>
                <a:spcPts val="600"/>
              </a:spcAft>
              <a:buNone/>
              <a:defRPr sz="1100">
                <a:solidFill>
                  <a:schemeClr val="tx2"/>
                </a:solidFill>
                <a:latin typeface="Nokia Pure Text Light" panose="020B0403020202020204" pitchFamily="34" charset="0"/>
                <a:ea typeface="Nokia Pure Text Light" panose="020B0403020202020204" pitchFamily="34" charset="0"/>
              </a:defRPr>
            </a:lvl3pPr>
            <a:lvl4pPr marL="693000" indent="0">
              <a:lnSpc>
                <a:spcPct val="100000"/>
              </a:lnSpc>
              <a:spcBef>
                <a:spcPts val="0"/>
              </a:spcBef>
              <a:spcAft>
                <a:spcPts val="600"/>
              </a:spcAft>
              <a:buNone/>
              <a:defRPr sz="900">
                <a:solidFill>
                  <a:schemeClr val="tx2"/>
                </a:solidFill>
                <a:latin typeface="Nokia Pure Text Light" panose="020B0403020202020204" pitchFamily="34" charset="0"/>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700">
                <a:solidFill>
                  <a:schemeClr val="tx2"/>
                </a:solidFill>
                <a:latin typeface="Nokia Pure Text Light" panose="020B0403020202020204" pitchFamily="34" charset="0"/>
                <a:ea typeface="Nokia Pure Text Light"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284456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4 Two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1D69DC-9F16-4CA4-A0E0-1872B8AD5DBC}"/>
              </a:ext>
            </a:extLst>
          </p:cNvPr>
          <p:cNvSpPr>
            <a:spLocks noGrp="1"/>
          </p:cNvSpPr>
          <p:nvPr>
            <p:ph type="ftr" sz="quarter" idx="10"/>
          </p:nvPr>
        </p:nvSpPr>
        <p:spPr/>
        <p:txBody>
          <a:bodyPr/>
          <a:lstStyle/>
          <a:p>
            <a:r>
              <a:rPr lang="en-GB"/>
              <a:t>&lt;Document ID: change ID in footer or remove&gt; &lt;Change information classification in footer&gt;</a:t>
            </a:r>
            <a:endParaRPr lang="en-US"/>
          </a:p>
        </p:txBody>
      </p:sp>
      <p:sp>
        <p:nvSpPr>
          <p:cNvPr id="7" name="Text Placeholder 3">
            <a:extLst>
              <a:ext uri="{FF2B5EF4-FFF2-40B4-BE49-F238E27FC236}">
                <a16:creationId xmlns:a16="http://schemas.microsoft.com/office/drawing/2014/main" id="{E8159A76-98DF-40D7-AAA6-3C6EFC62A798}"/>
              </a:ext>
            </a:extLst>
          </p:cNvPr>
          <p:cNvSpPr>
            <a:spLocks noGrp="1"/>
          </p:cNvSpPr>
          <p:nvPr>
            <p:ph type="body" sz="quarter" idx="13"/>
          </p:nvPr>
        </p:nvSpPr>
        <p:spPr>
          <a:xfrm>
            <a:off x="417600" y="1260000"/>
            <a:ext cx="4010400" cy="3348000"/>
          </a:xfrm>
          <a:prstGeom prst="rect">
            <a:avLst/>
          </a:prstGeom>
        </p:spPr>
        <p:txBody>
          <a:bodyPr lIns="0" tIns="0" rIns="0" bIns="0">
            <a:noAutofit/>
          </a:bodyPr>
          <a:lstStyle>
            <a:lvl1pPr marL="0" indent="0">
              <a:lnSpc>
                <a:spcPct val="100000"/>
              </a:lnSpc>
              <a:spcBef>
                <a:spcPts val="0"/>
              </a:spcBef>
              <a:spcAft>
                <a:spcPts val="600"/>
              </a:spcAft>
              <a:buNone/>
              <a:defRPr sz="1400">
                <a:solidFill>
                  <a:schemeClr val="tx2"/>
                </a:solidFill>
                <a:latin typeface="+mn-lt"/>
              </a:defRPr>
            </a:lvl1pPr>
            <a:lvl2pPr marL="230400" indent="0">
              <a:lnSpc>
                <a:spcPct val="100000"/>
              </a:lnSpc>
              <a:spcBef>
                <a:spcPts val="0"/>
              </a:spcBef>
              <a:spcAft>
                <a:spcPts val="600"/>
              </a:spcAft>
              <a:buNone/>
              <a:defRPr sz="1200">
                <a:solidFill>
                  <a:schemeClr val="tx2"/>
                </a:solidFill>
                <a:latin typeface="+mn-lt"/>
              </a:defRPr>
            </a:lvl2pPr>
            <a:lvl3pPr marL="462600" indent="0">
              <a:lnSpc>
                <a:spcPct val="100000"/>
              </a:lnSpc>
              <a:spcBef>
                <a:spcPts val="0"/>
              </a:spcBef>
              <a:spcAft>
                <a:spcPts val="600"/>
              </a:spcAft>
              <a:buNone/>
              <a:defRPr sz="1100">
                <a:solidFill>
                  <a:schemeClr val="tx2"/>
                </a:solidFill>
                <a:latin typeface="+mn-lt"/>
              </a:defRPr>
            </a:lvl3pPr>
            <a:lvl4pPr marL="693000" indent="0">
              <a:lnSpc>
                <a:spcPct val="100000"/>
              </a:lnSpc>
              <a:spcBef>
                <a:spcPts val="0"/>
              </a:spcBef>
              <a:spcAft>
                <a:spcPts val="600"/>
              </a:spcAft>
              <a:buNone/>
              <a:defRPr sz="900">
                <a:solidFill>
                  <a:schemeClr val="tx2"/>
                </a:solidFill>
                <a:latin typeface="+mn-lt"/>
              </a:defRPr>
            </a:lvl4pPr>
            <a:lvl5pPr marL="923400" indent="0">
              <a:lnSpc>
                <a:spcPct val="100000"/>
              </a:lnSpc>
              <a:spcBef>
                <a:spcPts val="0"/>
              </a:spcBef>
              <a:spcAft>
                <a:spcPts val="600"/>
              </a:spcAft>
              <a:buFont typeface="Arial" panose="020B0604020202020204" pitchFamily="34" charset="0"/>
              <a:buNone/>
              <a:defRPr sz="7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3">
            <a:extLst>
              <a:ext uri="{FF2B5EF4-FFF2-40B4-BE49-F238E27FC236}">
                <a16:creationId xmlns:a16="http://schemas.microsoft.com/office/drawing/2014/main" id="{3749A47C-F045-4720-B44F-ABE91F832CB8}"/>
              </a:ext>
            </a:extLst>
          </p:cNvPr>
          <p:cNvSpPr>
            <a:spLocks noGrp="1"/>
          </p:cNvSpPr>
          <p:nvPr>
            <p:ph type="body" sz="quarter" idx="14"/>
          </p:nvPr>
        </p:nvSpPr>
        <p:spPr>
          <a:xfrm>
            <a:off x="4716000" y="1260000"/>
            <a:ext cx="4010400" cy="3348000"/>
          </a:xfrm>
          <a:prstGeom prst="rect">
            <a:avLst/>
          </a:prstGeom>
        </p:spPr>
        <p:txBody>
          <a:bodyPr lIns="0" tIns="0" rIns="0" bIns="0">
            <a:noAutofit/>
          </a:bodyPr>
          <a:lstStyle>
            <a:lvl1pPr marL="0" indent="0">
              <a:lnSpc>
                <a:spcPct val="100000"/>
              </a:lnSpc>
              <a:spcBef>
                <a:spcPts val="0"/>
              </a:spcBef>
              <a:spcAft>
                <a:spcPts val="600"/>
              </a:spcAft>
              <a:buNone/>
              <a:defRPr sz="1400">
                <a:solidFill>
                  <a:schemeClr val="tx2"/>
                </a:solidFill>
                <a:latin typeface="+mn-lt"/>
              </a:defRPr>
            </a:lvl1pPr>
            <a:lvl2pPr marL="230400" indent="0">
              <a:lnSpc>
                <a:spcPct val="100000"/>
              </a:lnSpc>
              <a:spcBef>
                <a:spcPts val="0"/>
              </a:spcBef>
              <a:spcAft>
                <a:spcPts val="600"/>
              </a:spcAft>
              <a:buNone/>
              <a:defRPr sz="1200">
                <a:solidFill>
                  <a:schemeClr val="tx2"/>
                </a:solidFill>
                <a:latin typeface="+mn-lt"/>
              </a:defRPr>
            </a:lvl2pPr>
            <a:lvl3pPr marL="462600" indent="0">
              <a:lnSpc>
                <a:spcPct val="100000"/>
              </a:lnSpc>
              <a:spcBef>
                <a:spcPts val="0"/>
              </a:spcBef>
              <a:spcAft>
                <a:spcPts val="600"/>
              </a:spcAft>
              <a:buNone/>
              <a:defRPr sz="1100">
                <a:solidFill>
                  <a:schemeClr val="tx2"/>
                </a:solidFill>
                <a:latin typeface="+mn-lt"/>
              </a:defRPr>
            </a:lvl3pPr>
            <a:lvl4pPr marL="693000" indent="0">
              <a:lnSpc>
                <a:spcPct val="100000"/>
              </a:lnSpc>
              <a:spcBef>
                <a:spcPts val="0"/>
              </a:spcBef>
              <a:spcAft>
                <a:spcPts val="600"/>
              </a:spcAft>
              <a:buNone/>
              <a:defRPr sz="900">
                <a:solidFill>
                  <a:schemeClr val="tx2"/>
                </a:solidFill>
                <a:latin typeface="+mn-lt"/>
              </a:defRPr>
            </a:lvl4pPr>
            <a:lvl5pPr marL="923400" indent="0">
              <a:lnSpc>
                <a:spcPct val="100000"/>
              </a:lnSpc>
              <a:spcBef>
                <a:spcPts val="0"/>
              </a:spcBef>
              <a:spcAft>
                <a:spcPts val="600"/>
              </a:spcAft>
              <a:buFont typeface="Arial" panose="020B0604020202020204" pitchFamily="34" charset="0"/>
              <a:buNone/>
              <a:defRPr sz="7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42">
            <a:extLst>
              <a:ext uri="{FF2B5EF4-FFF2-40B4-BE49-F238E27FC236}">
                <a16:creationId xmlns:a16="http://schemas.microsoft.com/office/drawing/2014/main" id="{84798BF3-AC17-43DB-9543-A1154429A1EF}"/>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tx1"/>
                </a:solidFill>
                <a:latin typeface="Nokia Pure Headline Ultra Light" panose="020B0204020202020204" pitchFamily="34" charset="0"/>
              </a:defRPr>
            </a:lvl1pPr>
          </a:lstStyle>
          <a:p>
            <a:pPr lvl="0"/>
            <a:r>
              <a:rPr lang="en-US" noProof="0"/>
              <a:t>Click to edit headline</a:t>
            </a:r>
          </a:p>
        </p:txBody>
      </p:sp>
      <p:sp>
        <p:nvSpPr>
          <p:cNvPr id="11" name="Text Placeholder 42">
            <a:extLst>
              <a:ext uri="{FF2B5EF4-FFF2-40B4-BE49-F238E27FC236}">
                <a16:creationId xmlns:a16="http://schemas.microsoft.com/office/drawing/2014/main" id="{A3E6F846-F43A-474F-AF8A-489219A597ED}"/>
              </a:ext>
            </a:extLst>
          </p:cNvPr>
          <p:cNvSpPr>
            <a:spLocks noGrp="1"/>
          </p:cNvSpPr>
          <p:nvPr>
            <p:ph type="body" sz="quarter" idx="15"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2"/>
                </a:solidFill>
                <a:latin typeface="Nokia Pure Headline Ultra Light" panose="020B0204020202020204" pitchFamily="34" charset="0"/>
              </a:defRPr>
            </a:lvl1pPr>
          </a:lstStyle>
          <a:p>
            <a:pPr lvl="0"/>
            <a:r>
              <a:rPr lang="en-US" noProof="0"/>
              <a:t>Click to edit headline</a:t>
            </a:r>
          </a:p>
        </p:txBody>
      </p:sp>
    </p:spTree>
    <p:extLst>
      <p:ext uri="{BB962C8B-B14F-4D97-AF65-F5344CB8AC3E}">
        <p14:creationId xmlns:p14="http://schemas.microsoft.com/office/powerpoint/2010/main" val="257879950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5 Table">
    <p:spTree>
      <p:nvGrpSpPr>
        <p:cNvPr id="1" name=""/>
        <p:cNvGrpSpPr/>
        <p:nvPr/>
      </p:nvGrpSpPr>
      <p:grpSpPr>
        <a:xfrm>
          <a:off x="0" y="0"/>
          <a:ext cx="0" cy="0"/>
          <a:chOff x="0" y="0"/>
          <a:chExt cx="0" cy="0"/>
        </a:xfrm>
      </p:grpSpPr>
      <p:sp>
        <p:nvSpPr>
          <p:cNvPr id="6" name="Table Placeholder 2">
            <a:extLst>
              <a:ext uri="{FF2B5EF4-FFF2-40B4-BE49-F238E27FC236}">
                <a16:creationId xmlns:a16="http://schemas.microsoft.com/office/drawing/2014/main" id="{1CF4B30C-BC0A-4BED-8EEF-4DDEF7B9FABC}"/>
              </a:ext>
            </a:extLst>
          </p:cNvPr>
          <p:cNvSpPr>
            <a:spLocks noGrp="1"/>
          </p:cNvSpPr>
          <p:nvPr>
            <p:ph type="tbl" sz="quarter" idx="13"/>
          </p:nvPr>
        </p:nvSpPr>
        <p:spPr>
          <a:xfrm>
            <a:off x="417600" y="1260000"/>
            <a:ext cx="8308800" cy="3348000"/>
          </a:xfrm>
          <a:prstGeom prst="rect">
            <a:avLst/>
          </a:prstGeom>
        </p:spPr>
        <p:txBody>
          <a:bodyPr lIns="0" tIns="0" rIns="0" bIns="0"/>
          <a:lstStyle>
            <a:lvl1pPr marL="0" indent="0">
              <a:lnSpc>
                <a:spcPct val="100000"/>
              </a:lnSpc>
              <a:spcBef>
                <a:spcPts val="0"/>
              </a:spcBef>
              <a:buNone/>
              <a:defRPr sz="1000">
                <a:solidFill>
                  <a:schemeClr val="tx2"/>
                </a:solidFill>
                <a:latin typeface="+mn-lt"/>
              </a:defRPr>
            </a:lvl1pPr>
          </a:lstStyle>
          <a:p>
            <a:r>
              <a:rPr lang="en-US"/>
              <a:t>Click icon to add table</a:t>
            </a:r>
          </a:p>
        </p:txBody>
      </p:sp>
      <p:sp>
        <p:nvSpPr>
          <p:cNvPr id="4" name="Footer Placeholder 3">
            <a:extLst>
              <a:ext uri="{FF2B5EF4-FFF2-40B4-BE49-F238E27FC236}">
                <a16:creationId xmlns:a16="http://schemas.microsoft.com/office/drawing/2014/main" id="{D6746ED1-96F6-4AE8-9D3A-0266CB4B7380}"/>
              </a:ext>
            </a:extLst>
          </p:cNvPr>
          <p:cNvSpPr>
            <a:spLocks noGrp="1"/>
          </p:cNvSpPr>
          <p:nvPr>
            <p:ph type="ftr" sz="quarter" idx="14"/>
          </p:nvPr>
        </p:nvSpPr>
        <p:spPr/>
        <p:txBody>
          <a:bodyPr/>
          <a:lstStyle/>
          <a:p>
            <a:r>
              <a:rPr lang="en-GB"/>
              <a:t>&lt;Document ID: change ID in footer or remove&gt; &lt;Change information classification in footer&gt;</a:t>
            </a:r>
            <a:endParaRPr lang="en-US"/>
          </a:p>
        </p:txBody>
      </p:sp>
      <p:sp>
        <p:nvSpPr>
          <p:cNvPr id="5" name="Text Placeholder 42">
            <a:extLst>
              <a:ext uri="{FF2B5EF4-FFF2-40B4-BE49-F238E27FC236}">
                <a16:creationId xmlns:a16="http://schemas.microsoft.com/office/drawing/2014/main" id="{5DE51B3D-110F-4884-81C0-0C6A2D17AF25}"/>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tx1"/>
                </a:solidFill>
                <a:latin typeface="Nokia Pure Headline Ultra Light" panose="020B0204020202020204" pitchFamily="34" charset="0"/>
              </a:defRPr>
            </a:lvl1pPr>
          </a:lstStyle>
          <a:p>
            <a:pPr lvl="0"/>
            <a:r>
              <a:rPr lang="en-US" noProof="0"/>
              <a:t>Click to edit headline</a:t>
            </a:r>
          </a:p>
        </p:txBody>
      </p:sp>
      <p:sp>
        <p:nvSpPr>
          <p:cNvPr id="8" name="Text Placeholder 42">
            <a:extLst>
              <a:ext uri="{FF2B5EF4-FFF2-40B4-BE49-F238E27FC236}">
                <a16:creationId xmlns:a16="http://schemas.microsoft.com/office/drawing/2014/main" id="{A48031C6-8898-401E-BAC3-BF0FF9C7801D}"/>
              </a:ext>
            </a:extLst>
          </p:cNvPr>
          <p:cNvSpPr>
            <a:spLocks noGrp="1"/>
          </p:cNvSpPr>
          <p:nvPr>
            <p:ph type="body" sz="quarter" idx="15"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2"/>
                </a:solidFill>
                <a:latin typeface="Nokia Pure Headline Ultra Light" panose="020B0204020202020204" pitchFamily="34" charset="0"/>
              </a:defRPr>
            </a:lvl1pPr>
          </a:lstStyle>
          <a:p>
            <a:pPr lvl="0"/>
            <a:r>
              <a:rPr lang="en-US" noProof="0"/>
              <a:t>Click to edit headline</a:t>
            </a:r>
          </a:p>
        </p:txBody>
      </p:sp>
    </p:spTree>
    <p:extLst>
      <p:ext uri="{BB962C8B-B14F-4D97-AF65-F5344CB8AC3E}">
        <p14:creationId xmlns:p14="http://schemas.microsoft.com/office/powerpoint/2010/main" val="366425614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6 SmartArt">
    <p:spTree>
      <p:nvGrpSpPr>
        <p:cNvPr id="1" name=""/>
        <p:cNvGrpSpPr/>
        <p:nvPr/>
      </p:nvGrpSpPr>
      <p:grpSpPr>
        <a:xfrm>
          <a:off x="0" y="0"/>
          <a:ext cx="0" cy="0"/>
          <a:chOff x="0" y="0"/>
          <a:chExt cx="0" cy="0"/>
        </a:xfrm>
      </p:grpSpPr>
      <p:sp>
        <p:nvSpPr>
          <p:cNvPr id="7" name="SmartArt Placeholder 2">
            <a:extLst>
              <a:ext uri="{FF2B5EF4-FFF2-40B4-BE49-F238E27FC236}">
                <a16:creationId xmlns:a16="http://schemas.microsoft.com/office/drawing/2014/main" id="{9E969AE7-D418-4354-A166-2D9EC9AFFBD5}"/>
              </a:ext>
            </a:extLst>
          </p:cNvPr>
          <p:cNvSpPr>
            <a:spLocks noGrp="1"/>
          </p:cNvSpPr>
          <p:nvPr>
            <p:ph type="dgm" sz="quarter" idx="14"/>
          </p:nvPr>
        </p:nvSpPr>
        <p:spPr>
          <a:xfrm>
            <a:off x="417600" y="1260000"/>
            <a:ext cx="8308800" cy="3348000"/>
          </a:xfrm>
          <a:prstGeom prst="rect">
            <a:avLst/>
          </a:prstGeom>
        </p:spPr>
        <p:txBody>
          <a:bodyPr lIns="0" tIns="0" rIns="0" bIns="0"/>
          <a:lstStyle>
            <a:lvl1pPr marL="0" indent="0">
              <a:lnSpc>
                <a:spcPct val="100000"/>
              </a:lnSpc>
              <a:spcBef>
                <a:spcPts val="0"/>
              </a:spcBef>
              <a:buNone/>
              <a:defRPr sz="1000">
                <a:solidFill>
                  <a:schemeClr val="tx2"/>
                </a:solidFill>
              </a:defRPr>
            </a:lvl1pPr>
          </a:lstStyle>
          <a:p>
            <a:r>
              <a:rPr lang="en-US"/>
              <a:t>Click icon to add SmartArt graphic</a:t>
            </a:r>
          </a:p>
        </p:txBody>
      </p:sp>
      <p:sp>
        <p:nvSpPr>
          <p:cNvPr id="4" name="Footer Placeholder 3">
            <a:extLst>
              <a:ext uri="{FF2B5EF4-FFF2-40B4-BE49-F238E27FC236}">
                <a16:creationId xmlns:a16="http://schemas.microsoft.com/office/drawing/2014/main" id="{5EB72D45-B478-45D6-BC5D-D958ACDFA9E3}"/>
              </a:ext>
            </a:extLst>
          </p:cNvPr>
          <p:cNvSpPr>
            <a:spLocks noGrp="1"/>
          </p:cNvSpPr>
          <p:nvPr>
            <p:ph type="ftr" sz="quarter" idx="15"/>
          </p:nvPr>
        </p:nvSpPr>
        <p:spPr/>
        <p:txBody>
          <a:bodyPr/>
          <a:lstStyle/>
          <a:p>
            <a:r>
              <a:rPr lang="en-GB"/>
              <a:t>&lt;Document ID: change ID in footer or remove&gt; &lt;Change information classification in footer&gt;</a:t>
            </a:r>
            <a:endParaRPr lang="en-US"/>
          </a:p>
        </p:txBody>
      </p:sp>
      <p:sp>
        <p:nvSpPr>
          <p:cNvPr id="5" name="Text Placeholder 42">
            <a:extLst>
              <a:ext uri="{FF2B5EF4-FFF2-40B4-BE49-F238E27FC236}">
                <a16:creationId xmlns:a16="http://schemas.microsoft.com/office/drawing/2014/main" id="{9272C944-84CC-4AB8-82D5-9695E2FD5363}"/>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tx1"/>
                </a:solidFill>
                <a:latin typeface="Nokia Pure Headline Ultra Light" panose="020B0204020202020204" pitchFamily="34" charset="0"/>
              </a:defRPr>
            </a:lvl1pPr>
          </a:lstStyle>
          <a:p>
            <a:pPr lvl="0"/>
            <a:r>
              <a:rPr lang="en-US" noProof="0"/>
              <a:t>Click to edit headline</a:t>
            </a:r>
          </a:p>
        </p:txBody>
      </p:sp>
      <p:sp>
        <p:nvSpPr>
          <p:cNvPr id="8" name="Text Placeholder 42">
            <a:extLst>
              <a:ext uri="{FF2B5EF4-FFF2-40B4-BE49-F238E27FC236}">
                <a16:creationId xmlns:a16="http://schemas.microsoft.com/office/drawing/2014/main" id="{050D1CE3-F30D-40A8-93F6-C618AFBE27C2}"/>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2"/>
                </a:solidFill>
                <a:latin typeface="Nokia Pure Headline Ultra Light" panose="020B0204020202020204" pitchFamily="34" charset="0"/>
              </a:defRPr>
            </a:lvl1pPr>
          </a:lstStyle>
          <a:p>
            <a:pPr lvl="0"/>
            <a:r>
              <a:rPr lang="en-US" noProof="0"/>
              <a:t>Click to edit headline</a:t>
            </a:r>
          </a:p>
        </p:txBody>
      </p:sp>
    </p:spTree>
    <p:extLst>
      <p:ext uri="{BB962C8B-B14F-4D97-AF65-F5344CB8AC3E}">
        <p14:creationId xmlns:p14="http://schemas.microsoft.com/office/powerpoint/2010/main" val="245706740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0330-D4DA-F53D-A550-7CD2B2D2ED1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28EB8DE-6C11-7A7E-C40D-DA1EABCA2B67}"/>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87287B29-FABA-42CD-B4BC-722EF7DA46D2}"/>
              </a:ext>
            </a:extLst>
          </p:cNvPr>
          <p:cNvSpPr>
            <a:spLocks noGrp="1"/>
          </p:cNvSpPr>
          <p:nvPr>
            <p:ph type="dt" sz="half" idx="10"/>
          </p:nvPr>
        </p:nvSpPr>
        <p:spPr/>
        <p:txBody>
          <a:bodyPr/>
          <a:lstStyle/>
          <a:p>
            <a:fld id="{D941BC67-8E7B-4D2D-AF88-449A28BEC5E9}" type="datetimeFigureOut">
              <a:rPr lang="en-US" smtClean="0"/>
              <a:t>8/20/2026</a:t>
            </a:fld>
            <a:endParaRPr lang="en-US"/>
          </a:p>
        </p:txBody>
      </p:sp>
      <p:sp>
        <p:nvSpPr>
          <p:cNvPr id="5" name="Footer Placeholder 4">
            <a:extLst>
              <a:ext uri="{FF2B5EF4-FFF2-40B4-BE49-F238E27FC236}">
                <a16:creationId xmlns:a16="http://schemas.microsoft.com/office/drawing/2014/main" id="{4FEB300C-B0C8-5102-853F-95EBD1FEC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7816A-477B-4B6F-719A-E08BE9BDF55C}"/>
              </a:ext>
            </a:extLst>
          </p:cNvPr>
          <p:cNvSpPr>
            <a:spLocks noGrp="1"/>
          </p:cNvSpPr>
          <p:nvPr>
            <p:ph type="sldNum" sz="quarter" idx="12"/>
          </p:nvPr>
        </p:nvSpPr>
        <p:spPr/>
        <p:txBody>
          <a:bodyPr/>
          <a:lstStyle/>
          <a:p>
            <a:fld id="{0DD2E5D9-6AE5-4A66-A5B3-2E3D92728F7B}" type="slidenum">
              <a:rPr lang="en-US" smtClean="0"/>
              <a:t>‹#›</a:t>
            </a:fld>
            <a:endParaRPr lang="en-US"/>
          </a:p>
        </p:txBody>
      </p:sp>
    </p:spTree>
    <p:extLst>
      <p:ext uri="{BB962C8B-B14F-4D97-AF65-F5344CB8AC3E}">
        <p14:creationId xmlns:p14="http://schemas.microsoft.com/office/powerpoint/2010/main" val="327051219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6EDF0-AF07-59AD-D62A-0EF238C8E3D1}"/>
              </a:ext>
            </a:extLst>
          </p:cNvPr>
          <p:cNvSpPr>
            <a:spLocks noGrp="1"/>
          </p:cNvSpPr>
          <p:nvPr>
            <p:ph type="ctrTitle"/>
          </p:nvPr>
        </p:nvSpPr>
        <p:spPr>
          <a:xfrm>
            <a:off x="1143000" y="841772"/>
            <a:ext cx="6858000" cy="1790700"/>
          </a:xfrm>
        </p:spPr>
        <p:txBody>
          <a:bodyPr anchor="b"/>
          <a:lstStyle>
            <a:lvl1pPr algn="ctr">
              <a:defRPr sz="3600"/>
            </a:lvl1pPr>
          </a:lstStyle>
          <a:p>
            <a:r>
              <a:rPr lang="en-US"/>
              <a:t>Click to edit Master title style</a:t>
            </a:r>
          </a:p>
        </p:txBody>
      </p:sp>
      <p:sp>
        <p:nvSpPr>
          <p:cNvPr id="3" name="Subtitle 2">
            <a:extLst>
              <a:ext uri="{FF2B5EF4-FFF2-40B4-BE49-F238E27FC236}">
                <a16:creationId xmlns:a16="http://schemas.microsoft.com/office/drawing/2014/main" id="{83290E30-5595-729F-6753-8162CCF8284D}"/>
              </a:ext>
            </a:extLst>
          </p:cNvPr>
          <p:cNvSpPr>
            <a:spLocks noGrp="1"/>
          </p:cNvSpPr>
          <p:nvPr>
            <p:ph type="subTitle" idx="1"/>
          </p:nvPr>
        </p:nvSpPr>
        <p:spPr>
          <a:xfrm>
            <a:off x="1143000" y="2701528"/>
            <a:ext cx="6858000" cy="1241822"/>
          </a:xfrm>
        </p:spPr>
        <p:txBody>
          <a:bodyPr/>
          <a:lstStyle>
            <a:lvl1pPr marL="0" indent="0" algn="ctr">
              <a:buNone/>
              <a:defRPr sz="1440"/>
            </a:lvl1pPr>
            <a:lvl2pPr marL="342900" indent="0" algn="ctr">
              <a:buNone/>
              <a:defRPr sz="1200"/>
            </a:lvl2pPr>
            <a:lvl3pPr marL="685800" indent="0" algn="ctr">
              <a:buNone/>
              <a:defRPr sz="1080"/>
            </a:lvl3pPr>
            <a:lvl4pPr marL="1028700" indent="0" algn="ctr">
              <a:buNone/>
              <a:defRPr sz="960"/>
            </a:lvl4pPr>
            <a:lvl5pPr marL="1371600" indent="0" algn="ctr">
              <a:buNone/>
              <a:defRPr sz="960"/>
            </a:lvl5pPr>
            <a:lvl6pPr marL="1714500" indent="0" algn="ctr">
              <a:buNone/>
              <a:defRPr sz="960"/>
            </a:lvl6pPr>
            <a:lvl7pPr marL="2057400" indent="0" algn="ctr">
              <a:buNone/>
              <a:defRPr sz="960"/>
            </a:lvl7pPr>
            <a:lvl8pPr marL="2400300" indent="0" algn="ctr">
              <a:buNone/>
              <a:defRPr sz="960"/>
            </a:lvl8pPr>
            <a:lvl9pPr marL="2743200" indent="0" algn="ctr">
              <a:buNone/>
              <a:defRPr sz="960"/>
            </a:lvl9pPr>
          </a:lstStyle>
          <a:p>
            <a:r>
              <a:rPr lang="en-US"/>
              <a:t>Click to edit Master subtitle style</a:t>
            </a:r>
          </a:p>
        </p:txBody>
      </p:sp>
      <p:sp>
        <p:nvSpPr>
          <p:cNvPr id="4" name="Date Placeholder 3">
            <a:extLst>
              <a:ext uri="{FF2B5EF4-FFF2-40B4-BE49-F238E27FC236}">
                <a16:creationId xmlns:a16="http://schemas.microsoft.com/office/drawing/2014/main" id="{1BB81BB3-09C2-F567-3756-4291B0A0FB04}"/>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5" name="Footer Placeholder 4">
            <a:extLst>
              <a:ext uri="{FF2B5EF4-FFF2-40B4-BE49-F238E27FC236}">
                <a16:creationId xmlns:a16="http://schemas.microsoft.com/office/drawing/2014/main" id="{91219E28-773F-AEAE-CCA0-FD1D31A84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176BD5-8A33-9332-ED3D-A4AC5D821CFD}"/>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217158816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6FAD3-8721-9280-659C-9AB6AA6CE6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84F7D3-6177-E72C-ED4B-30D084BEF3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DF45C-44DD-65BB-2F18-317444F3EFC1}"/>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5" name="Footer Placeholder 4">
            <a:extLst>
              <a:ext uri="{FF2B5EF4-FFF2-40B4-BE49-F238E27FC236}">
                <a16:creationId xmlns:a16="http://schemas.microsoft.com/office/drawing/2014/main" id="{7E31F05D-7DF0-2D8A-D5BA-7B9912849B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2CFBB-F4E0-AB13-5540-78A3A6B0F809}"/>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106215038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EEE67-DD49-2FB1-5E76-A180ED2D5800}"/>
              </a:ext>
            </a:extLst>
          </p:cNvPr>
          <p:cNvSpPr>
            <a:spLocks noGrp="1"/>
          </p:cNvSpPr>
          <p:nvPr>
            <p:ph type="title"/>
          </p:nvPr>
        </p:nvSpPr>
        <p:spPr>
          <a:xfrm>
            <a:off x="623888" y="1282304"/>
            <a:ext cx="7886700" cy="2139553"/>
          </a:xfrm>
        </p:spPr>
        <p:txBody>
          <a:bodyPr anchor="b"/>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5E9BFD39-AC4A-54C9-26D1-ED8AF87E622F}"/>
              </a:ext>
            </a:extLst>
          </p:cNvPr>
          <p:cNvSpPr>
            <a:spLocks noGrp="1"/>
          </p:cNvSpPr>
          <p:nvPr>
            <p:ph type="body" idx="1"/>
          </p:nvPr>
        </p:nvSpPr>
        <p:spPr>
          <a:xfrm>
            <a:off x="623888" y="3442098"/>
            <a:ext cx="7886700" cy="1125140"/>
          </a:xfrm>
        </p:spPr>
        <p:txBody>
          <a:bodyPr/>
          <a:lstStyle>
            <a:lvl1pPr marL="0" indent="0">
              <a:buNone/>
              <a:defRPr sz="1440">
                <a:solidFill>
                  <a:schemeClr val="tx1">
                    <a:tint val="82000"/>
                  </a:schemeClr>
                </a:solidFill>
              </a:defRPr>
            </a:lvl1pPr>
            <a:lvl2pPr marL="342900" indent="0">
              <a:buNone/>
              <a:defRPr sz="1200">
                <a:solidFill>
                  <a:schemeClr val="tx1">
                    <a:tint val="82000"/>
                  </a:schemeClr>
                </a:solidFill>
              </a:defRPr>
            </a:lvl2pPr>
            <a:lvl3pPr marL="685800" indent="0">
              <a:buNone/>
              <a:defRPr sz="1080">
                <a:solidFill>
                  <a:schemeClr val="tx1">
                    <a:tint val="82000"/>
                  </a:schemeClr>
                </a:solidFill>
              </a:defRPr>
            </a:lvl3pPr>
            <a:lvl4pPr marL="1028700" indent="0">
              <a:buNone/>
              <a:defRPr sz="960">
                <a:solidFill>
                  <a:schemeClr val="tx1">
                    <a:tint val="82000"/>
                  </a:schemeClr>
                </a:solidFill>
              </a:defRPr>
            </a:lvl4pPr>
            <a:lvl5pPr marL="1371600" indent="0">
              <a:buNone/>
              <a:defRPr sz="960">
                <a:solidFill>
                  <a:schemeClr val="tx1">
                    <a:tint val="82000"/>
                  </a:schemeClr>
                </a:solidFill>
              </a:defRPr>
            </a:lvl5pPr>
            <a:lvl6pPr marL="1714500" indent="0">
              <a:buNone/>
              <a:defRPr sz="960">
                <a:solidFill>
                  <a:schemeClr val="tx1">
                    <a:tint val="82000"/>
                  </a:schemeClr>
                </a:solidFill>
              </a:defRPr>
            </a:lvl6pPr>
            <a:lvl7pPr marL="2057400" indent="0">
              <a:buNone/>
              <a:defRPr sz="960">
                <a:solidFill>
                  <a:schemeClr val="tx1">
                    <a:tint val="82000"/>
                  </a:schemeClr>
                </a:solidFill>
              </a:defRPr>
            </a:lvl7pPr>
            <a:lvl8pPr marL="2400300" indent="0">
              <a:buNone/>
              <a:defRPr sz="960">
                <a:solidFill>
                  <a:schemeClr val="tx1">
                    <a:tint val="82000"/>
                  </a:schemeClr>
                </a:solidFill>
              </a:defRPr>
            </a:lvl8pPr>
            <a:lvl9pPr marL="2743200" indent="0">
              <a:buNone/>
              <a:defRPr sz="96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2BD7B2-4A5F-0BCA-3DEC-DE194FE9994D}"/>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5" name="Footer Placeholder 4">
            <a:extLst>
              <a:ext uri="{FF2B5EF4-FFF2-40B4-BE49-F238E27FC236}">
                <a16:creationId xmlns:a16="http://schemas.microsoft.com/office/drawing/2014/main" id="{14E44ECA-F6D8-9EE8-A294-F27CE79ED1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01AE8-3617-1B2A-3AC5-C3D84C136EF9}"/>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4260662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71B1A-C4CB-FF08-2A35-40178154FC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9A9F2F-0D20-FE2B-A41F-9908243467A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6BA1C7-3CC3-E448-C2A3-A2FD8534C77C}"/>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8B4A42-4B84-5902-3FC5-FBA6DFAA1DE6}"/>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6" name="Footer Placeholder 5">
            <a:extLst>
              <a:ext uri="{FF2B5EF4-FFF2-40B4-BE49-F238E27FC236}">
                <a16:creationId xmlns:a16="http://schemas.microsoft.com/office/drawing/2014/main" id="{ACDC8C1C-3601-D23B-22C5-525E1F7507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D2C958-DF7A-E613-44AD-EDD67831BE61}"/>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249367058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8B64F-2022-49F4-75DD-0ACE34774CD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6C3E01-6209-B248-3646-6063CA2379FB}"/>
              </a:ext>
            </a:extLst>
          </p:cNvPr>
          <p:cNvSpPr>
            <a:spLocks noGrp="1"/>
          </p:cNvSpPr>
          <p:nvPr>
            <p:ph type="body" idx="1"/>
          </p:nvPr>
        </p:nvSpPr>
        <p:spPr>
          <a:xfrm>
            <a:off x="629842" y="1260872"/>
            <a:ext cx="3868340" cy="617934"/>
          </a:xfrm>
        </p:spPr>
        <p:txBody>
          <a:bodyPr anchor="b"/>
          <a:lstStyle>
            <a:lvl1pPr marL="0" indent="0">
              <a:buNone/>
              <a:defRPr sz="1440" b="1"/>
            </a:lvl1pPr>
            <a:lvl2pPr marL="342900" indent="0">
              <a:buNone/>
              <a:defRPr sz="1200" b="1"/>
            </a:lvl2pPr>
            <a:lvl3pPr marL="685800" indent="0">
              <a:buNone/>
              <a:defRPr sz="1080" b="1"/>
            </a:lvl3pPr>
            <a:lvl4pPr marL="1028700" indent="0">
              <a:buNone/>
              <a:defRPr sz="960" b="1"/>
            </a:lvl4pPr>
            <a:lvl5pPr marL="1371600" indent="0">
              <a:buNone/>
              <a:defRPr sz="960" b="1"/>
            </a:lvl5pPr>
            <a:lvl6pPr marL="1714500" indent="0">
              <a:buNone/>
              <a:defRPr sz="960" b="1"/>
            </a:lvl6pPr>
            <a:lvl7pPr marL="2057400" indent="0">
              <a:buNone/>
              <a:defRPr sz="960" b="1"/>
            </a:lvl7pPr>
            <a:lvl8pPr marL="2400300" indent="0">
              <a:buNone/>
              <a:defRPr sz="960" b="1"/>
            </a:lvl8pPr>
            <a:lvl9pPr marL="2743200" indent="0">
              <a:buNone/>
              <a:defRPr sz="960" b="1"/>
            </a:lvl9pPr>
          </a:lstStyle>
          <a:p>
            <a:pPr lvl="0"/>
            <a:r>
              <a:rPr lang="en-US"/>
              <a:t>Click to edit Master text styles</a:t>
            </a:r>
          </a:p>
        </p:txBody>
      </p:sp>
      <p:sp>
        <p:nvSpPr>
          <p:cNvPr id="4" name="Content Placeholder 3">
            <a:extLst>
              <a:ext uri="{FF2B5EF4-FFF2-40B4-BE49-F238E27FC236}">
                <a16:creationId xmlns:a16="http://schemas.microsoft.com/office/drawing/2014/main" id="{427A6883-F4B6-6991-45CF-E28B15E3F961}"/>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641D12-63B7-931E-AF0C-DA7E8FAA22E5}"/>
              </a:ext>
            </a:extLst>
          </p:cNvPr>
          <p:cNvSpPr>
            <a:spLocks noGrp="1"/>
          </p:cNvSpPr>
          <p:nvPr>
            <p:ph type="body" sz="quarter" idx="3"/>
          </p:nvPr>
        </p:nvSpPr>
        <p:spPr>
          <a:xfrm>
            <a:off x="4629150" y="1260872"/>
            <a:ext cx="3887391" cy="617934"/>
          </a:xfrm>
        </p:spPr>
        <p:txBody>
          <a:bodyPr anchor="b"/>
          <a:lstStyle>
            <a:lvl1pPr marL="0" indent="0">
              <a:buNone/>
              <a:defRPr sz="1440" b="1"/>
            </a:lvl1pPr>
            <a:lvl2pPr marL="342900" indent="0">
              <a:buNone/>
              <a:defRPr sz="1200" b="1"/>
            </a:lvl2pPr>
            <a:lvl3pPr marL="685800" indent="0">
              <a:buNone/>
              <a:defRPr sz="1080" b="1"/>
            </a:lvl3pPr>
            <a:lvl4pPr marL="1028700" indent="0">
              <a:buNone/>
              <a:defRPr sz="960" b="1"/>
            </a:lvl4pPr>
            <a:lvl5pPr marL="1371600" indent="0">
              <a:buNone/>
              <a:defRPr sz="960" b="1"/>
            </a:lvl5pPr>
            <a:lvl6pPr marL="1714500" indent="0">
              <a:buNone/>
              <a:defRPr sz="960" b="1"/>
            </a:lvl6pPr>
            <a:lvl7pPr marL="2057400" indent="0">
              <a:buNone/>
              <a:defRPr sz="960" b="1"/>
            </a:lvl7pPr>
            <a:lvl8pPr marL="2400300" indent="0">
              <a:buNone/>
              <a:defRPr sz="960" b="1"/>
            </a:lvl8pPr>
            <a:lvl9pPr marL="2743200" indent="0">
              <a:buNone/>
              <a:defRPr sz="960" b="1"/>
            </a:lvl9pPr>
          </a:lstStyle>
          <a:p>
            <a:pPr lvl="0"/>
            <a:r>
              <a:rPr lang="en-US"/>
              <a:t>Click to edit Master text styles</a:t>
            </a:r>
          </a:p>
        </p:txBody>
      </p:sp>
      <p:sp>
        <p:nvSpPr>
          <p:cNvPr id="6" name="Content Placeholder 5">
            <a:extLst>
              <a:ext uri="{FF2B5EF4-FFF2-40B4-BE49-F238E27FC236}">
                <a16:creationId xmlns:a16="http://schemas.microsoft.com/office/drawing/2014/main" id="{A767AE98-184A-4B17-C084-374428133E7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4B13F1-F682-FD06-D9B9-81D069DBC2B6}"/>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8" name="Footer Placeholder 7">
            <a:extLst>
              <a:ext uri="{FF2B5EF4-FFF2-40B4-BE49-F238E27FC236}">
                <a16:creationId xmlns:a16="http://schemas.microsoft.com/office/drawing/2014/main" id="{9C43C003-9633-3A10-C058-1404401F75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71DF58-01C8-9B4C-520F-7FBA63C3A58F}"/>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373026135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858B9-D20F-CB00-460F-C56529F31F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2FFC07-86BC-F7E8-15E8-C91C6217CD30}"/>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4" name="Footer Placeholder 3">
            <a:extLst>
              <a:ext uri="{FF2B5EF4-FFF2-40B4-BE49-F238E27FC236}">
                <a16:creationId xmlns:a16="http://schemas.microsoft.com/office/drawing/2014/main" id="{E50779ED-BB00-58A4-5FF9-318382C7A9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84D501-E604-291A-D4CB-BDA5BE1ECF9E}"/>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324755920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344B83-02B8-BF4E-CA6F-4C86AEA8B5F8}"/>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3" name="Footer Placeholder 2">
            <a:extLst>
              <a:ext uri="{FF2B5EF4-FFF2-40B4-BE49-F238E27FC236}">
                <a16:creationId xmlns:a16="http://schemas.microsoft.com/office/drawing/2014/main" id="{5923ECE9-95CD-0851-4AD6-36E3555344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4C13A1-A01B-98B5-A353-065B12D87477}"/>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59975701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B45CD-95F7-0443-47A2-F117529DAA94}"/>
              </a:ext>
            </a:extLst>
          </p:cNvPr>
          <p:cNvSpPr>
            <a:spLocks noGrp="1"/>
          </p:cNvSpPr>
          <p:nvPr>
            <p:ph type="title"/>
          </p:nvPr>
        </p:nvSpPr>
        <p:spPr>
          <a:xfrm>
            <a:off x="629841" y="342900"/>
            <a:ext cx="2949178" cy="1200150"/>
          </a:xfrm>
        </p:spPr>
        <p:txBody>
          <a:bodyPr anchor="b"/>
          <a:lstStyle>
            <a:lvl1pPr>
              <a:defRPr sz="1920"/>
            </a:lvl1pPr>
          </a:lstStyle>
          <a:p>
            <a:r>
              <a:rPr lang="en-US"/>
              <a:t>Click to edit Master title style</a:t>
            </a:r>
          </a:p>
        </p:txBody>
      </p:sp>
      <p:sp>
        <p:nvSpPr>
          <p:cNvPr id="3" name="Content Placeholder 2">
            <a:extLst>
              <a:ext uri="{FF2B5EF4-FFF2-40B4-BE49-F238E27FC236}">
                <a16:creationId xmlns:a16="http://schemas.microsoft.com/office/drawing/2014/main" id="{89AC9E4D-D6A9-8E65-A9B9-5FB547F5D0DE}"/>
              </a:ext>
            </a:extLst>
          </p:cNvPr>
          <p:cNvSpPr>
            <a:spLocks noGrp="1"/>
          </p:cNvSpPr>
          <p:nvPr>
            <p:ph idx="1"/>
          </p:nvPr>
        </p:nvSpPr>
        <p:spPr>
          <a:xfrm>
            <a:off x="3887391" y="740569"/>
            <a:ext cx="4629150" cy="3655219"/>
          </a:xfrm>
        </p:spPr>
        <p:txBody>
          <a:bodyPr/>
          <a:lstStyle>
            <a:lvl1pPr>
              <a:defRPr sz="1920"/>
            </a:lvl1pPr>
            <a:lvl2pPr>
              <a:defRPr sz="1680"/>
            </a:lvl2pPr>
            <a:lvl3pPr>
              <a:defRPr sz="144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D983F3-5851-47F6-C3B8-E9C17E661247}"/>
              </a:ext>
            </a:extLst>
          </p:cNvPr>
          <p:cNvSpPr>
            <a:spLocks noGrp="1"/>
          </p:cNvSpPr>
          <p:nvPr>
            <p:ph type="body" sz="half" idx="2"/>
          </p:nvPr>
        </p:nvSpPr>
        <p:spPr>
          <a:xfrm>
            <a:off x="629841" y="1543050"/>
            <a:ext cx="2949178" cy="2858691"/>
          </a:xfrm>
        </p:spPr>
        <p:txBody>
          <a:bodyPr/>
          <a:lstStyle>
            <a:lvl1pPr marL="0" indent="0">
              <a:buNone/>
              <a:defRPr sz="960"/>
            </a:lvl1pPr>
            <a:lvl2pPr marL="342900" indent="0">
              <a:buNone/>
              <a:defRPr sz="840"/>
            </a:lvl2pPr>
            <a:lvl3pPr marL="685800" indent="0">
              <a:buNone/>
              <a:defRPr sz="720"/>
            </a:lvl3pPr>
            <a:lvl4pPr marL="1028700" indent="0">
              <a:buNone/>
              <a:defRPr sz="600"/>
            </a:lvl4pPr>
            <a:lvl5pPr marL="1371600" indent="0">
              <a:buNone/>
              <a:defRPr sz="600"/>
            </a:lvl5pPr>
            <a:lvl6pPr marL="1714500" indent="0">
              <a:buNone/>
              <a:defRPr sz="600"/>
            </a:lvl6pPr>
            <a:lvl7pPr marL="2057400" indent="0">
              <a:buNone/>
              <a:defRPr sz="600"/>
            </a:lvl7pPr>
            <a:lvl8pPr marL="2400300" indent="0">
              <a:buNone/>
              <a:defRPr sz="600"/>
            </a:lvl8pPr>
            <a:lvl9pPr marL="2743200" indent="0">
              <a:buNone/>
              <a:defRPr sz="600"/>
            </a:lvl9pPr>
          </a:lstStyle>
          <a:p>
            <a:pPr lvl="0"/>
            <a:r>
              <a:rPr lang="en-US"/>
              <a:t>Click to edit Master text styles</a:t>
            </a:r>
          </a:p>
        </p:txBody>
      </p:sp>
      <p:sp>
        <p:nvSpPr>
          <p:cNvPr id="5" name="Date Placeholder 4">
            <a:extLst>
              <a:ext uri="{FF2B5EF4-FFF2-40B4-BE49-F238E27FC236}">
                <a16:creationId xmlns:a16="http://schemas.microsoft.com/office/drawing/2014/main" id="{668828A4-8E1F-7C18-7A97-7ADC03AC40C3}"/>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6" name="Footer Placeholder 5">
            <a:extLst>
              <a:ext uri="{FF2B5EF4-FFF2-40B4-BE49-F238E27FC236}">
                <a16:creationId xmlns:a16="http://schemas.microsoft.com/office/drawing/2014/main" id="{BA4BA41E-4F6E-6AC5-56A7-A244AFA039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E725ED-E0C4-857F-3AB7-C5CA830DB68F}"/>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266739580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2F24-9822-AEC1-3BA2-ACEA477C1CE4}"/>
              </a:ext>
            </a:extLst>
          </p:cNvPr>
          <p:cNvSpPr>
            <a:spLocks noGrp="1"/>
          </p:cNvSpPr>
          <p:nvPr>
            <p:ph type="title"/>
          </p:nvPr>
        </p:nvSpPr>
        <p:spPr>
          <a:xfrm>
            <a:off x="629841" y="342900"/>
            <a:ext cx="2949178" cy="1200150"/>
          </a:xfrm>
        </p:spPr>
        <p:txBody>
          <a:bodyPr anchor="b"/>
          <a:lstStyle>
            <a:lvl1pPr>
              <a:defRPr sz="1920"/>
            </a:lvl1pPr>
          </a:lstStyle>
          <a:p>
            <a:r>
              <a:rPr lang="en-US"/>
              <a:t>Click to edit Master title style</a:t>
            </a:r>
          </a:p>
        </p:txBody>
      </p:sp>
      <p:sp>
        <p:nvSpPr>
          <p:cNvPr id="3" name="Picture Placeholder 2">
            <a:extLst>
              <a:ext uri="{FF2B5EF4-FFF2-40B4-BE49-F238E27FC236}">
                <a16:creationId xmlns:a16="http://schemas.microsoft.com/office/drawing/2014/main" id="{F916ACD2-C7FC-CC7E-3A9A-13C099174E9E}"/>
              </a:ext>
            </a:extLst>
          </p:cNvPr>
          <p:cNvSpPr>
            <a:spLocks noGrp="1"/>
          </p:cNvSpPr>
          <p:nvPr>
            <p:ph type="pic" idx="1"/>
          </p:nvPr>
        </p:nvSpPr>
        <p:spPr>
          <a:xfrm>
            <a:off x="3887391" y="740569"/>
            <a:ext cx="4629150" cy="3655219"/>
          </a:xfrm>
        </p:spPr>
        <p:txBody>
          <a:bodyPr/>
          <a:lstStyle>
            <a:lvl1pPr marL="0" indent="0">
              <a:buNone/>
              <a:defRPr sz="1920"/>
            </a:lvl1pPr>
            <a:lvl2pPr marL="342900" indent="0">
              <a:buNone/>
              <a:defRPr sz="1680"/>
            </a:lvl2pPr>
            <a:lvl3pPr marL="685800" indent="0">
              <a:buNone/>
              <a:defRPr sz="144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endParaRPr lang="en-US"/>
          </a:p>
        </p:txBody>
      </p:sp>
      <p:sp>
        <p:nvSpPr>
          <p:cNvPr id="4" name="Text Placeholder 3">
            <a:extLst>
              <a:ext uri="{FF2B5EF4-FFF2-40B4-BE49-F238E27FC236}">
                <a16:creationId xmlns:a16="http://schemas.microsoft.com/office/drawing/2014/main" id="{5A3E6DDB-253A-4915-D81B-A79A8D5B328E}"/>
              </a:ext>
            </a:extLst>
          </p:cNvPr>
          <p:cNvSpPr>
            <a:spLocks noGrp="1"/>
          </p:cNvSpPr>
          <p:nvPr>
            <p:ph type="body" sz="half" idx="2"/>
          </p:nvPr>
        </p:nvSpPr>
        <p:spPr>
          <a:xfrm>
            <a:off x="629841" y="1543050"/>
            <a:ext cx="2949178" cy="2858691"/>
          </a:xfrm>
        </p:spPr>
        <p:txBody>
          <a:bodyPr/>
          <a:lstStyle>
            <a:lvl1pPr marL="0" indent="0">
              <a:buNone/>
              <a:defRPr sz="960"/>
            </a:lvl1pPr>
            <a:lvl2pPr marL="342900" indent="0">
              <a:buNone/>
              <a:defRPr sz="840"/>
            </a:lvl2pPr>
            <a:lvl3pPr marL="685800" indent="0">
              <a:buNone/>
              <a:defRPr sz="720"/>
            </a:lvl3pPr>
            <a:lvl4pPr marL="1028700" indent="0">
              <a:buNone/>
              <a:defRPr sz="600"/>
            </a:lvl4pPr>
            <a:lvl5pPr marL="1371600" indent="0">
              <a:buNone/>
              <a:defRPr sz="600"/>
            </a:lvl5pPr>
            <a:lvl6pPr marL="1714500" indent="0">
              <a:buNone/>
              <a:defRPr sz="600"/>
            </a:lvl6pPr>
            <a:lvl7pPr marL="2057400" indent="0">
              <a:buNone/>
              <a:defRPr sz="600"/>
            </a:lvl7pPr>
            <a:lvl8pPr marL="2400300" indent="0">
              <a:buNone/>
              <a:defRPr sz="600"/>
            </a:lvl8pPr>
            <a:lvl9pPr marL="2743200" indent="0">
              <a:buNone/>
              <a:defRPr sz="600"/>
            </a:lvl9pPr>
          </a:lstStyle>
          <a:p>
            <a:pPr lvl="0"/>
            <a:r>
              <a:rPr lang="en-US"/>
              <a:t>Click to edit Master text styles</a:t>
            </a:r>
          </a:p>
        </p:txBody>
      </p:sp>
      <p:sp>
        <p:nvSpPr>
          <p:cNvPr id="5" name="Date Placeholder 4">
            <a:extLst>
              <a:ext uri="{FF2B5EF4-FFF2-40B4-BE49-F238E27FC236}">
                <a16:creationId xmlns:a16="http://schemas.microsoft.com/office/drawing/2014/main" id="{AE4F58F4-E86E-A495-7723-4FFCECE7E6D8}"/>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6" name="Footer Placeholder 5">
            <a:extLst>
              <a:ext uri="{FF2B5EF4-FFF2-40B4-BE49-F238E27FC236}">
                <a16:creationId xmlns:a16="http://schemas.microsoft.com/office/drawing/2014/main" id="{DFB87780-C98C-EF69-99AB-55DCA80399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378AD-032B-EFFA-EE3F-3A160E1D0053}"/>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2036611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D3F5B-CB22-79C6-FE9E-FBA9984B7C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0F9918-AC65-24F2-58F0-03C01138B2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CBCA38-C8DF-815D-51BB-8ADEB28F9605}"/>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5" name="Footer Placeholder 4">
            <a:extLst>
              <a:ext uri="{FF2B5EF4-FFF2-40B4-BE49-F238E27FC236}">
                <a16:creationId xmlns:a16="http://schemas.microsoft.com/office/drawing/2014/main" id="{EA0B51A0-E15D-409A-1AE3-6164E210DD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C55FE-A45B-4066-5639-2B3FDFFBFAAD}"/>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240539018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F422D1-F058-1ADA-40C2-2A7B00DE23A0}"/>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33AF12-F697-9BF8-FCD0-6300EA8329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598581-443E-D3A7-2248-05CC69C8A847}"/>
              </a:ext>
            </a:extLst>
          </p:cNvPr>
          <p:cNvSpPr>
            <a:spLocks noGrp="1"/>
          </p:cNvSpPr>
          <p:nvPr>
            <p:ph type="dt" sz="half" idx="10"/>
          </p:nvPr>
        </p:nvSpPr>
        <p:spPr/>
        <p:txBody>
          <a:bodyPr/>
          <a:lstStyle/>
          <a:p>
            <a:fld id="{DD7A9D1F-AA29-4357-98C8-B01B50A2F7E3}" type="datetimeFigureOut">
              <a:rPr lang="en-US" smtClean="0"/>
              <a:t>8/20/2026</a:t>
            </a:fld>
            <a:endParaRPr lang="en-US"/>
          </a:p>
        </p:txBody>
      </p:sp>
      <p:sp>
        <p:nvSpPr>
          <p:cNvPr id="5" name="Footer Placeholder 4">
            <a:extLst>
              <a:ext uri="{FF2B5EF4-FFF2-40B4-BE49-F238E27FC236}">
                <a16:creationId xmlns:a16="http://schemas.microsoft.com/office/drawing/2014/main" id="{438290A1-DDF8-FCE8-AD49-7978E6C7B3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2391FF-A94D-120A-CC44-02636C66415C}"/>
              </a:ext>
            </a:extLst>
          </p:cNvPr>
          <p:cNvSpPr>
            <a:spLocks noGrp="1"/>
          </p:cNvSpPr>
          <p:nvPr>
            <p:ph type="sldNum" sz="quarter" idx="12"/>
          </p:nvPr>
        </p:nvSpPr>
        <p:spPr/>
        <p:txBody>
          <a:bodyPr/>
          <a:lstStyle/>
          <a:p>
            <a:fld id="{18D0F105-5B62-4BBC-8B00-8264AD9144A6}" type="slidenum">
              <a:rPr lang="en-US" smtClean="0"/>
              <a:t>‹#›</a:t>
            </a:fld>
            <a:endParaRPr lang="en-US"/>
          </a:p>
        </p:txBody>
      </p:sp>
    </p:spTree>
    <p:extLst>
      <p:ext uri="{BB962C8B-B14F-4D97-AF65-F5344CB8AC3E}">
        <p14:creationId xmlns:p14="http://schemas.microsoft.com/office/powerpoint/2010/main" val="362200036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192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440" baseline="0">
                <a:solidFill>
                  <a:schemeClr val="tx2"/>
                </a:solidFill>
                <a:latin typeface="Nokia Pure Headline Light" panose="020B0304020202020204" pitchFamily="34" charset="0"/>
              </a:defRPr>
            </a:lvl1pPr>
          </a:lstStyle>
          <a:p>
            <a:pPr lvl="0"/>
            <a:r>
              <a:rPr lang="en-US" noProof="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960">
                <a:solidFill>
                  <a:schemeClr val="tx2"/>
                </a:solidFill>
              </a:defRPr>
            </a:lvl1pPr>
            <a:lvl2pPr marL="179996" indent="0">
              <a:lnSpc>
                <a:spcPct val="100000"/>
              </a:lnSpc>
              <a:spcBef>
                <a:spcPts val="0"/>
              </a:spcBef>
              <a:spcAft>
                <a:spcPts val="600"/>
              </a:spcAft>
              <a:buSzPct val="70000"/>
              <a:buNone/>
              <a:defRPr sz="960">
                <a:solidFill>
                  <a:schemeClr val="tx2"/>
                </a:solidFill>
              </a:defRPr>
            </a:lvl2pPr>
            <a:lvl3pPr marL="359991" indent="0">
              <a:lnSpc>
                <a:spcPct val="100000"/>
              </a:lnSpc>
              <a:spcBef>
                <a:spcPts val="0"/>
              </a:spcBef>
              <a:spcAft>
                <a:spcPts val="600"/>
              </a:spcAft>
              <a:buSzPct val="70000"/>
              <a:buNone/>
              <a:defRPr sz="960">
                <a:solidFill>
                  <a:schemeClr val="tx2"/>
                </a:solidFill>
              </a:defRPr>
            </a:lvl3pPr>
            <a:lvl4pPr marL="539987" indent="0">
              <a:lnSpc>
                <a:spcPct val="100000"/>
              </a:lnSpc>
              <a:spcBef>
                <a:spcPts val="0"/>
              </a:spcBef>
              <a:spcAft>
                <a:spcPts val="600"/>
              </a:spcAft>
              <a:buSzPct val="70000"/>
              <a:buNone/>
              <a:defRPr sz="960">
                <a:solidFill>
                  <a:schemeClr val="tx2"/>
                </a:solidFill>
              </a:defRPr>
            </a:lvl4pPr>
            <a:lvl5pPr marL="719982" indent="0">
              <a:lnSpc>
                <a:spcPct val="100000"/>
              </a:lnSpc>
              <a:spcBef>
                <a:spcPts val="0"/>
              </a:spcBef>
              <a:spcAft>
                <a:spcPts val="600"/>
              </a:spcAft>
              <a:buSzPct val="70000"/>
              <a:buNone/>
              <a:defRPr sz="960">
                <a:solidFill>
                  <a:schemeClr val="tx2"/>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pic>
        <p:nvPicPr>
          <p:cNvPr id="3" name="Graphic 2">
            <a:extLst>
              <a:ext uri="{FF2B5EF4-FFF2-40B4-BE49-F238E27FC236}">
                <a16:creationId xmlns:a16="http://schemas.microsoft.com/office/drawing/2014/main" id="{752AD69E-8972-FFEB-3CDF-810FC2C15BE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60"/>
            <a:ext cx="972000" cy="219014"/>
          </a:xfrm>
          <a:prstGeom prst="rect">
            <a:avLst/>
          </a:prstGeom>
        </p:spPr>
      </p:pic>
      <p:sp>
        <p:nvSpPr>
          <p:cNvPr id="15" name="TextBox 14">
            <a:extLst>
              <a:ext uri="{FF2B5EF4-FFF2-40B4-BE49-F238E27FC236}">
                <a16:creationId xmlns:a16="http://schemas.microsoft.com/office/drawing/2014/main" id="{31A68076-E163-16F0-6643-612506DC25C6}"/>
              </a:ext>
            </a:extLst>
          </p:cNvPr>
          <p:cNvSpPr txBox="1"/>
          <p:nvPr userDrawn="1"/>
        </p:nvSpPr>
        <p:spPr>
          <a:xfrm>
            <a:off x="680029" y="4858556"/>
            <a:ext cx="631583" cy="123111"/>
          </a:xfrm>
          <a:prstGeom prst="rect">
            <a:avLst/>
          </a:prstGeom>
          <a:noFill/>
        </p:spPr>
        <p:txBody>
          <a:bodyPr wrap="none" lIns="0" tIns="0" rIns="0" bIns="0" anchor="b" anchorCtr="0">
            <a:no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a:t>
            </a:r>
            <a:r>
              <a:rPr lang="en-US" altLang="ja-JP"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5</a:t>
            </a:r>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440" kern="1200">
                <a:solidFill>
                  <a:schemeClr val="tx1"/>
                </a:solidFill>
                <a:latin typeface="+mn-lt"/>
                <a:ea typeface="+mn-ea"/>
                <a:cs typeface="+mn-cs"/>
              </a:defRPr>
            </a:lvl2pPr>
            <a:lvl3pPr marL="914400" algn="l" defTabSz="914400" rtl="0" eaLnBrk="1" latinLnBrk="0" hangingPunct="1">
              <a:defRPr sz="1440" kern="1200">
                <a:solidFill>
                  <a:schemeClr val="tx1"/>
                </a:solidFill>
                <a:latin typeface="+mn-lt"/>
                <a:ea typeface="+mn-ea"/>
                <a:cs typeface="+mn-cs"/>
              </a:defRPr>
            </a:lvl3pPr>
            <a:lvl4pPr marL="1371600" algn="l" defTabSz="914400" rtl="0" eaLnBrk="1" latinLnBrk="0" hangingPunct="1">
              <a:defRPr sz="1440" kern="1200">
                <a:solidFill>
                  <a:schemeClr val="tx1"/>
                </a:solidFill>
                <a:latin typeface="+mn-lt"/>
                <a:ea typeface="+mn-ea"/>
                <a:cs typeface="+mn-cs"/>
              </a:defRPr>
            </a:lvl4pPr>
            <a:lvl5pPr marL="1828800" algn="l" defTabSz="914400" rtl="0" eaLnBrk="1" latinLnBrk="0" hangingPunct="1">
              <a:defRPr sz="1440" kern="1200">
                <a:solidFill>
                  <a:schemeClr val="tx1"/>
                </a:solidFill>
                <a:latin typeface="+mn-lt"/>
                <a:ea typeface="+mn-ea"/>
                <a:cs typeface="+mn-cs"/>
              </a:defRPr>
            </a:lvl5pPr>
            <a:lvl6pPr marL="2286000" algn="l" defTabSz="914400" rtl="0" eaLnBrk="1" latinLnBrk="0" hangingPunct="1">
              <a:defRPr sz="1440" kern="1200">
                <a:solidFill>
                  <a:schemeClr val="tx1"/>
                </a:solidFill>
                <a:latin typeface="+mn-lt"/>
                <a:ea typeface="+mn-ea"/>
                <a:cs typeface="+mn-cs"/>
              </a:defRPr>
            </a:lvl6pPr>
            <a:lvl7pPr marL="2743200" algn="l" defTabSz="914400" rtl="0" eaLnBrk="1" latinLnBrk="0" hangingPunct="1">
              <a:defRPr sz="1440" kern="1200">
                <a:solidFill>
                  <a:schemeClr val="tx1"/>
                </a:solidFill>
                <a:latin typeface="+mn-lt"/>
                <a:ea typeface="+mn-ea"/>
                <a:cs typeface="+mn-cs"/>
              </a:defRPr>
            </a:lvl7pPr>
            <a:lvl8pPr marL="3200400" algn="l" defTabSz="914400" rtl="0" eaLnBrk="1" latinLnBrk="0" hangingPunct="1">
              <a:defRPr sz="1440" kern="1200">
                <a:solidFill>
                  <a:schemeClr val="tx1"/>
                </a:solidFill>
                <a:latin typeface="+mn-lt"/>
                <a:ea typeface="+mn-ea"/>
                <a:cs typeface="+mn-cs"/>
              </a:defRPr>
            </a:lvl8pPr>
            <a:lvl9pPr marL="3657600" algn="l" defTabSz="914400" rtl="0" eaLnBrk="1" latinLnBrk="0" hangingPunct="1">
              <a:defRPr sz="144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0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Tree>
    <p:extLst>
      <p:ext uri="{BB962C8B-B14F-4D97-AF65-F5344CB8AC3E}">
        <p14:creationId xmlns:p14="http://schemas.microsoft.com/office/powerpoint/2010/main" val="7699134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2.xml"/><Relationship Id="rId2" Type="http://schemas.openxmlformats.org/officeDocument/2006/relationships/slideLayout" Target="../slideLayouts/slideLayout51.xml"/><Relationship Id="rId1" Type="http://schemas.openxmlformats.org/officeDocument/2006/relationships/slideLayout" Target="../slideLayouts/slideLayout50.xml"/><Relationship Id="rId5" Type="http://schemas.openxmlformats.org/officeDocument/2006/relationships/theme" Target="../theme/theme2.xml"/><Relationship Id="rId4"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slideLayout" Target="../slideLayouts/slideLayout56.xml"/><Relationship Id="rId1" Type="http://schemas.openxmlformats.org/officeDocument/2006/relationships/slideLayout" Target="../slideLayouts/slideLayout5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5" Type="http://schemas.openxmlformats.org/officeDocument/2006/relationships/theme" Target="../theme/theme5.xml"/><Relationship Id="rId4"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2.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slideLayout" Target="../slideLayouts/slideLayout64.xml"/><Relationship Id="rId1" Type="http://schemas.openxmlformats.org/officeDocument/2006/relationships/slideLayout" Target="../slideLayouts/slideLayout63.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66.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9" Type="http://schemas.openxmlformats.org/officeDocument/2006/relationships/slideLayout" Target="../slideLayouts/slideLayout105.xml"/><Relationship Id="rId21" Type="http://schemas.openxmlformats.org/officeDocument/2006/relationships/slideLayout" Target="../slideLayouts/slideLayout87.xml"/><Relationship Id="rId34" Type="http://schemas.openxmlformats.org/officeDocument/2006/relationships/slideLayout" Target="../slideLayouts/slideLayout100.xml"/><Relationship Id="rId42" Type="http://schemas.openxmlformats.org/officeDocument/2006/relationships/slideLayout" Target="../slideLayouts/slideLayout108.xml"/><Relationship Id="rId47" Type="http://schemas.openxmlformats.org/officeDocument/2006/relationships/slideLayout" Target="../slideLayouts/slideLayout113.xml"/><Relationship Id="rId50" Type="http://schemas.openxmlformats.org/officeDocument/2006/relationships/slideLayout" Target="../slideLayouts/slideLayout116.xml"/><Relationship Id="rId7" Type="http://schemas.openxmlformats.org/officeDocument/2006/relationships/slideLayout" Target="../slideLayouts/slideLayout73.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9" Type="http://schemas.openxmlformats.org/officeDocument/2006/relationships/slideLayout" Target="../slideLayouts/slideLayout95.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37" Type="http://schemas.openxmlformats.org/officeDocument/2006/relationships/slideLayout" Target="../slideLayouts/slideLayout103.xml"/><Relationship Id="rId40" Type="http://schemas.openxmlformats.org/officeDocument/2006/relationships/slideLayout" Target="../slideLayouts/slideLayout106.xml"/><Relationship Id="rId45" Type="http://schemas.openxmlformats.org/officeDocument/2006/relationships/slideLayout" Target="../slideLayouts/slideLayout111.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slideLayout" Target="../slideLayouts/slideLayout102.xml"/><Relationship Id="rId49" Type="http://schemas.openxmlformats.org/officeDocument/2006/relationships/slideLayout" Target="../slideLayouts/slideLayout115.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4" Type="http://schemas.openxmlformats.org/officeDocument/2006/relationships/slideLayout" Target="../slideLayouts/slideLayout110.xml"/><Relationship Id="rId52" Type="http://schemas.openxmlformats.org/officeDocument/2006/relationships/theme" Target="../theme/theme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slideLayout" Target="../slideLayouts/slideLayout101.xml"/><Relationship Id="rId43" Type="http://schemas.openxmlformats.org/officeDocument/2006/relationships/slideLayout" Target="../slideLayouts/slideLayout109.xml"/><Relationship Id="rId48" Type="http://schemas.openxmlformats.org/officeDocument/2006/relationships/slideLayout" Target="../slideLayouts/slideLayout114.xml"/><Relationship Id="rId8" Type="http://schemas.openxmlformats.org/officeDocument/2006/relationships/slideLayout" Target="../slideLayouts/slideLayout74.xml"/><Relationship Id="rId51" Type="http://schemas.openxmlformats.org/officeDocument/2006/relationships/slideLayout" Target="../slideLayouts/slideLayout117.xml"/><Relationship Id="rId3" Type="http://schemas.openxmlformats.org/officeDocument/2006/relationships/slideLayout" Target="../slideLayouts/slideLayout69.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38" Type="http://schemas.openxmlformats.org/officeDocument/2006/relationships/slideLayout" Target="../slideLayouts/slideLayout104.xml"/><Relationship Id="rId46" Type="http://schemas.openxmlformats.org/officeDocument/2006/relationships/slideLayout" Target="../slideLayouts/slideLayout112.xml"/><Relationship Id="rId20" Type="http://schemas.openxmlformats.org/officeDocument/2006/relationships/slideLayout" Target="../slideLayouts/slideLayout86.xml"/><Relationship Id="rId41" Type="http://schemas.openxmlformats.org/officeDocument/2006/relationships/slideLayout" Target="../slideLayouts/slideLayout107.xml"/><Relationship Id="rId1" Type="http://schemas.openxmlformats.org/officeDocument/2006/relationships/slideLayout" Target="../slideLayouts/slideLayout67.xml"/><Relationship Id="rId6" Type="http://schemas.openxmlformats.org/officeDocument/2006/relationships/slideLayout" Target="../slideLayouts/slideLayout72.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18.xml"/></Relationships>
</file>

<file path=ppt/slideMasters/_rels/slideMaster11.xml.rels><?xml version="1.0" encoding="UTF-8" standalone="yes"?>
<Relationships xmlns="http://schemas.openxmlformats.org/package/2006/relationships"><Relationship Id="rId8" Type="http://schemas.openxmlformats.org/officeDocument/2006/relationships/theme" Target="../theme/theme11.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2" Type="http://schemas.openxmlformats.org/officeDocument/2006/relationships/slideLayout" Target="../slideLayouts/slideLayout120.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5" Type="http://schemas.openxmlformats.org/officeDocument/2006/relationships/slideLayout" Target="../slideLayouts/slideLayout123.xml"/><Relationship Id="rId4" Type="http://schemas.openxmlformats.org/officeDocument/2006/relationships/slideLayout" Target="../slideLayouts/slideLayout122.xml"/><Relationship Id="rId9" Type="http://schemas.openxmlformats.org/officeDocument/2006/relationships/image" Target="../media/image17.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theme" Target="../theme/theme12.xml"/><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slideLayout" Target="../slideLayouts/slideLayout137.xml"/><Relationship Id="rId2" Type="http://schemas.openxmlformats.org/officeDocument/2006/relationships/slideLayout" Target="../slideLayouts/slideLayout127.xml"/><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A387B3D-EFE9-09B6-870B-B668DE8412A5}"/>
              </a:ext>
            </a:extLst>
          </p:cNvPr>
          <p:cNvGraphicFramePr>
            <a:graphicFrameLocks noChangeAspect="1"/>
          </p:cNvGraphicFramePr>
          <p:nvPr userDrawn="1">
            <p:custDataLst>
              <p:tags r:id="rId51"/>
            </p:custDataLst>
            <p:extLst>
              <p:ext uri="{D42A27DB-BD31-4B8C-83A1-F6EECF244321}">
                <p14:modId xmlns:p14="http://schemas.microsoft.com/office/powerpoint/2010/main" val="12620966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404" imgH="405" progId="TCLayout.ActiveDocument.1">
                  <p:embed/>
                </p:oleObj>
              </mc:Choice>
              <mc:Fallback>
                <p:oleObj name="think-cell Slide" r:id="rId52" imgW="404" imgH="405" progId="TCLayout.ActiveDocument.1">
                  <p:embed/>
                  <p:pic>
                    <p:nvPicPr>
                      <p:cNvPr id="2" name="think-cell data - do not delete" hidden="1">
                        <a:extLst>
                          <a:ext uri="{FF2B5EF4-FFF2-40B4-BE49-F238E27FC236}">
                            <a16:creationId xmlns:a16="http://schemas.microsoft.com/office/drawing/2014/main" id="{EA387B3D-EFE9-09B6-870B-B668DE8412A5}"/>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241891639"/>
      </p:ext>
    </p:extLst>
  </p:cSld>
  <p:clrMap bg1="lt1" tx1="dk1" bg2="lt2" tx2="dk2" accent1="accent1" accent2="accent2" accent3="accent3" accent4="accent4" accent5="accent5" accent6="accent6" hlink="hlink" folHlink="folHlink"/>
  <p:sldLayoutIdLst>
    <p:sldLayoutId id="2147483663" r:id="rId1"/>
    <p:sldLayoutId id="2147483726" r:id="rId2"/>
    <p:sldLayoutId id="2147483776" r:id="rId3"/>
    <p:sldLayoutId id="2147483778" r:id="rId4"/>
    <p:sldLayoutId id="2147483779" r:id="rId5"/>
    <p:sldLayoutId id="2147483780" r:id="rId6"/>
    <p:sldLayoutId id="2147483781" r:id="rId7"/>
    <p:sldLayoutId id="2147483777" r:id="rId8"/>
    <p:sldLayoutId id="2147483796" r:id="rId9"/>
    <p:sldLayoutId id="2147483763" r:id="rId10"/>
    <p:sldLayoutId id="2147483794" r:id="rId11"/>
    <p:sldLayoutId id="2147483775" r:id="rId12"/>
    <p:sldLayoutId id="2147483795" r:id="rId13"/>
    <p:sldLayoutId id="2147483816" r:id="rId14"/>
    <p:sldLayoutId id="2147483817" r:id="rId15"/>
    <p:sldLayoutId id="2147483818" r:id="rId16"/>
    <p:sldLayoutId id="2147483819" r:id="rId17"/>
    <p:sldLayoutId id="2147483820" r:id="rId18"/>
    <p:sldLayoutId id="2147483821" r:id="rId19"/>
    <p:sldLayoutId id="2147483822" r:id="rId20"/>
    <p:sldLayoutId id="2147483823" r:id="rId21"/>
    <p:sldLayoutId id="2147483824" r:id="rId22"/>
    <p:sldLayoutId id="2147483753" r:id="rId23"/>
    <p:sldLayoutId id="2147483757" r:id="rId24"/>
    <p:sldLayoutId id="2147483758" r:id="rId25"/>
    <p:sldLayoutId id="2147483815" r:id="rId26"/>
    <p:sldLayoutId id="2147483760" r:id="rId27"/>
    <p:sldLayoutId id="2147483761" r:id="rId28"/>
    <p:sldLayoutId id="2147483762" r:id="rId29"/>
    <p:sldLayoutId id="2147483774" r:id="rId30"/>
    <p:sldLayoutId id="2147483755" r:id="rId31"/>
    <p:sldLayoutId id="2147483756" r:id="rId32"/>
    <p:sldLayoutId id="2147483793" r:id="rId33"/>
    <p:sldLayoutId id="2147483814" r:id="rId34"/>
    <p:sldLayoutId id="2147483751" r:id="rId35"/>
    <p:sldLayoutId id="2147483746" r:id="rId36"/>
    <p:sldLayoutId id="2147483791" r:id="rId37"/>
    <p:sldLayoutId id="2147483749" r:id="rId38"/>
    <p:sldLayoutId id="2147483747" r:id="rId39"/>
    <p:sldLayoutId id="2147483748" r:id="rId40"/>
    <p:sldLayoutId id="2147483750" r:id="rId41"/>
    <p:sldLayoutId id="2147483772" r:id="rId42"/>
    <p:sldLayoutId id="2147483677" r:id="rId43"/>
    <p:sldLayoutId id="2147483792" r:id="rId44"/>
    <p:sldLayoutId id="2147483833" r:id="rId45"/>
    <p:sldLayoutId id="2147483769" r:id="rId46"/>
    <p:sldLayoutId id="2147483773" r:id="rId47"/>
    <p:sldLayoutId id="2147483771" r:id="rId48"/>
    <p:sldLayoutId id="2147483679" r:id="rId49"/>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04555"/>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Lst>
  <p:hf sldNum="0" hd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336908"/>
      </p:ext>
    </p:extLst>
  </p:cSld>
  <p:clrMap bg1="lt1" tx1="dk1" bg2="lt2" tx2="dk2" accent1="accent1" accent2="accent2" accent3="accent3" accent4="accent4" accent5="accent5" accent6="accent6" hlink="hlink" folHlink="folHlink"/>
  <p:sldLayoutIdLst>
    <p:sldLayoutId id="2147483840" r:id="rId1"/>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6781744"/>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2477341"/>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Lst>
  <p:hf sldNum="0" hdr="0" dt="0"/>
  <p:txStyles>
    <p:titleStyle>
      <a:lvl1pPr algn="l" defTabSz="685800" rtl="0" eaLnBrk="1" latinLnBrk="0" hangingPunct="1">
        <a:lnSpc>
          <a:spcPct val="90000"/>
        </a:lnSpc>
        <a:spcBef>
          <a:spcPct val="0"/>
        </a:spcBef>
        <a:buNone/>
        <a:defRPr kumimoji="1" sz="264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168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p:bodyStyle>
    <p:otherStyle>
      <a:defPPr>
        <a:defRPr lang="en-US"/>
      </a:defPPr>
      <a:lvl1pPr marL="0" algn="l" defTabSz="685800" rtl="0" eaLnBrk="1" latinLnBrk="0" hangingPunct="1">
        <a:defRPr kumimoji="1" sz="1080" kern="1200">
          <a:solidFill>
            <a:schemeClr val="tx1"/>
          </a:solidFill>
          <a:latin typeface="+mn-lt"/>
          <a:ea typeface="+mn-ea"/>
          <a:cs typeface="+mn-cs"/>
        </a:defRPr>
      </a:lvl1pPr>
      <a:lvl2pPr marL="342900" algn="l" defTabSz="685800" rtl="0" eaLnBrk="1" latinLnBrk="0" hangingPunct="1">
        <a:defRPr kumimoji="1" sz="1080" kern="1200">
          <a:solidFill>
            <a:schemeClr val="tx1"/>
          </a:solidFill>
          <a:latin typeface="+mn-lt"/>
          <a:ea typeface="+mn-ea"/>
          <a:cs typeface="+mn-cs"/>
        </a:defRPr>
      </a:lvl2pPr>
      <a:lvl3pPr marL="685800" algn="l" defTabSz="685800" rtl="0" eaLnBrk="1" latinLnBrk="0" hangingPunct="1">
        <a:defRPr kumimoji="1" sz="1080" kern="1200">
          <a:solidFill>
            <a:schemeClr val="tx1"/>
          </a:solidFill>
          <a:latin typeface="+mn-lt"/>
          <a:ea typeface="+mn-ea"/>
          <a:cs typeface="+mn-cs"/>
        </a:defRPr>
      </a:lvl3pPr>
      <a:lvl4pPr marL="1028700" algn="l" defTabSz="685800" rtl="0" eaLnBrk="1" latinLnBrk="0" hangingPunct="1">
        <a:defRPr kumimoji="1" sz="1080" kern="1200">
          <a:solidFill>
            <a:schemeClr val="tx1"/>
          </a:solidFill>
          <a:latin typeface="+mn-lt"/>
          <a:ea typeface="+mn-ea"/>
          <a:cs typeface="+mn-cs"/>
        </a:defRPr>
      </a:lvl4pPr>
      <a:lvl5pPr marL="1371600" algn="l" defTabSz="685800" rtl="0" eaLnBrk="1" latinLnBrk="0" hangingPunct="1">
        <a:defRPr kumimoji="1" sz="1080" kern="1200">
          <a:solidFill>
            <a:schemeClr val="tx1"/>
          </a:solidFill>
          <a:latin typeface="+mn-lt"/>
          <a:ea typeface="+mn-ea"/>
          <a:cs typeface="+mn-cs"/>
        </a:defRPr>
      </a:lvl5pPr>
      <a:lvl6pPr marL="1714500" algn="l" defTabSz="685800" rtl="0" eaLnBrk="1" latinLnBrk="0" hangingPunct="1">
        <a:defRPr kumimoji="1" sz="1080" kern="1200">
          <a:solidFill>
            <a:schemeClr val="tx1"/>
          </a:solidFill>
          <a:latin typeface="+mn-lt"/>
          <a:ea typeface="+mn-ea"/>
          <a:cs typeface="+mn-cs"/>
        </a:defRPr>
      </a:lvl6pPr>
      <a:lvl7pPr marL="2057400" algn="l" defTabSz="685800" rtl="0" eaLnBrk="1" latinLnBrk="0" hangingPunct="1">
        <a:defRPr kumimoji="1" sz="1080" kern="1200">
          <a:solidFill>
            <a:schemeClr val="tx1"/>
          </a:solidFill>
          <a:latin typeface="+mn-lt"/>
          <a:ea typeface="+mn-ea"/>
          <a:cs typeface="+mn-cs"/>
        </a:defRPr>
      </a:lvl7pPr>
      <a:lvl8pPr marL="2400300" algn="l" defTabSz="685800" rtl="0" eaLnBrk="1" latinLnBrk="0" hangingPunct="1">
        <a:defRPr kumimoji="1" sz="1080" kern="1200">
          <a:solidFill>
            <a:schemeClr val="tx1"/>
          </a:solidFill>
          <a:latin typeface="+mn-lt"/>
          <a:ea typeface="+mn-ea"/>
          <a:cs typeface="+mn-cs"/>
        </a:defRPr>
      </a:lvl8pPr>
      <a:lvl9pPr marL="2743200" algn="l" defTabSz="685800" rtl="0" eaLnBrk="1" latinLnBrk="0" hangingPunct="1">
        <a:defRPr kumimoji="1" sz="108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745197"/>
      </p:ext>
    </p:extLst>
  </p:cSld>
  <p:clrMap bg1="lt1" tx1="dk1" bg2="lt2" tx2="dk2" accent1="accent1" accent2="accent2" accent3="accent3" accent4="accent4" accent5="accent5" accent6="accent6" hlink="hlink" folHlink="folHlink"/>
  <p:sldLayoutIdLst>
    <p:sldLayoutId id="2147483851" r:id="rId1"/>
  </p:sldLayoutIdLst>
  <p:hf sldNum="0" hdr="0" dt="0"/>
  <p:txStyles>
    <p:titleStyle>
      <a:lvl1pPr algn="l" defTabSz="685800" rtl="0" eaLnBrk="1" latinLnBrk="0" hangingPunct="1">
        <a:lnSpc>
          <a:spcPct val="90000"/>
        </a:lnSpc>
        <a:spcBef>
          <a:spcPct val="0"/>
        </a:spcBef>
        <a:buNone/>
        <a:defRPr sz="264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8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9pPr>
    </p:bodyStyle>
    <p:otherStyle>
      <a:defPPr>
        <a:defRPr lang="en-US"/>
      </a:defPPr>
      <a:lvl1pPr marL="0" algn="l" defTabSz="685800" rtl="0" eaLnBrk="1" latinLnBrk="0" hangingPunct="1">
        <a:defRPr sz="1080" kern="1200">
          <a:solidFill>
            <a:schemeClr val="tx1"/>
          </a:solidFill>
          <a:latin typeface="+mn-lt"/>
          <a:ea typeface="+mn-ea"/>
          <a:cs typeface="+mn-cs"/>
        </a:defRPr>
      </a:lvl1pPr>
      <a:lvl2pPr marL="342900" algn="l" defTabSz="685800" rtl="0" eaLnBrk="1" latinLnBrk="0" hangingPunct="1">
        <a:defRPr sz="1080" kern="1200">
          <a:solidFill>
            <a:schemeClr val="tx1"/>
          </a:solidFill>
          <a:latin typeface="+mn-lt"/>
          <a:ea typeface="+mn-ea"/>
          <a:cs typeface="+mn-cs"/>
        </a:defRPr>
      </a:lvl2pPr>
      <a:lvl3pPr marL="685800" algn="l" defTabSz="685800" rtl="0" eaLnBrk="1" latinLnBrk="0" hangingPunct="1">
        <a:defRPr sz="1080" kern="1200">
          <a:solidFill>
            <a:schemeClr val="tx1"/>
          </a:solidFill>
          <a:latin typeface="+mn-lt"/>
          <a:ea typeface="+mn-ea"/>
          <a:cs typeface="+mn-cs"/>
        </a:defRPr>
      </a:lvl3pPr>
      <a:lvl4pPr marL="1028700" algn="l" defTabSz="685800" rtl="0" eaLnBrk="1" latinLnBrk="0" hangingPunct="1">
        <a:defRPr sz="1080" kern="1200">
          <a:solidFill>
            <a:schemeClr val="tx1"/>
          </a:solidFill>
          <a:latin typeface="+mn-lt"/>
          <a:ea typeface="+mn-ea"/>
          <a:cs typeface="+mn-cs"/>
        </a:defRPr>
      </a:lvl4pPr>
      <a:lvl5pPr marL="1371600" algn="l" defTabSz="685800" rtl="0" eaLnBrk="1" latinLnBrk="0" hangingPunct="1">
        <a:defRPr sz="1080" kern="1200">
          <a:solidFill>
            <a:schemeClr val="tx1"/>
          </a:solidFill>
          <a:latin typeface="+mn-lt"/>
          <a:ea typeface="+mn-ea"/>
          <a:cs typeface="+mn-cs"/>
        </a:defRPr>
      </a:lvl5pPr>
      <a:lvl6pPr marL="1714500" algn="l" defTabSz="685800" rtl="0" eaLnBrk="1" latinLnBrk="0" hangingPunct="1">
        <a:defRPr sz="1080" kern="1200">
          <a:solidFill>
            <a:schemeClr val="tx1"/>
          </a:solidFill>
          <a:latin typeface="+mn-lt"/>
          <a:ea typeface="+mn-ea"/>
          <a:cs typeface="+mn-cs"/>
        </a:defRPr>
      </a:lvl6pPr>
      <a:lvl7pPr marL="2057400" algn="l" defTabSz="685800" rtl="0" eaLnBrk="1" latinLnBrk="0" hangingPunct="1">
        <a:defRPr sz="1080" kern="1200">
          <a:solidFill>
            <a:schemeClr val="tx1"/>
          </a:solidFill>
          <a:latin typeface="+mn-lt"/>
          <a:ea typeface="+mn-ea"/>
          <a:cs typeface="+mn-cs"/>
        </a:defRPr>
      </a:lvl7pPr>
      <a:lvl8pPr marL="2400300" algn="l" defTabSz="685800" rtl="0" eaLnBrk="1" latinLnBrk="0" hangingPunct="1">
        <a:defRPr sz="1080" kern="1200">
          <a:solidFill>
            <a:schemeClr val="tx1"/>
          </a:solidFill>
          <a:latin typeface="+mn-lt"/>
          <a:ea typeface="+mn-ea"/>
          <a:cs typeface="+mn-cs"/>
        </a:defRPr>
      </a:lvl8pPr>
      <a:lvl9pPr marL="2743200" algn="l" defTabSz="685800" rtl="0" eaLnBrk="1" latinLnBrk="0" hangingPunct="1">
        <a:defRPr sz="108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804972"/>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Lst>
  <p:hf sldNum="0" hdr="0" dt="0"/>
  <p:txStyles>
    <p:titleStyle>
      <a:lvl1pPr algn="l" defTabSz="685800" rtl="0" eaLnBrk="1" latinLnBrk="0" hangingPunct="1">
        <a:lnSpc>
          <a:spcPct val="90000"/>
        </a:lnSpc>
        <a:spcBef>
          <a:spcPct val="0"/>
        </a:spcBef>
        <a:buNone/>
        <a:defRPr sz="264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8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9pPr>
    </p:bodyStyle>
    <p:otherStyle>
      <a:defPPr>
        <a:defRPr lang="en-US"/>
      </a:defPPr>
      <a:lvl1pPr marL="0" algn="l" defTabSz="685800" rtl="0" eaLnBrk="1" latinLnBrk="0" hangingPunct="1">
        <a:defRPr sz="1080" kern="1200">
          <a:solidFill>
            <a:schemeClr val="tx1"/>
          </a:solidFill>
          <a:latin typeface="+mn-lt"/>
          <a:ea typeface="+mn-ea"/>
          <a:cs typeface="+mn-cs"/>
        </a:defRPr>
      </a:lvl1pPr>
      <a:lvl2pPr marL="342900" algn="l" defTabSz="685800" rtl="0" eaLnBrk="1" latinLnBrk="0" hangingPunct="1">
        <a:defRPr sz="1080" kern="1200">
          <a:solidFill>
            <a:schemeClr val="tx1"/>
          </a:solidFill>
          <a:latin typeface="+mn-lt"/>
          <a:ea typeface="+mn-ea"/>
          <a:cs typeface="+mn-cs"/>
        </a:defRPr>
      </a:lvl2pPr>
      <a:lvl3pPr marL="685800" algn="l" defTabSz="685800" rtl="0" eaLnBrk="1" latinLnBrk="0" hangingPunct="1">
        <a:defRPr sz="1080" kern="1200">
          <a:solidFill>
            <a:schemeClr val="tx1"/>
          </a:solidFill>
          <a:latin typeface="+mn-lt"/>
          <a:ea typeface="+mn-ea"/>
          <a:cs typeface="+mn-cs"/>
        </a:defRPr>
      </a:lvl3pPr>
      <a:lvl4pPr marL="1028700" algn="l" defTabSz="685800" rtl="0" eaLnBrk="1" latinLnBrk="0" hangingPunct="1">
        <a:defRPr sz="1080" kern="1200">
          <a:solidFill>
            <a:schemeClr val="tx1"/>
          </a:solidFill>
          <a:latin typeface="+mn-lt"/>
          <a:ea typeface="+mn-ea"/>
          <a:cs typeface="+mn-cs"/>
        </a:defRPr>
      </a:lvl4pPr>
      <a:lvl5pPr marL="1371600" algn="l" defTabSz="685800" rtl="0" eaLnBrk="1" latinLnBrk="0" hangingPunct="1">
        <a:defRPr sz="1080" kern="1200">
          <a:solidFill>
            <a:schemeClr val="tx1"/>
          </a:solidFill>
          <a:latin typeface="+mn-lt"/>
          <a:ea typeface="+mn-ea"/>
          <a:cs typeface="+mn-cs"/>
        </a:defRPr>
      </a:lvl5pPr>
      <a:lvl6pPr marL="1714500" algn="l" defTabSz="685800" rtl="0" eaLnBrk="1" latinLnBrk="0" hangingPunct="1">
        <a:defRPr sz="1080" kern="1200">
          <a:solidFill>
            <a:schemeClr val="tx1"/>
          </a:solidFill>
          <a:latin typeface="+mn-lt"/>
          <a:ea typeface="+mn-ea"/>
          <a:cs typeface="+mn-cs"/>
        </a:defRPr>
      </a:lvl6pPr>
      <a:lvl7pPr marL="2057400" algn="l" defTabSz="685800" rtl="0" eaLnBrk="1" latinLnBrk="0" hangingPunct="1">
        <a:defRPr sz="1080" kern="1200">
          <a:solidFill>
            <a:schemeClr val="tx1"/>
          </a:solidFill>
          <a:latin typeface="+mn-lt"/>
          <a:ea typeface="+mn-ea"/>
          <a:cs typeface="+mn-cs"/>
        </a:defRPr>
      </a:lvl7pPr>
      <a:lvl8pPr marL="2400300" algn="l" defTabSz="685800" rtl="0" eaLnBrk="1" latinLnBrk="0" hangingPunct="1">
        <a:defRPr sz="1080" kern="1200">
          <a:solidFill>
            <a:schemeClr val="tx1"/>
          </a:solidFill>
          <a:latin typeface="+mn-lt"/>
          <a:ea typeface="+mn-ea"/>
          <a:cs typeface="+mn-cs"/>
        </a:defRPr>
      </a:lvl8pPr>
      <a:lvl9pPr marL="2743200" algn="l" defTabSz="685800" rtl="0" eaLnBrk="1" latinLnBrk="0" hangingPunct="1">
        <a:defRPr sz="108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0923571"/>
      </p:ext>
    </p:extLst>
  </p:cSld>
  <p:clrMap bg1="lt1" tx1="dk1" bg2="lt2" tx2="dk2" accent1="accent1" accent2="accent2" accent3="accent3" accent4="accent4" accent5="accent5" accent6="accent6" hlink="hlink" folHlink="folHlink"/>
  <p:sldLayoutIdLst>
    <p:sldLayoutId id="2147483857" r:id="rId1"/>
  </p:sldLayoutIdLst>
  <p:hf sldNum="0" hdr="0" dt="0"/>
  <p:txStyles>
    <p:titleStyle>
      <a:lvl1pPr algn="l" defTabSz="685800" rtl="0" eaLnBrk="1" latinLnBrk="0" hangingPunct="1">
        <a:lnSpc>
          <a:spcPct val="90000"/>
        </a:lnSpc>
        <a:spcBef>
          <a:spcPct val="0"/>
        </a:spcBef>
        <a:buNone/>
        <a:defRPr sz="2112"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344"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152"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96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9pPr>
    </p:bodyStyle>
    <p:otherStyle>
      <a:defPPr>
        <a:defRPr lang="en-US"/>
      </a:defPPr>
      <a:lvl1pPr marL="0" algn="l" defTabSz="685800" rtl="0" eaLnBrk="1" latinLnBrk="0" hangingPunct="1">
        <a:defRPr sz="864" kern="1200">
          <a:solidFill>
            <a:schemeClr val="tx1"/>
          </a:solidFill>
          <a:latin typeface="+mn-lt"/>
          <a:ea typeface="+mn-ea"/>
          <a:cs typeface="+mn-cs"/>
        </a:defRPr>
      </a:lvl1pPr>
      <a:lvl2pPr marL="342900" algn="l" defTabSz="685800" rtl="0" eaLnBrk="1" latinLnBrk="0" hangingPunct="1">
        <a:defRPr sz="864" kern="1200">
          <a:solidFill>
            <a:schemeClr val="tx1"/>
          </a:solidFill>
          <a:latin typeface="+mn-lt"/>
          <a:ea typeface="+mn-ea"/>
          <a:cs typeface="+mn-cs"/>
        </a:defRPr>
      </a:lvl2pPr>
      <a:lvl3pPr marL="685800" algn="l" defTabSz="685800" rtl="0" eaLnBrk="1" latinLnBrk="0" hangingPunct="1">
        <a:defRPr sz="864" kern="1200">
          <a:solidFill>
            <a:schemeClr val="tx1"/>
          </a:solidFill>
          <a:latin typeface="+mn-lt"/>
          <a:ea typeface="+mn-ea"/>
          <a:cs typeface="+mn-cs"/>
        </a:defRPr>
      </a:lvl3pPr>
      <a:lvl4pPr marL="1028700" algn="l" defTabSz="685800" rtl="0" eaLnBrk="1" latinLnBrk="0" hangingPunct="1">
        <a:defRPr sz="864" kern="1200">
          <a:solidFill>
            <a:schemeClr val="tx1"/>
          </a:solidFill>
          <a:latin typeface="+mn-lt"/>
          <a:ea typeface="+mn-ea"/>
          <a:cs typeface="+mn-cs"/>
        </a:defRPr>
      </a:lvl4pPr>
      <a:lvl5pPr marL="1371600" algn="l" defTabSz="685800" rtl="0" eaLnBrk="1" latinLnBrk="0" hangingPunct="1">
        <a:defRPr sz="864" kern="1200">
          <a:solidFill>
            <a:schemeClr val="tx1"/>
          </a:solidFill>
          <a:latin typeface="+mn-lt"/>
          <a:ea typeface="+mn-ea"/>
          <a:cs typeface="+mn-cs"/>
        </a:defRPr>
      </a:lvl5pPr>
      <a:lvl6pPr marL="1714500" algn="l" defTabSz="685800" rtl="0" eaLnBrk="1" latinLnBrk="0" hangingPunct="1">
        <a:defRPr sz="864" kern="1200">
          <a:solidFill>
            <a:schemeClr val="tx1"/>
          </a:solidFill>
          <a:latin typeface="+mn-lt"/>
          <a:ea typeface="+mn-ea"/>
          <a:cs typeface="+mn-cs"/>
        </a:defRPr>
      </a:lvl6pPr>
      <a:lvl7pPr marL="2057400" algn="l" defTabSz="685800" rtl="0" eaLnBrk="1" latinLnBrk="0" hangingPunct="1">
        <a:defRPr sz="864" kern="1200">
          <a:solidFill>
            <a:schemeClr val="tx1"/>
          </a:solidFill>
          <a:latin typeface="+mn-lt"/>
          <a:ea typeface="+mn-ea"/>
          <a:cs typeface="+mn-cs"/>
        </a:defRPr>
      </a:lvl7pPr>
      <a:lvl8pPr marL="2400300" algn="l" defTabSz="685800" rtl="0" eaLnBrk="1" latinLnBrk="0" hangingPunct="1">
        <a:defRPr sz="864" kern="1200">
          <a:solidFill>
            <a:schemeClr val="tx1"/>
          </a:solidFill>
          <a:latin typeface="+mn-lt"/>
          <a:ea typeface="+mn-ea"/>
          <a:cs typeface="+mn-cs"/>
        </a:defRPr>
      </a:lvl8pPr>
      <a:lvl9pPr marL="2743200" algn="l" defTabSz="685800" rtl="0" eaLnBrk="1" latinLnBrk="0" hangingPunct="1">
        <a:defRPr sz="864"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290774"/>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 id="2147483877" r:id="rId17"/>
    <p:sldLayoutId id="2147483878" r:id="rId18"/>
    <p:sldLayoutId id="2147483879" r:id="rId19"/>
    <p:sldLayoutId id="2147483880" r:id="rId20"/>
    <p:sldLayoutId id="2147483881" r:id="rId21"/>
    <p:sldLayoutId id="2147483882" r:id="rId22"/>
    <p:sldLayoutId id="2147483883" r:id="rId23"/>
    <p:sldLayoutId id="2147483884" r:id="rId24"/>
    <p:sldLayoutId id="2147483885" r:id="rId25"/>
    <p:sldLayoutId id="2147483886" r:id="rId26"/>
    <p:sldLayoutId id="2147483887" r:id="rId27"/>
    <p:sldLayoutId id="2147483888" r:id="rId28"/>
    <p:sldLayoutId id="2147483889" r:id="rId29"/>
    <p:sldLayoutId id="2147483890" r:id="rId30"/>
    <p:sldLayoutId id="2147483891" r:id="rId31"/>
    <p:sldLayoutId id="2147483892" r:id="rId32"/>
    <p:sldLayoutId id="2147483893" r:id="rId33"/>
    <p:sldLayoutId id="2147483894" r:id="rId34"/>
    <p:sldLayoutId id="2147483895" r:id="rId35"/>
    <p:sldLayoutId id="2147483896" r:id="rId36"/>
    <p:sldLayoutId id="2147483897" r:id="rId37"/>
    <p:sldLayoutId id="2147483898" r:id="rId38"/>
    <p:sldLayoutId id="2147483899" r:id="rId39"/>
    <p:sldLayoutId id="2147483900" r:id="rId40"/>
    <p:sldLayoutId id="2147483901" r:id="rId41"/>
    <p:sldLayoutId id="2147483902" r:id="rId42"/>
    <p:sldLayoutId id="2147483903" r:id="rId43"/>
    <p:sldLayoutId id="2147483904" r:id="rId44"/>
    <p:sldLayoutId id="2147483905" r:id="rId45"/>
    <p:sldLayoutId id="2147483906" r:id="rId46"/>
    <p:sldLayoutId id="2147483907" r:id="rId47"/>
    <p:sldLayoutId id="2147483908" r:id="rId48"/>
    <p:sldLayoutId id="2147483909" r:id="rId49"/>
    <p:sldLayoutId id="2147483910" r:id="rId50"/>
    <p:sldLayoutId id="2147483911" r:id="rId51"/>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FB2ED30-08A7-C8A9-3F9B-029754B19AFF}"/>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kumimoji="1" lang="ja-JP" altLang="en-US"/>
              <a:t>マスター タイトルの書式設定</a:t>
            </a:r>
            <a:endParaRPr kumimoji="1" lang="en-US"/>
          </a:p>
        </p:txBody>
      </p:sp>
      <p:sp>
        <p:nvSpPr>
          <p:cNvPr id="3" name="テキスト プレースホルダー 2">
            <a:extLst>
              <a:ext uri="{FF2B5EF4-FFF2-40B4-BE49-F238E27FC236}">
                <a16:creationId xmlns:a16="http://schemas.microsoft.com/office/drawing/2014/main" id="{4EC18D97-7181-CC0C-D007-AEAA793DA92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
        <p:nvSpPr>
          <p:cNvPr id="4" name="日付プレースホルダー 3">
            <a:extLst>
              <a:ext uri="{FF2B5EF4-FFF2-40B4-BE49-F238E27FC236}">
                <a16:creationId xmlns:a16="http://schemas.microsoft.com/office/drawing/2014/main" id="{0F7F13B7-9409-5480-685D-7AB2FC03EE4B}"/>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720">
                <a:solidFill>
                  <a:schemeClr val="tx1">
                    <a:tint val="82000"/>
                  </a:schemeClr>
                </a:solidFill>
              </a:defRPr>
            </a:lvl1pPr>
          </a:lstStyle>
          <a:p>
            <a:fld id="{8E577388-86BF-428C-A3B3-28A9B1A774A8}" type="datetimeFigureOut">
              <a:rPr kumimoji="1" lang="en-US" smtClean="0"/>
              <a:t>8/20/2026</a:t>
            </a:fld>
            <a:endParaRPr kumimoji="1" lang="en-US"/>
          </a:p>
        </p:txBody>
      </p:sp>
      <p:sp>
        <p:nvSpPr>
          <p:cNvPr id="5" name="フッター プレースホルダー 4">
            <a:extLst>
              <a:ext uri="{FF2B5EF4-FFF2-40B4-BE49-F238E27FC236}">
                <a16:creationId xmlns:a16="http://schemas.microsoft.com/office/drawing/2014/main" id="{84601756-6B7E-34A2-1C41-CD9889030C55}"/>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720">
                <a:solidFill>
                  <a:schemeClr val="tx1">
                    <a:tint val="82000"/>
                  </a:schemeClr>
                </a:solidFill>
              </a:defRPr>
            </a:lvl1pPr>
          </a:lstStyle>
          <a:p>
            <a:endParaRPr kumimoji="1" lang="en-US"/>
          </a:p>
        </p:txBody>
      </p:sp>
      <p:sp>
        <p:nvSpPr>
          <p:cNvPr id="6" name="スライド番号プレースホルダー 5">
            <a:extLst>
              <a:ext uri="{FF2B5EF4-FFF2-40B4-BE49-F238E27FC236}">
                <a16:creationId xmlns:a16="http://schemas.microsoft.com/office/drawing/2014/main" id="{F3540B14-C57B-30D5-8DC5-E801E8A3577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720">
                <a:solidFill>
                  <a:schemeClr val="tx1">
                    <a:tint val="82000"/>
                  </a:schemeClr>
                </a:solidFill>
              </a:defRPr>
            </a:lvl1pPr>
          </a:lstStyle>
          <a:p>
            <a:fld id="{5BD34222-AB7D-4575-B28B-635A1D0BCB9B}" type="slidenum">
              <a:rPr kumimoji="1" lang="en-US" smtClean="0"/>
              <a:t>‹#›</a:t>
            </a:fld>
            <a:endParaRPr kumimoji="1" lang="en-US"/>
          </a:p>
        </p:txBody>
      </p:sp>
    </p:spTree>
    <p:extLst>
      <p:ext uri="{BB962C8B-B14F-4D97-AF65-F5344CB8AC3E}">
        <p14:creationId xmlns:p14="http://schemas.microsoft.com/office/powerpoint/2010/main" val="1950333170"/>
      </p:ext>
    </p:extLst>
  </p:cSld>
  <p:clrMap bg1="lt1" tx1="dk1" bg2="lt2" tx2="dk2" accent1="accent1" accent2="accent2" accent3="accent3" accent4="accent4" accent5="accent5" accent6="accent6" hlink="hlink" folHlink="folHlink"/>
  <p:sldLayoutIdLst>
    <p:sldLayoutId id="2147483913" r:id="rId1"/>
  </p:sldLayoutIdLst>
  <p:txStyles>
    <p:titleStyle>
      <a:lvl1pPr algn="l" defTabSz="685800" rtl="0" eaLnBrk="1" latinLnBrk="0" hangingPunct="1">
        <a:lnSpc>
          <a:spcPct val="90000"/>
        </a:lnSpc>
        <a:spcBef>
          <a:spcPct val="0"/>
        </a:spcBef>
        <a:buNone/>
        <a:defRPr kumimoji="1" sz="264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168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p:bodyStyle>
    <p:otherStyle>
      <a:defPPr>
        <a:defRPr lang="ja-JP"/>
      </a:defPPr>
      <a:lvl1pPr marL="0" algn="l" defTabSz="685800" rtl="0" eaLnBrk="1" latinLnBrk="0" hangingPunct="1">
        <a:defRPr kumimoji="1" sz="1080" kern="1200">
          <a:solidFill>
            <a:schemeClr val="tx1"/>
          </a:solidFill>
          <a:latin typeface="+mn-lt"/>
          <a:ea typeface="+mn-ea"/>
          <a:cs typeface="+mn-cs"/>
        </a:defRPr>
      </a:lvl1pPr>
      <a:lvl2pPr marL="342900" algn="l" defTabSz="685800" rtl="0" eaLnBrk="1" latinLnBrk="0" hangingPunct="1">
        <a:defRPr kumimoji="1" sz="1080" kern="1200">
          <a:solidFill>
            <a:schemeClr val="tx1"/>
          </a:solidFill>
          <a:latin typeface="+mn-lt"/>
          <a:ea typeface="+mn-ea"/>
          <a:cs typeface="+mn-cs"/>
        </a:defRPr>
      </a:lvl2pPr>
      <a:lvl3pPr marL="685800" algn="l" defTabSz="685800" rtl="0" eaLnBrk="1" latinLnBrk="0" hangingPunct="1">
        <a:defRPr kumimoji="1" sz="1080" kern="1200">
          <a:solidFill>
            <a:schemeClr val="tx1"/>
          </a:solidFill>
          <a:latin typeface="+mn-lt"/>
          <a:ea typeface="+mn-ea"/>
          <a:cs typeface="+mn-cs"/>
        </a:defRPr>
      </a:lvl3pPr>
      <a:lvl4pPr marL="1028700" algn="l" defTabSz="685800" rtl="0" eaLnBrk="1" latinLnBrk="0" hangingPunct="1">
        <a:defRPr kumimoji="1" sz="1080" kern="1200">
          <a:solidFill>
            <a:schemeClr val="tx1"/>
          </a:solidFill>
          <a:latin typeface="+mn-lt"/>
          <a:ea typeface="+mn-ea"/>
          <a:cs typeface="+mn-cs"/>
        </a:defRPr>
      </a:lvl4pPr>
      <a:lvl5pPr marL="1371600" algn="l" defTabSz="685800" rtl="0" eaLnBrk="1" latinLnBrk="0" hangingPunct="1">
        <a:defRPr kumimoji="1" sz="1080" kern="1200">
          <a:solidFill>
            <a:schemeClr val="tx1"/>
          </a:solidFill>
          <a:latin typeface="+mn-lt"/>
          <a:ea typeface="+mn-ea"/>
          <a:cs typeface="+mn-cs"/>
        </a:defRPr>
      </a:lvl5pPr>
      <a:lvl6pPr marL="1714500" algn="l" defTabSz="685800" rtl="0" eaLnBrk="1" latinLnBrk="0" hangingPunct="1">
        <a:defRPr kumimoji="1" sz="1080" kern="1200">
          <a:solidFill>
            <a:schemeClr val="tx1"/>
          </a:solidFill>
          <a:latin typeface="+mn-lt"/>
          <a:ea typeface="+mn-ea"/>
          <a:cs typeface="+mn-cs"/>
        </a:defRPr>
      </a:lvl6pPr>
      <a:lvl7pPr marL="2057400" algn="l" defTabSz="685800" rtl="0" eaLnBrk="1" latinLnBrk="0" hangingPunct="1">
        <a:defRPr kumimoji="1" sz="1080" kern="1200">
          <a:solidFill>
            <a:schemeClr val="tx1"/>
          </a:solidFill>
          <a:latin typeface="+mn-lt"/>
          <a:ea typeface="+mn-ea"/>
          <a:cs typeface="+mn-cs"/>
        </a:defRPr>
      </a:lvl7pPr>
      <a:lvl8pPr marL="2400300" algn="l" defTabSz="685800" rtl="0" eaLnBrk="1" latinLnBrk="0" hangingPunct="1">
        <a:defRPr kumimoji="1" sz="1080" kern="1200">
          <a:solidFill>
            <a:schemeClr val="tx1"/>
          </a:solidFill>
          <a:latin typeface="+mn-lt"/>
          <a:ea typeface="+mn-ea"/>
          <a:cs typeface="+mn-cs"/>
        </a:defRPr>
      </a:lvl8pPr>
      <a:lvl9pPr marL="2743200" algn="l" defTabSz="685800" rtl="0" eaLnBrk="1" latinLnBrk="0" hangingPunct="1">
        <a:defRPr kumimoji="1" sz="108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7D0E1A0-C19A-4DB8-BA1F-3D71830D1A93}"/>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7920C8E0-2BA3-45B9-8A9F-1B9E59157439}"/>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14">
            <a:extLst>
              <a:ext uri="{FF2B5EF4-FFF2-40B4-BE49-F238E27FC236}">
                <a16:creationId xmlns:a16="http://schemas.microsoft.com/office/drawing/2014/main" id="{141D57DB-1EB7-4DFA-9100-436A54579F68}"/>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tx2"/>
                </a:solidFill>
              </a:defRPr>
            </a:lvl1pPr>
          </a:lstStyle>
          <a:p>
            <a:r>
              <a:rPr lang="en-GB"/>
              <a:t>&lt;Document ID: change ID in footer or remove&gt; &lt;Change information classification in footer&gt;</a:t>
            </a:r>
            <a:endParaRPr lang="en-US"/>
          </a:p>
        </p:txBody>
      </p:sp>
      <p:pic>
        <p:nvPicPr>
          <p:cNvPr id="7" name="Picture 6">
            <a:extLst>
              <a:ext uri="{FF2B5EF4-FFF2-40B4-BE49-F238E27FC236}">
                <a16:creationId xmlns:a16="http://schemas.microsoft.com/office/drawing/2014/main" id="{A8C5FB64-385A-4093-B8B2-2F00FF978275}"/>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877226" y="4651000"/>
            <a:ext cx="1008112" cy="424363"/>
          </a:xfrm>
          <a:prstGeom prst="rect">
            <a:avLst/>
          </a:prstGeom>
        </p:spPr>
      </p:pic>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4B3C7F8C-7B86-47F4-B19F-490EA59A846F}"/>
              </a:ext>
            </a:extLst>
          </p:cNvPr>
          <p:cNvSpPr txBox="1"/>
          <p:nvPr userDrawn="1"/>
        </p:nvSpPr>
        <p:spPr>
          <a:xfrm>
            <a:off x="4039745" y="4925854"/>
            <a:ext cx="1064511" cy="217646"/>
          </a:xfrm>
          <a:prstGeom prst="rect">
            <a:avLst/>
          </a:prstGeom>
          <a:noFill/>
        </p:spPr>
        <p:txBody>
          <a:bodyPr vert="horz" wrap="square" lIns="0" tIns="0" rIns="0" bIns="0" rtlCol="0" anchor="ctr" anchorCtr="1">
            <a:noAutofit/>
          </a:bodyPr>
          <a:lstStyle/>
          <a:p>
            <a:pPr algn="ctr">
              <a:spcBef>
                <a:spcPts val="0"/>
              </a:spcBef>
              <a:spcAft>
                <a:spcPts val="0"/>
              </a:spcAft>
              <a:buSzPct val="100000"/>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1912254481"/>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A014FD-50BC-A510-8A26-61364EF80FF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9A6F282-4EC6-A631-427D-67BD285AFFDB}"/>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4F0A-437B-C432-85A7-B5E2516E103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720">
                <a:solidFill>
                  <a:schemeClr val="tx1">
                    <a:tint val="82000"/>
                  </a:schemeClr>
                </a:solidFill>
              </a:defRPr>
            </a:lvl1pPr>
          </a:lstStyle>
          <a:p>
            <a:fld id="{DD7A9D1F-AA29-4357-98C8-B01B50A2F7E3}" type="datetimeFigureOut">
              <a:rPr lang="en-US" smtClean="0"/>
              <a:t>8/20/2026</a:t>
            </a:fld>
            <a:endParaRPr lang="en-US"/>
          </a:p>
        </p:txBody>
      </p:sp>
      <p:sp>
        <p:nvSpPr>
          <p:cNvPr id="5" name="Footer Placeholder 4">
            <a:extLst>
              <a:ext uri="{FF2B5EF4-FFF2-40B4-BE49-F238E27FC236}">
                <a16:creationId xmlns:a16="http://schemas.microsoft.com/office/drawing/2014/main" id="{A0A24FFE-70E4-24D1-3779-BE12FA2001C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72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D36CA6-0D3E-B857-EF4B-1731E88E4996}"/>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720">
                <a:solidFill>
                  <a:schemeClr val="tx1">
                    <a:tint val="82000"/>
                  </a:schemeClr>
                </a:solidFill>
              </a:defRPr>
            </a:lvl1pPr>
          </a:lstStyle>
          <a:p>
            <a:fld id="{18D0F105-5B62-4BBC-8B00-8264AD9144A6}" type="slidenum">
              <a:rPr lang="en-US" smtClean="0"/>
              <a:t>‹#›</a:t>
            </a:fld>
            <a:endParaRPr lang="en-US"/>
          </a:p>
        </p:txBody>
      </p:sp>
    </p:spTree>
    <p:extLst>
      <p:ext uri="{BB962C8B-B14F-4D97-AF65-F5344CB8AC3E}">
        <p14:creationId xmlns:p14="http://schemas.microsoft.com/office/powerpoint/2010/main" val="2283325900"/>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Lst>
  <p:txStyles>
    <p:titleStyle>
      <a:lvl1pPr algn="l" defTabSz="685800" rtl="0" eaLnBrk="1" latinLnBrk="0" hangingPunct="1">
        <a:lnSpc>
          <a:spcPct val="90000"/>
        </a:lnSpc>
        <a:spcBef>
          <a:spcPct val="0"/>
        </a:spcBef>
        <a:buNone/>
        <a:defRPr sz="264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8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80" kern="1200">
          <a:solidFill>
            <a:schemeClr val="tx1"/>
          </a:solidFill>
          <a:latin typeface="+mn-lt"/>
          <a:ea typeface="+mn-ea"/>
          <a:cs typeface="+mn-cs"/>
        </a:defRPr>
      </a:lvl9pPr>
    </p:bodyStyle>
    <p:otherStyle>
      <a:defPPr>
        <a:defRPr lang="en-US"/>
      </a:defPPr>
      <a:lvl1pPr marL="0" algn="l" defTabSz="685800" rtl="0" eaLnBrk="1" latinLnBrk="0" hangingPunct="1">
        <a:defRPr sz="1080" kern="1200">
          <a:solidFill>
            <a:schemeClr val="tx1"/>
          </a:solidFill>
          <a:latin typeface="+mn-lt"/>
          <a:ea typeface="+mn-ea"/>
          <a:cs typeface="+mn-cs"/>
        </a:defRPr>
      </a:lvl1pPr>
      <a:lvl2pPr marL="342900" algn="l" defTabSz="685800" rtl="0" eaLnBrk="1" latinLnBrk="0" hangingPunct="1">
        <a:defRPr sz="1080" kern="1200">
          <a:solidFill>
            <a:schemeClr val="tx1"/>
          </a:solidFill>
          <a:latin typeface="+mn-lt"/>
          <a:ea typeface="+mn-ea"/>
          <a:cs typeface="+mn-cs"/>
        </a:defRPr>
      </a:lvl2pPr>
      <a:lvl3pPr marL="685800" algn="l" defTabSz="685800" rtl="0" eaLnBrk="1" latinLnBrk="0" hangingPunct="1">
        <a:defRPr sz="1080" kern="1200">
          <a:solidFill>
            <a:schemeClr val="tx1"/>
          </a:solidFill>
          <a:latin typeface="+mn-lt"/>
          <a:ea typeface="+mn-ea"/>
          <a:cs typeface="+mn-cs"/>
        </a:defRPr>
      </a:lvl3pPr>
      <a:lvl4pPr marL="1028700" algn="l" defTabSz="685800" rtl="0" eaLnBrk="1" latinLnBrk="0" hangingPunct="1">
        <a:defRPr sz="1080" kern="1200">
          <a:solidFill>
            <a:schemeClr val="tx1"/>
          </a:solidFill>
          <a:latin typeface="+mn-lt"/>
          <a:ea typeface="+mn-ea"/>
          <a:cs typeface="+mn-cs"/>
        </a:defRPr>
      </a:lvl4pPr>
      <a:lvl5pPr marL="1371600" algn="l" defTabSz="685800" rtl="0" eaLnBrk="1" latinLnBrk="0" hangingPunct="1">
        <a:defRPr sz="1080" kern="1200">
          <a:solidFill>
            <a:schemeClr val="tx1"/>
          </a:solidFill>
          <a:latin typeface="+mn-lt"/>
          <a:ea typeface="+mn-ea"/>
          <a:cs typeface="+mn-cs"/>
        </a:defRPr>
      </a:lvl5pPr>
      <a:lvl6pPr marL="1714500" algn="l" defTabSz="685800" rtl="0" eaLnBrk="1" latinLnBrk="0" hangingPunct="1">
        <a:defRPr sz="1080" kern="1200">
          <a:solidFill>
            <a:schemeClr val="tx1"/>
          </a:solidFill>
          <a:latin typeface="+mn-lt"/>
          <a:ea typeface="+mn-ea"/>
          <a:cs typeface="+mn-cs"/>
        </a:defRPr>
      </a:lvl6pPr>
      <a:lvl7pPr marL="2057400" algn="l" defTabSz="685800" rtl="0" eaLnBrk="1" latinLnBrk="0" hangingPunct="1">
        <a:defRPr sz="1080" kern="1200">
          <a:solidFill>
            <a:schemeClr val="tx1"/>
          </a:solidFill>
          <a:latin typeface="+mn-lt"/>
          <a:ea typeface="+mn-ea"/>
          <a:cs typeface="+mn-cs"/>
        </a:defRPr>
      </a:lvl7pPr>
      <a:lvl8pPr marL="2400300" algn="l" defTabSz="685800" rtl="0" eaLnBrk="1" latinLnBrk="0" hangingPunct="1">
        <a:defRPr sz="1080" kern="1200">
          <a:solidFill>
            <a:schemeClr val="tx1"/>
          </a:solidFill>
          <a:latin typeface="+mn-lt"/>
          <a:ea typeface="+mn-ea"/>
          <a:cs typeface="+mn-cs"/>
        </a:defRPr>
      </a:lvl8pPr>
      <a:lvl9pPr marL="2743200" algn="l" defTabSz="685800" rtl="0" eaLnBrk="1" latinLnBrk="0" hangingPunct="1">
        <a:defRPr sz="10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4.xml"/><Relationship Id="rId1" Type="http://schemas.openxmlformats.org/officeDocument/2006/relationships/tags" Target="../tags/tag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nokia.sharepoint.com/:x:/r/sites/KDDI_5GC_PreSales_2022-/_layouts/15/Doc.aspx?sourcedoc=%7B64E1DAB8-82E7-4146-A953-EDB6D054E837%7D&amp;file=LV618AB_KDDI_24.JP.375003.01_NPT%2075.0.0_5G-SDM_Migration_4G-SDM_re-installation_5G-SDM_PCF_system_installation.xlsb&amp;wdLOR=c72F027AA-E946-474E-9C35-B2F7A40C2E84&amp;action=default&amp;mobileredirect=tru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13" Type="http://schemas.openxmlformats.org/officeDocument/2006/relationships/image" Target="../media/image30.png"/><Relationship Id="rId18" Type="http://schemas.openxmlformats.org/officeDocument/2006/relationships/image" Target="../media/image35.png"/><Relationship Id="rId26" Type="http://schemas.openxmlformats.org/officeDocument/2006/relationships/image" Target="../media/image43.png"/><Relationship Id="rId39" Type="http://schemas.openxmlformats.org/officeDocument/2006/relationships/image" Target="../media/image56.png"/><Relationship Id="rId21" Type="http://schemas.openxmlformats.org/officeDocument/2006/relationships/image" Target="../media/image38.png"/><Relationship Id="rId34" Type="http://schemas.openxmlformats.org/officeDocument/2006/relationships/image" Target="../media/image51.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5" Type="http://schemas.openxmlformats.org/officeDocument/2006/relationships/image" Target="../media/image42.png"/><Relationship Id="rId33" Type="http://schemas.openxmlformats.org/officeDocument/2006/relationships/image" Target="../media/image50.png"/><Relationship Id="rId38" Type="http://schemas.openxmlformats.org/officeDocument/2006/relationships/image" Target="../media/image55.pn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image" Target="../media/image37.png"/><Relationship Id="rId29" Type="http://schemas.openxmlformats.org/officeDocument/2006/relationships/image" Target="../media/image46.png"/><Relationship Id="rId1" Type="http://schemas.openxmlformats.org/officeDocument/2006/relationships/slideLayout" Target="../slideLayouts/slideLayout62.xml"/><Relationship Id="rId6" Type="http://schemas.openxmlformats.org/officeDocument/2006/relationships/image" Target="../media/image23.png"/><Relationship Id="rId11" Type="http://schemas.openxmlformats.org/officeDocument/2006/relationships/image" Target="../media/image28.png"/><Relationship Id="rId24" Type="http://schemas.openxmlformats.org/officeDocument/2006/relationships/image" Target="../media/image41.png"/><Relationship Id="rId32" Type="http://schemas.openxmlformats.org/officeDocument/2006/relationships/image" Target="../media/image49.png"/><Relationship Id="rId37" Type="http://schemas.openxmlformats.org/officeDocument/2006/relationships/image" Target="../media/image54.png"/><Relationship Id="rId5" Type="http://schemas.openxmlformats.org/officeDocument/2006/relationships/image" Target="../media/image22.png"/><Relationship Id="rId15" Type="http://schemas.openxmlformats.org/officeDocument/2006/relationships/image" Target="../media/image32.png"/><Relationship Id="rId23" Type="http://schemas.openxmlformats.org/officeDocument/2006/relationships/image" Target="../media/image40.png"/><Relationship Id="rId28" Type="http://schemas.openxmlformats.org/officeDocument/2006/relationships/image" Target="../media/image45.png"/><Relationship Id="rId36" Type="http://schemas.openxmlformats.org/officeDocument/2006/relationships/image" Target="../media/image53.png"/><Relationship Id="rId10" Type="http://schemas.openxmlformats.org/officeDocument/2006/relationships/image" Target="../media/image27.png"/><Relationship Id="rId19" Type="http://schemas.openxmlformats.org/officeDocument/2006/relationships/image" Target="../media/image36.png"/><Relationship Id="rId31" Type="http://schemas.openxmlformats.org/officeDocument/2006/relationships/image" Target="../media/image48.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9.png"/><Relationship Id="rId27" Type="http://schemas.openxmlformats.org/officeDocument/2006/relationships/image" Target="../media/image44.png"/><Relationship Id="rId30" Type="http://schemas.openxmlformats.org/officeDocument/2006/relationships/image" Target="../media/image47.png"/><Relationship Id="rId35" Type="http://schemas.openxmlformats.org/officeDocument/2006/relationships/image" Target="../media/image52.png"/><Relationship Id="rId8" Type="http://schemas.openxmlformats.org/officeDocument/2006/relationships/image" Target="../media/image25.png"/><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3" Type="http://schemas.openxmlformats.org/officeDocument/2006/relationships/hyperlink" Target="https://nokia.sharepoint.com/:p:/r/sites/KDDI_5GC_PreSales_2022-/Shared%20Documents/LV618AB_5GC_5GSDM_Migration_Phase2_24.JP.375003/60_Proposal/Nok5Gsa-SL-5386-4N_LV618AB_%E7%B5%B1%E5%90%88SDM_5G-SDM%E3%83%9E%E3%82%A4%E3%82%B0%E3%83%AC%E3%83%BC%E3%82%B7%E3%83%A7%E3%83%B3%E6%8F%90%E6%A1%88%E6%9B%B8_20250319.pptx?d=w3e2bc9a302744d038a1015f6eee91c6c&amp;csf=1&amp;web=1&amp;e=EbhVHw"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nokia.sharepoint.com/:p:/r/sites/KDDI5GCSAProgram/Shared%20Documents/General/%E9%96%8B%E7%99%BA%E8%A8%88%E7%94%BB%E6%9B%B8/Nok5Gsa-SC-5005-3N_%E3%83%97%E3%83%AD%E3%82%B8%E3%82%A7%E3%82%AF%E3%83%88%E9%96%8B%E7%99%BA%E8%A8%88%E7%94%BB%E6%9B%B8.pptx?d=waf1c44dde11a411d97193645f0ffd227&amp;csf=1&amp;web=1&amp;e=WYW2s3"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19.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68.xml"/><Relationship Id="rId6" Type="http://schemas.openxmlformats.org/officeDocument/2006/relationships/image" Target="../media/image61.png"/><Relationship Id="rId11" Type="http://schemas.openxmlformats.org/officeDocument/2006/relationships/image" Target="../media/image26.png"/><Relationship Id="rId5" Type="http://schemas.openxmlformats.org/officeDocument/2006/relationships/image" Target="../media/image60.png"/><Relationship Id="rId15" Type="http://schemas.openxmlformats.org/officeDocument/2006/relationships/image" Target="../media/image54.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39.png"/></Relationships>
</file>

<file path=ppt/slides/_rels/slide17.xml.rels><?xml version="1.0" encoding="UTF-8" standalone="yes"?>
<Relationships xmlns="http://schemas.openxmlformats.org/package/2006/relationships"><Relationship Id="rId26" Type="http://schemas.openxmlformats.org/officeDocument/2006/relationships/diagramData" Target="../diagrams/data5.xml"/><Relationship Id="rId21" Type="http://schemas.openxmlformats.org/officeDocument/2006/relationships/diagramData" Target="../diagrams/data4.xml"/><Relationship Id="rId42" Type="http://schemas.openxmlformats.org/officeDocument/2006/relationships/diagramLayout" Target="../diagrams/layout8.xml"/><Relationship Id="rId47" Type="http://schemas.openxmlformats.org/officeDocument/2006/relationships/diagramLayout" Target="../diagrams/layout9.xml"/><Relationship Id="rId63" Type="http://schemas.openxmlformats.org/officeDocument/2006/relationships/diagramQuickStyle" Target="../diagrams/quickStyle12.xml"/><Relationship Id="rId68" Type="http://schemas.openxmlformats.org/officeDocument/2006/relationships/diagramQuickStyle" Target="../diagrams/quickStyle13.xml"/><Relationship Id="rId2" Type="http://schemas.openxmlformats.org/officeDocument/2006/relationships/slideLayout" Target="../slideLayouts/slideLayout125.xml"/><Relationship Id="rId16" Type="http://schemas.openxmlformats.org/officeDocument/2006/relationships/diagramData" Target="../diagrams/data3.xml"/><Relationship Id="rId29" Type="http://schemas.openxmlformats.org/officeDocument/2006/relationships/diagramColors" Target="../diagrams/colors5.xml"/><Relationship Id="rId11" Type="http://schemas.openxmlformats.org/officeDocument/2006/relationships/diagramData" Target="../diagrams/data2.xml"/><Relationship Id="rId24" Type="http://schemas.openxmlformats.org/officeDocument/2006/relationships/diagramColors" Target="../diagrams/colors4.xml"/><Relationship Id="rId32" Type="http://schemas.openxmlformats.org/officeDocument/2006/relationships/diagramLayout" Target="../diagrams/layout6.xml"/><Relationship Id="rId37" Type="http://schemas.openxmlformats.org/officeDocument/2006/relationships/diagramLayout" Target="../diagrams/layout7.xml"/><Relationship Id="rId40" Type="http://schemas.microsoft.com/office/2007/relationships/diagramDrawing" Target="../diagrams/drawing7.xml"/><Relationship Id="rId45" Type="http://schemas.microsoft.com/office/2007/relationships/diagramDrawing" Target="../diagrams/drawing8.xml"/><Relationship Id="rId53" Type="http://schemas.openxmlformats.org/officeDocument/2006/relationships/diagramQuickStyle" Target="../diagrams/quickStyle10.xml"/><Relationship Id="rId58" Type="http://schemas.openxmlformats.org/officeDocument/2006/relationships/diagramQuickStyle" Target="../diagrams/quickStyle11.xml"/><Relationship Id="rId66" Type="http://schemas.openxmlformats.org/officeDocument/2006/relationships/diagramData" Target="../diagrams/data13.xml"/><Relationship Id="rId74" Type="http://schemas.openxmlformats.org/officeDocument/2006/relationships/diagramColors" Target="../diagrams/colors14.xml"/><Relationship Id="rId5" Type="http://schemas.openxmlformats.org/officeDocument/2006/relationships/image" Target="../media/image66.emf"/><Relationship Id="rId61" Type="http://schemas.openxmlformats.org/officeDocument/2006/relationships/diagramData" Target="../diagrams/data12.xml"/><Relationship Id="rId19" Type="http://schemas.openxmlformats.org/officeDocument/2006/relationships/diagramColors" Target="../diagrams/colors3.xml"/><Relationship Id="rId14" Type="http://schemas.openxmlformats.org/officeDocument/2006/relationships/diagramColors" Target="../diagrams/colors2.xml"/><Relationship Id="rId22" Type="http://schemas.openxmlformats.org/officeDocument/2006/relationships/diagramLayout" Target="../diagrams/layout4.xml"/><Relationship Id="rId27" Type="http://schemas.openxmlformats.org/officeDocument/2006/relationships/diagramLayout" Target="../diagrams/layout5.xml"/><Relationship Id="rId30" Type="http://schemas.microsoft.com/office/2007/relationships/diagramDrawing" Target="../diagrams/drawing5.xml"/><Relationship Id="rId35" Type="http://schemas.microsoft.com/office/2007/relationships/diagramDrawing" Target="../diagrams/drawing6.xml"/><Relationship Id="rId43" Type="http://schemas.openxmlformats.org/officeDocument/2006/relationships/diagramQuickStyle" Target="../diagrams/quickStyle8.xml"/><Relationship Id="rId48" Type="http://schemas.openxmlformats.org/officeDocument/2006/relationships/diagramQuickStyle" Target="../diagrams/quickStyle9.xml"/><Relationship Id="rId56" Type="http://schemas.openxmlformats.org/officeDocument/2006/relationships/diagramData" Target="../diagrams/data11.xml"/><Relationship Id="rId64" Type="http://schemas.openxmlformats.org/officeDocument/2006/relationships/diagramColors" Target="../diagrams/colors12.xml"/><Relationship Id="rId69" Type="http://schemas.openxmlformats.org/officeDocument/2006/relationships/diagramColors" Target="../diagrams/colors13.xml"/><Relationship Id="rId8" Type="http://schemas.openxmlformats.org/officeDocument/2006/relationships/diagramQuickStyle" Target="../diagrams/quickStyle1.xml"/><Relationship Id="rId51" Type="http://schemas.openxmlformats.org/officeDocument/2006/relationships/diagramData" Target="../diagrams/data10.xml"/><Relationship Id="rId72" Type="http://schemas.openxmlformats.org/officeDocument/2006/relationships/diagramLayout" Target="../diagrams/layout14.xml"/><Relationship Id="rId3" Type="http://schemas.openxmlformats.org/officeDocument/2006/relationships/notesSlide" Target="../notesSlides/notesSlide8.xml"/><Relationship Id="rId12" Type="http://schemas.openxmlformats.org/officeDocument/2006/relationships/diagramLayout" Target="../diagrams/layout2.xml"/><Relationship Id="rId17" Type="http://schemas.openxmlformats.org/officeDocument/2006/relationships/diagramLayout" Target="../diagrams/layout3.xml"/><Relationship Id="rId25" Type="http://schemas.microsoft.com/office/2007/relationships/diagramDrawing" Target="../diagrams/drawing4.xml"/><Relationship Id="rId33" Type="http://schemas.openxmlformats.org/officeDocument/2006/relationships/diagramQuickStyle" Target="../diagrams/quickStyle6.xml"/><Relationship Id="rId38" Type="http://schemas.openxmlformats.org/officeDocument/2006/relationships/diagramQuickStyle" Target="../diagrams/quickStyle7.xml"/><Relationship Id="rId46" Type="http://schemas.openxmlformats.org/officeDocument/2006/relationships/diagramData" Target="../diagrams/data9.xml"/><Relationship Id="rId59" Type="http://schemas.openxmlformats.org/officeDocument/2006/relationships/diagramColors" Target="../diagrams/colors11.xml"/><Relationship Id="rId67" Type="http://schemas.openxmlformats.org/officeDocument/2006/relationships/diagramLayout" Target="../diagrams/layout13.xml"/><Relationship Id="rId20" Type="http://schemas.microsoft.com/office/2007/relationships/diagramDrawing" Target="../diagrams/drawing3.xml"/><Relationship Id="rId41" Type="http://schemas.openxmlformats.org/officeDocument/2006/relationships/diagramData" Target="../diagrams/data8.xml"/><Relationship Id="rId54" Type="http://schemas.openxmlformats.org/officeDocument/2006/relationships/diagramColors" Target="../diagrams/colors10.xml"/><Relationship Id="rId62" Type="http://schemas.openxmlformats.org/officeDocument/2006/relationships/diagramLayout" Target="../diagrams/layout12.xml"/><Relationship Id="rId70" Type="http://schemas.microsoft.com/office/2007/relationships/diagramDrawing" Target="../diagrams/drawing13.xml"/><Relationship Id="rId75" Type="http://schemas.microsoft.com/office/2007/relationships/diagramDrawing" Target="../diagrams/drawing14.xml"/><Relationship Id="rId1" Type="http://schemas.openxmlformats.org/officeDocument/2006/relationships/tags" Target="../tags/tag4.xml"/><Relationship Id="rId6" Type="http://schemas.openxmlformats.org/officeDocument/2006/relationships/diagramData" Target="../diagrams/data1.xml"/><Relationship Id="rId15" Type="http://schemas.microsoft.com/office/2007/relationships/diagramDrawing" Target="../diagrams/drawing2.xml"/><Relationship Id="rId23" Type="http://schemas.openxmlformats.org/officeDocument/2006/relationships/diagramQuickStyle" Target="../diagrams/quickStyle4.xml"/><Relationship Id="rId28" Type="http://schemas.openxmlformats.org/officeDocument/2006/relationships/diagramQuickStyle" Target="../diagrams/quickStyle5.xml"/><Relationship Id="rId36" Type="http://schemas.openxmlformats.org/officeDocument/2006/relationships/diagramData" Target="../diagrams/data7.xml"/><Relationship Id="rId49" Type="http://schemas.openxmlformats.org/officeDocument/2006/relationships/diagramColors" Target="../diagrams/colors9.xml"/><Relationship Id="rId57" Type="http://schemas.openxmlformats.org/officeDocument/2006/relationships/diagramLayout" Target="../diagrams/layout11.xml"/><Relationship Id="rId10" Type="http://schemas.microsoft.com/office/2007/relationships/diagramDrawing" Target="../diagrams/drawing1.xml"/><Relationship Id="rId31" Type="http://schemas.openxmlformats.org/officeDocument/2006/relationships/diagramData" Target="../diagrams/data6.xml"/><Relationship Id="rId44" Type="http://schemas.openxmlformats.org/officeDocument/2006/relationships/diagramColors" Target="../diagrams/colors8.xml"/><Relationship Id="rId52" Type="http://schemas.openxmlformats.org/officeDocument/2006/relationships/diagramLayout" Target="../diagrams/layout10.xml"/><Relationship Id="rId60" Type="http://schemas.microsoft.com/office/2007/relationships/diagramDrawing" Target="../diagrams/drawing11.xml"/><Relationship Id="rId65" Type="http://schemas.microsoft.com/office/2007/relationships/diagramDrawing" Target="../diagrams/drawing12.xml"/><Relationship Id="rId73" Type="http://schemas.openxmlformats.org/officeDocument/2006/relationships/diagramQuickStyle" Target="../diagrams/quickStyle14.xml"/><Relationship Id="rId4" Type="http://schemas.openxmlformats.org/officeDocument/2006/relationships/oleObject" Target="../embeddings/oleObject3.bin"/><Relationship Id="rId9" Type="http://schemas.openxmlformats.org/officeDocument/2006/relationships/diagramColors" Target="../diagrams/colors1.xml"/><Relationship Id="rId13" Type="http://schemas.openxmlformats.org/officeDocument/2006/relationships/diagramQuickStyle" Target="../diagrams/quickStyle2.xml"/><Relationship Id="rId18" Type="http://schemas.openxmlformats.org/officeDocument/2006/relationships/diagramQuickStyle" Target="../diagrams/quickStyle3.xml"/><Relationship Id="rId39" Type="http://schemas.openxmlformats.org/officeDocument/2006/relationships/diagramColors" Target="../diagrams/colors7.xml"/><Relationship Id="rId34" Type="http://schemas.openxmlformats.org/officeDocument/2006/relationships/diagramColors" Target="../diagrams/colors6.xml"/><Relationship Id="rId50" Type="http://schemas.microsoft.com/office/2007/relationships/diagramDrawing" Target="../diagrams/drawing9.xml"/><Relationship Id="rId55" Type="http://schemas.microsoft.com/office/2007/relationships/diagramDrawing" Target="../diagrams/drawing10.xml"/><Relationship Id="rId7" Type="http://schemas.openxmlformats.org/officeDocument/2006/relationships/diagramLayout" Target="../diagrams/layout1.xml"/><Relationship Id="rId71" Type="http://schemas.openxmlformats.org/officeDocument/2006/relationships/diagramData" Target="../diagrams/data14.xml"/></Relationships>
</file>

<file path=ppt/slides/_rels/slide1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71.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70.png"/><Relationship Id="rId5" Type="http://schemas.openxmlformats.org/officeDocument/2006/relationships/image" Target="../media/image69.emf"/><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8" Type="http://schemas.openxmlformats.org/officeDocument/2006/relationships/hyperlink" Target="https://nbl.nokia.com/wtd/case?id=G5-24.JP.382513.01-01&amp;pageId=4467#page8-subpage6" TargetMode="External"/><Relationship Id="rId3" Type="http://schemas.openxmlformats.org/officeDocument/2006/relationships/notesSlide" Target="../notesSlides/notesSlide11.xml"/><Relationship Id="rId7" Type="http://schemas.openxmlformats.org/officeDocument/2006/relationships/hyperlink" Target="https://nbl.nokia.com/wtd/case?id=G5-24.JP.389282.01-01&amp;pageId=4467#page8-subpage6" TargetMode="Externa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hyperlink" Target="https://nbl.nokia.com/wtd/case?id=G5-24.JP.375003.01-01&amp;pageId=4467#page8-subpage6" TargetMode="External"/><Relationship Id="rId5" Type="http://schemas.openxmlformats.org/officeDocument/2006/relationships/image" Target="../media/image69.emf"/><Relationship Id="rId10" Type="http://schemas.openxmlformats.org/officeDocument/2006/relationships/image" Target="../media/image72.png"/><Relationship Id="rId4" Type="http://schemas.openxmlformats.org/officeDocument/2006/relationships/oleObject" Target="../embeddings/oleObject4.bin"/><Relationship Id="rId9" Type="http://schemas.openxmlformats.org/officeDocument/2006/relationships/hyperlink" Target="https://nokia.sharepoint.com/:f:/r/sites/KDDI_5GC_PreSales_2022-/Shared%20Documents/LV618AB_5GC_5GSDM_Migration_Phase2_24.JP.375003/40_Service_Cost?csf=1&amp;web=1&amp;e=d95Csz"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redmine-ocs.aws.kddi.com/redmine/issues/5430" TargetMode="External"/><Relationship Id="rId2" Type="http://schemas.openxmlformats.org/officeDocument/2006/relationships/hyperlink" Target="https://nokiamine.external.k-xgn.com/issues/24175" TargetMode="External"/><Relationship Id="rId1" Type="http://schemas.openxmlformats.org/officeDocument/2006/relationships/slideLayout" Target="../slideLayouts/slideLayout118.xml"/><Relationship Id="rId6" Type="http://schemas.openxmlformats.org/officeDocument/2006/relationships/hyperlink" Target="https://nokiamine.external.k-xgn.com/issues/28306" TargetMode="External"/><Relationship Id="rId5" Type="http://schemas.openxmlformats.org/officeDocument/2006/relationships/hyperlink" Target="https://nokiamine.external.k-xgn.com/issues/20099" TargetMode="External"/><Relationship Id="rId4" Type="http://schemas.openxmlformats.org/officeDocument/2006/relationships/hyperlink" Target="https://redmine-ocs.aws.kddi.com/redmine/issues/546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7.xml"/></Relationships>
</file>

<file path=ppt/slides/_rels/slide27.xml.rels><?xml version="1.0" encoding="UTF-8" standalone="yes"?>
<Relationships xmlns="http://schemas.openxmlformats.org/package/2006/relationships"><Relationship Id="rId3" Type="http://schemas.openxmlformats.org/officeDocument/2006/relationships/hyperlink" Target="https://nokiamine.external.k-xgn.com/projects/sdm-kyanos-migration-project"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nokia.sharepoint.com/:p:/r/sites/kddi-ph3-5gc-haas-sw-upgrade/Shared%20Documents/General/LV618_623%204G_5G%20migration/00_PTA_TSD/PTA_Template_V.1.0_KDDI%204G5G%20SDM%20Migration%20-%20Ph2%20LV618%20New_v1_JA_EN.pptx?d=w2e1c74983db1487bba8246eb2d7c003f&amp;csf=1&amp;web=1&amp;e=P2Ma7s" TargetMode="External"/><Relationship Id="rId4" Type="http://schemas.openxmlformats.org/officeDocument/2006/relationships/hyperlink" Target="https://nokia.sharepoint.com/sites/kddi-ph3-5gc-haas-sw-upgrade/Shared%20Documents/Forms/AllItems.aspx?id=%2Fsites%2Fkddi%2Dph3%2D5gc%2Dhaas%2Dsw%2Dupgrade%2FShared%20Documents%2FGeneral%2FLV618%5F623%204G%5F5G%20migration&amp;viewid=af4a8188%2Ddf62%2D40f9%2D82dd%2D323375139a5b"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66.emf"/><Relationship Id="rId4" Type="http://schemas.openxmlformats.org/officeDocument/2006/relationships/oleObject" Target="../embeddings/oleObject5.bin"/></Relationships>
</file>

<file path=ppt/slides/_rels/slide32.xml.rels><?xml version="1.0" encoding="UTF-8" standalone="yes"?>
<Relationships xmlns="http://schemas.openxmlformats.org/package/2006/relationships"><Relationship Id="rId3" Type="http://schemas.openxmlformats.org/officeDocument/2006/relationships/hyperlink" Target="https://nokia.sharepoint.com/sites/NBSSalesOperationsServices/SitePages/Tricorn-Model.aspx"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0564871-183B-A0AD-F5BB-A39B17CA561B}"/>
              </a:ext>
            </a:extLst>
          </p:cNvPr>
          <p:cNvGraphicFramePr>
            <a:graphicFrameLocks noChangeAspect="1"/>
          </p:cNvGraphicFramePr>
          <p:nvPr>
            <p:custDataLst>
              <p:tags r:id="rId1"/>
            </p:custDataLst>
            <p:extLst>
              <p:ext uri="{D42A27DB-BD31-4B8C-83A1-F6EECF244321}">
                <p14:modId xmlns:p14="http://schemas.microsoft.com/office/powerpoint/2010/main" val="40324478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A0564871-183B-A0AD-F5BB-A39B17CA56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137068-D366-7052-A5FA-385A70EC9FE1}"/>
              </a:ext>
            </a:extLst>
          </p:cNvPr>
          <p:cNvSpPr>
            <a:spLocks noGrp="1"/>
          </p:cNvSpPr>
          <p:nvPr>
            <p:ph type="title"/>
          </p:nvPr>
        </p:nvSpPr>
        <p:spPr>
          <a:xfrm>
            <a:off x="4097079" y="701061"/>
            <a:ext cx="4629319" cy="2942362"/>
          </a:xfrm>
        </p:spPr>
        <p:txBody>
          <a:bodyPr vert="horz" lIns="0" tIns="0" rIns="0" bIns="0" anchor="t">
            <a:noAutofit/>
          </a:bodyPr>
          <a:lstStyle/>
          <a:p>
            <a:r>
              <a:rPr lang="en-US"/>
              <a:t>LV618 4G_5G migration internal kick-off</a:t>
            </a:r>
            <a:br>
              <a:rPr lang="en-US"/>
            </a:br>
            <a:br>
              <a:rPr lang="en-US"/>
            </a:br>
            <a:r>
              <a:rPr lang="en-US"/>
              <a:t>Jun 10, 2025</a:t>
            </a:r>
            <a:r>
              <a:rPr lang="pl-PL"/>
              <a:t> </a:t>
            </a:r>
          </a:p>
        </p:txBody>
      </p:sp>
      <p:sp>
        <p:nvSpPr>
          <p:cNvPr id="4" name="Footer Placeholder 3">
            <a:extLst>
              <a:ext uri="{FF2B5EF4-FFF2-40B4-BE49-F238E27FC236}">
                <a16:creationId xmlns:a16="http://schemas.microsoft.com/office/drawing/2014/main" id="{DB6F649B-9B57-1638-3F6E-33781A1EF31A}"/>
              </a:ext>
            </a:extLst>
          </p:cNvPr>
          <p:cNvSpPr>
            <a:spLocks noGrp="1"/>
          </p:cNvSpPr>
          <p:nvPr>
            <p:ph type="ftr" sz="quarter" idx="3"/>
          </p:nvPr>
        </p:nvSpPr>
        <p:spPr/>
        <p:txBody>
          <a:bodyPr/>
          <a:lstStyle/>
          <a:p>
            <a:r>
              <a:rPr lang="en-US"/>
              <a:t>Nokia Internal Use</a:t>
            </a:r>
          </a:p>
        </p:txBody>
      </p:sp>
    </p:spTree>
    <p:extLst>
      <p:ext uri="{BB962C8B-B14F-4D97-AF65-F5344CB8AC3E}">
        <p14:creationId xmlns:p14="http://schemas.microsoft.com/office/powerpoint/2010/main" val="2866304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6"/>
          <p:cNvSpPr txBox="1">
            <a:spLocks noChangeArrowheads="1"/>
          </p:cNvSpPr>
          <p:nvPr/>
        </p:nvSpPr>
        <p:spPr bwMode="auto">
          <a:xfrm>
            <a:off x="199140" y="469890"/>
            <a:ext cx="4294877" cy="3045258"/>
          </a:xfrm>
          <a:prstGeom prst="rect">
            <a:avLst/>
          </a:prstGeom>
          <a:noFill/>
          <a:ln w="19050" algn="ctr">
            <a:noFill/>
            <a:miter lim="800000"/>
            <a:headEnd/>
            <a:tailEnd/>
          </a:ln>
        </p:spPr>
        <p:txBody>
          <a:bodyPr wrap="square" lIns="90000" tIns="46800" rIns="90000" bIns="46800">
            <a:spAutoFit/>
          </a:bodyPr>
          <a:lstStyle/>
          <a:p>
            <a:pPr defTabSz="762000" eaLnBrk="0" hangingPunct="0">
              <a:lnSpc>
                <a:spcPct val="90000"/>
              </a:lnSpc>
              <a:spcBef>
                <a:spcPct val="50000"/>
              </a:spcBef>
              <a:buClr>
                <a:srgbClr val="124192"/>
              </a:buClr>
              <a:defRPr/>
            </a:pPr>
            <a:r>
              <a:rPr lang="en-US" sz="1500" b="1">
                <a:solidFill>
                  <a:schemeClr val="tx2">
                    <a:lumMod val="90000"/>
                    <a:lumOff val="10000"/>
                  </a:schemeClr>
                </a:solidFill>
                <a:latin typeface="+mn-lt"/>
              </a:rPr>
              <a:t>Goals</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latin typeface="+mn-lt"/>
              </a:rPr>
              <a:t>Project Goals – </a:t>
            </a:r>
            <a:r>
              <a:rPr lang="en-US" sz="1200">
                <a:solidFill>
                  <a:schemeClr val="accent1"/>
                </a:solidFill>
              </a:rPr>
              <a:t>Benefit KDDI's business and operational objectives through the 4G/5G SDM Migration - Ph2 LV618 project. The final goal is 4G/5G migration by LV623.</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rPr>
              <a:t>Critical Success Factors – </a:t>
            </a:r>
            <a:r>
              <a:rPr lang="en-US" sz="1200">
                <a:solidFill>
                  <a:schemeClr val="accent1"/>
                </a:solidFill>
              </a:rPr>
              <a:t>successful migration, deployment</a:t>
            </a:r>
            <a:r>
              <a:rPr lang="ja-JP" altLang="en-US" sz="1200">
                <a:solidFill>
                  <a:schemeClr val="accent1"/>
                </a:solidFill>
              </a:rPr>
              <a:t> </a:t>
            </a:r>
            <a:r>
              <a:rPr lang="en-US" sz="1200">
                <a:solidFill>
                  <a:schemeClr val="accent1"/>
                </a:solidFill>
              </a:rPr>
              <a:t>of 5G SDM network functions without service interruption. </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latin typeface="+mn-lt"/>
              </a:rPr>
              <a:t>Pressing </a:t>
            </a:r>
            <a:r>
              <a:rPr lang="en-US" sz="1500">
                <a:solidFill>
                  <a:srgbClr val="002060"/>
                </a:solidFill>
              </a:rPr>
              <a:t>milestones – </a:t>
            </a:r>
            <a:endParaRPr lang="en-US" sz="1200">
              <a:solidFill>
                <a:schemeClr val="accent1"/>
              </a:solidFill>
            </a:endParaRPr>
          </a:p>
          <a:p>
            <a:pPr marL="268288" defTabSz="762000" eaLnBrk="0" hangingPunct="0">
              <a:lnSpc>
                <a:spcPct val="90000"/>
              </a:lnSpc>
              <a:spcBef>
                <a:spcPct val="50000"/>
              </a:spcBef>
              <a:buClr>
                <a:srgbClr val="124192"/>
              </a:buClr>
              <a:defRPr/>
            </a:pPr>
            <a:r>
              <a:rPr lang="en-US" sz="1200">
                <a:solidFill>
                  <a:schemeClr val="accent1"/>
                </a:solidFill>
              </a:rPr>
              <a:t>- LV618A Target Acceptance Dates: End of October 2025 and End of April 2026. </a:t>
            </a:r>
          </a:p>
          <a:p>
            <a:pPr marL="268288" defTabSz="762000" eaLnBrk="0" hangingPunct="0">
              <a:lnSpc>
                <a:spcPct val="90000"/>
              </a:lnSpc>
              <a:spcBef>
                <a:spcPct val="50000"/>
              </a:spcBef>
              <a:buClr>
                <a:srgbClr val="124192"/>
              </a:buClr>
              <a:defRPr/>
            </a:pPr>
            <a:r>
              <a:rPr lang="en-US" sz="1200">
                <a:solidFill>
                  <a:schemeClr val="accent1"/>
                </a:solidFill>
              </a:rPr>
              <a:t>- LV618B Target Acceptance Dates: End of October 2025 and End of April 2026. </a:t>
            </a:r>
          </a:p>
        </p:txBody>
      </p:sp>
      <p:sp>
        <p:nvSpPr>
          <p:cNvPr id="2" name="Text Placeholder 1">
            <a:extLst>
              <a:ext uri="{FF2B5EF4-FFF2-40B4-BE49-F238E27FC236}">
                <a16:creationId xmlns:a16="http://schemas.microsoft.com/office/drawing/2014/main" id="{651FE348-8E55-A59E-B9CF-B2674AF0C433}"/>
              </a:ext>
            </a:extLst>
          </p:cNvPr>
          <p:cNvSpPr>
            <a:spLocks noGrp="1"/>
          </p:cNvSpPr>
          <p:nvPr>
            <p:ph type="body" sz="quarter" idx="12"/>
          </p:nvPr>
        </p:nvSpPr>
        <p:spPr>
          <a:xfrm>
            <a:off x="105508" y="3833"/>
            <a:ext cx="8203292" cy="340654"/>
          </a:xfrm>
        </p:spPr>
        <p:txBody>
          <a:bodyPr/>
          <a:lstStyle/>
          <a:p>
            <a:r>
              <a:rPr lang="en-US"/>
              <a:t>Project Context and Background – Customer &amp; Nokia</a:t>
            </a:r>
          </a:p>
        </p:txBody>
      </p:sp>
      <p:sp>
        <p:nvSpPr>
          <p:cNvPr id="4" name="Footer Placeholder 3">
            <a:extLst>
              <a:ext uri="{FF2B5EF4-FFF2-40B4-BE49-F238E27FC236}">
                <a16:creationId xmlns:a16="http://schemas.microsoft.com/office/drawing/2014/main" id="{2A303E5A-7BF5-8ADE-ABF2-5131F0BAA678}"/>
              </a:ext>
            </a:extLst>
          </p:cNvPr>
          <p:cNvSpPr>
            <a:spLocks noGrp="1"/>
          </p:cNvSpPr>
          <p:nvPr>
            <p:ph type="ftr" sz="quarter" idx="3"/>
          </p:nvPr>
        </p:nvSpPr>
        <p:spPr/>
        <p:txBody>
          <a:bodyPr/>
          <a:lstStyle/>
          <a:p>
            <a:r>
              <a:rPr lang="en-US"/>
              <a:t>Nokia Internal Use</a:t>
            </a:r>
          </a:p>
        </p:txBody>
      </p:sp>
      <p:sp>
        <p:nvSpPr>
          <p:cNvPr id="6" name="Text Box 6">
            <a:extLst>
              <a:ext uri="{FF2B5EF4-FFF2-40B4-BE49-F238E27FC236}">
                <a16:creationId xmlns:a16="http://schemas.microsoft.com/office/drawing/2014/main" id="{30AE9245-8418-F4F8-C098-A2A098754D70}"/>
              </a:ext>
            </a:extLst>
          </p:cNvPr>
          <p:cNvSpPr txBox="1">
            <a:spLocks noChangeArrowheads="1"/>
          </p:cNvSpPr>
          <p:nvPr/>
        </p:nvSpPr>
        <p:spPr bwMode="auto">
          <a:xfrm>
            <a:off x="4748425" y="709141"/>
            <a:ext cx="4149968" cy="1115627"/>
          </a:xfrm>
          <a:prstGeom prst="rect">
            <a:avLst/>
          </a:prstGeom>
          <a:noFill/>
          <a:ln w="19050" algn="ctr">
            <a:noFill/>
            <a:miter lim="800000"/>
            <a:headEnd/>
            <a:tailEnd/>
          </a:ln>
        </p:spPr>
        <p:txBody>
          <a:bodyPr wrap="square" lIns="90000" tIns="46800" rIns="90000" bIns="46800">
            <a:spAutoFit/>
          </a:bodyPr>
          <a:lstStyle/>
          <a:p>
            <a:pPr defTabSz="762000" eaLnBrk="0" hangingPunct="0">
              <a:lnSpc>
                <a:spcPct val="90000"/>
              </a:lnSpc>
              <a:spcBef>
                <a:spcPct val="50000"/>
              </a:spcBef>
              <a:buClr>
                <a:srgbClr val="124192"/>
              </a:buClr>
              <a:defRPr/>
            </a:pPr>
            <a:r>
              <a:rPr lang="en-US" sz="1500" b="1">
                <a:solidFill>
                  <a:schemeClr val="tx2">
                    <a:lumMod val="90000"/>
                    <a:lumOff val="10000"/>
                  </a:schemeClr>
                </a:solidFill>
                <a:latin typeface="+mn-lt"/>
              </a:rPr>
              <a:t>Nokia</a:t>
            </a:r>
          </a:p>
          <a:p>
            <a:pPr marL="285750" marR="0" lvl="0" indent="-285750" algn="l" defTabSz="762000" rtl="0" eaLnBrk="0" fontAlgn="auto" latinLnBrk="0" hangingPunct="0">
              <a:lnSpc>
                <a:spcPct val="90000"/>
              </a:lnSpc>
              <a:spcBef>
                <a:spcPct val="50000"/>
              </a:spcBef>
              <a:spcAft>
                <a:spcPts val="0"/>
              </a:spcAft>
              <a:buClr>
                <a:srgbClr val="124192"/>
              </a:buClr>
              <a:buSzTx/>
              <a:buFont typeface="Arial" panose="020B0604020202020204" pitchFamily="34" charset="0"/>
              <a:buChar char="•"/>
              <a:tabLst/>
              <a:defRPr/>
            </a:pPr>
            <a:r>
              <a:rPr lang="en-US" sz="1500">
                <a:solidFill>
                  <a:srgbClr val="002060"/>
                </a:solidFill>
              </a:rPr>
              <a:t>Overall TCO :  </a:t>
            </a:r>
            <a:r>
              <a:rPr lang="en-US" sz="1200">
                <a:solidFill>
                  <a:schemeClr val="accent1"/>
                </a:solidFill>
              </a:rPr>
              <a:t>1 years of implementation + 1 year of Care</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latin typeface="+mn-lt"/>
              </a:rPr>
              <a:t>Any LDs/Penalties triggers: Yes</a:t>
            </a:r>
            <a:endParaRPr lang="en-US" sz="1200">
              <a:solidFill>
                <a:schemeClr val="accent1"/>
              </a:solidFill>
            </a:endParaRPr>
          </a:p>
        </p:txBody>
      </p:sp>
      <p:sp>
        <p:nvSpPr>
          <p:cNvPr id="7" name="Text Box 6">
            <a:extLst>
              <a:ext uri="{FF2B5EF4-FFF2-40B4-BE49-F238E27FC236}">
                <a16:creationId xmlns:a16="http://schemas.microsoft.com/office/drawing/2014/main" id="{678E6F29-6378-B3A6-4DEB-FDEF28C2E59E}"/>
              </a:ext>
            </a:extLst>
          </p:cNvPr>
          <p:cNvSpPr txBox="1">
            <a:spLocks noChangeArrowheads="1"/>
          </p:cNvSpPr>
          <p:nvPr/>
        </p:nvSpPr>
        <p:spPr bwMode="auto">
          <a:xfrm>
            <a:off x="332175" y="3377019"/>
            <a:ext cx="4028805" cy="1761958"/>
          </a:xfrm>
          <a:prstGeom prst="rect">
            <a:avLst/>
          </a:prstGeom>
          <a:solidFill>
            <a:schemeClr val="bg1"/>
          </a:solidFill>
          <a:ln w="19050" algn="ctr">
            <a:noFill/>
            <a:miter lim="800000"/>
            <a:headEnd/>
            <a:tailEnd/>
          </a:ln>
        </p:spPr>
        <p:txBody>
          <a:bodyPr wrap="square" lIns="90000" tIns="46800" rIns="90000" bIns="46800">
            <a:spAutoFit/>
          </a:bodyPr>
          <a:lstStyle/>
          <a:p>
            <a:pPr defTabSz="762000" eaLnBrk="0" hangingPunct="0">
              <a:lnSpc>
                <a:spcPct val="90000"/>
              </a:lnSpc>
              <a:spcBef>
                <a:spcPct val="50000"/>
              </a:spcBef>
              <a:buClr>
                <a:srgbClr val="124192"/>
              </a:buClr>
              <a:defRPr/>
            </a:pPr>
            <a:r>
              <a:rPr lang="en-US" sz="1500" b="1">
                <a:solidFill>
                  <a:schemeClr val="tx2">
                    <a:lumMod val="90000"/>
                    <a:lumOff val="10000"/>
                  </a:schemeClr>
                </a:solidFill>
                <a:latin typeface="+mn-lt"/>
              </a:rPr>
              <a:t>Other Key Partners </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latin typeface="+mn-lt"/>
              </a:rPr>
              <a:t>Customer Partners </a:t>
            </a:r>
            <a:r>
              <a:rPr lang="en-US" sz="1200">
                <a:solidFill>
                  <a:schemeClr val="accent1"/>
                </a:solidFill>
              </a:rPr>
              <a:t>– Dell for HW, RedHat for OCP</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rPr>
              <a:t>Nokia Partners </a:t>
            </a:r>
            <a:r>
              <a:rPr lang="en-US" sz="1200">
                <a:solidFill>
                  <a:schemeClr val="accent1"/>
                </a:solidFill>
              </a:rPr>
              <a:t>– Infinite, Wipro</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latin typeface="+mn-lt"/>
              </a:rPr>
              <a:t>MS Partner </a:t>
            </a:r>
            <a:r>
              <a:rPr lang="en-US" sz="1200">
                <a:solidFill>
                  <a:schemeClr val="accent1"/>
                </a:solidFill>
              </a:rPr>
              <a:t>– N/A</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500">
                <a:solidFill>
                  <a:srgbClr val="002060"/>
                </a:solidFill>
              </a:rPr>
              <a:t>Other BGs involved </a:t>
            </a:r>
            <a:r>
              <a:rPr lang="en-US" sz="1200">
                <a:solidFill>
                  <a:schemeClr val="accent1"/>
                </a:solidFill>
              </a:rPr>
              <a:t>– N/A</a:t>
            </a:r>
            <a:endParaRPr lang="en-US" sz="1500">
              <a:solidFill>
                <a:schemeClr val="accent1"/>
              </a:solidFill>
              <a:latin typeface="+mn-lt"/>
            </a:endParaRPr>
          </a:p>
        </p:txBody>
      </p:sp>
      <p:cxnSp>
        <p:nvCxnSpPr>
          <p:cNvPr id="3" name="Straight Connector 2">
            <a:extLst>
              <a:ext uri="{FF2B5EF4-FFF2-40B4-BE49-F238E27FC236}">
                <a16:creationId xmlns:a16="http://schemas.microsoft.com/office/drawing/2014/main" id="{8B3804F5-A9B6-5329-4A20-F1D872A2F409}"/>
              </a:ext>
            </a:extLst>
          </p:cNvPr>
          <p:cNvCxnSpPr/>
          <p:nvPr/>
        </p:nvCxnSpPr>
        <p:spPr>
          <a:xfrm>
            <a:off x="4513388" y="617138"/>
            <a:ext cx="0" cy="4073769"/>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616203C-19AD-4CA1-052F-45854032B12B}"/>
              </a:ext>
            </a:extLst>
          </p:cNvPr>
          <p:cNvCxnSpPr>
            <a:cxnSpLocks/>
          </p:cNvCxnSpPr>
          <p:nvPr/>
        </p:nvCxnSpPr>
        <p:spPr>
          <a:xfrm flipH="1">
            <a:off x="264538" y="3377019"/>
            <a:ext cx="3942616"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4"/>
          <p:cNvSpPr txBox="1">
            <a:spLocks noChangeArrowheads="1"/>
          </p:cNvSpPr>
          <p:nvPr/>
        </p:nvSpPr>
        <p:spPr bwMode="auto">
          <a:xfrm>
            <a:off x="117654" y="561461"/>
            <a:ext cx="9026346" cy="4468788"/>
          </a:xfrm>
          <a:prstGeom prst="rect">
            <a:avLst/>
          </a:prstGeom>
          <a:noFill/>
          <a:ln w="19050" algn="ctr">
            <a:noFill/>
            <a:miter lim="800000"/>
            <a:headEnd/>
            <a:tailEnd/>
          </a:ln>
        </p:spPr>
        <p:txBody>
          <a:bodyPr wrap="square" lIns="90000" tIns="46800" rIns="90000" bIns="46800">
            <a:spAutoFit/>
          </a:bodyPr>
          <a:lstStyle/>
          <a:p>
            <a:pPr defTabSz="762000" eaLnBrk="0" hangingPunct="0">
              <a:lnSpc>
                <a:spcPct val="90000"/>
              </a:lnSpc>
              <a:spcBef>
                <a:spcPct val="50000"/>
              </a:spcBef>
              <a:buClr>
                <a:srgbClr val="124192"/>
              </a:buClr>
              <a:defRPr/>
            </a:pPr>
            <a:r>
              <a:rPr lang="en-US" sz="1400" b="1">
                <a:solidFill>
                  <a:schemeClr val="accent1">
                    <a:lumMod val="50000"/>
                  </a:schemeClr>
                </a:solidFill>
              </a:rPr>
              <a:t>HW</a:t>
            </a:r>
          </a:p>
          <a:p>
            <a:pPr marL="265113" lvl="1" indent="-173038" defTabSz="762000" eaLnBrk="0" hangingPunct="0">
              <a:lnSpc>
                <a:spcPct val="90000"/>
              </a:lnSpc>
              <a:spcBef>
                <a:spcPct val="50000"/>
              </a:spcBef>
              <a:buClr>
                <a:srgbClr val="124192"/>
              </a:buClr>
              <a:buFont typeface="Arial" panose="020B0604020202020204" pitchFamily="34" charset="0"/>
              <a:buChar char="•"/>
              <a:defRPr/>
            </a:pPr>
            <a:r>
              <a:rPr lang="en-US" sz="1400">
                <a:solidFill>
                  <a:srgbClr val="124192"/>
                </a:solidFill>
              </a:rPr>
              <a:t>Products –</a:t>
            </a:r>
            <a:r>
              <a:rPr lang="en-US" sz="1400">
                <a:solidFill>
                  <a:srgbClr val="124192"/>
                </a:solidFill>
                <a:highlight>
                  <a:srgbClr val="808080"/>
                </a:highlight>
              </a:rPr>
              <a:t> </a:t>
            </a:r>
            <a:r>
              <a:rPr lang="en-US" sz="1200">
                <a:solidFill>
                  <a:schemeClr val="tx2">
                    <a:lumMod val="50000"/>
                    <a:lumOff val="50000"/>
                  </a:schemeClr>
                </a:solidFill>
                <a:highlight>
                  <a:srgbClr val="808080"/>
                </a:highlight>
              </a:rPr>
              <a:t>N/A</a:t>
            </a:r>
          </a:p>
          <a:p>
            <a:pPr marL="265113" lvl="1" indent="-173038" defTabSz="762000" eaLnBrk="0" hangingPunct="0">
              <a:lnSpc>
                <a:spcPct val="90000"/>
              </a:lnSpc>
              <a:spcBef>
                <a:spcPct val="50000"/>
              </a:spcBef>
              <a:buClr>
                <a:srgbClr val="124192"/>
              </a:buClr>
              <a:buFont typeface="Arial" panose="020B0604020202020204" pitchFamily="34" charset="0"/>
              <a:buChar char="•"/>
              <a:defRPr/>
            </a:pPr>
            <a:r>
              <a:rPr lang="en-US" sz="1400">
                <a:solidFill>
                  <a:srgbClr val="124192"/>
                </a:solidFill>
              </a:rPr>
              <a:t>Vendor &amp; BOQ – </a:t>
            </a:r>
            <a:r>
              <a:rPr lang="en-US" sz="1200">
                <a:solidFill>
                  <a:schemeClr val="tx2">
                    <a:lumMod val="50000"/>
                    <a:lumOff val="50000"/>
                  </a:schemeClr>
                </a:solidFill>
                <a:highlight>
                  <a:srgbClr val="808080"/>
                </a:highlight>
              </a:rPr>
              <a:t>N/A</a:t>
            </a:r>
          </a:p>
          <a:p>
            <a:pPr marL="265113" lvl="1" indent="-173038" defTabSz="762000" eaLnBrk="0" hangingPunct="0">
              <a:lnSpc>
                <a:spcPct val="90000"/>
              </a:lnSpc>
              <a:spcBef>
                <a:spcPct val="50000"/>
              </a:spcBef>
              <a:buClr>
                <a:srgbClr val="124192"/>
              </a:buClr>
              <a:buFont typeface="Arial" panose="020B0604020202020204" pitchFamily="34" charset="0"/>
              <a:buChar char="•"/>
              <a:defRPr/>
            </a:pPr>
            <a:r>
              <a:rPr lang="en-US" sz="1400">
                <a:solidFill>
                  <a:srgbClr val="124192"/>
                </a:solidFill>
              </a:rPr>
              <a:t>Standard / PSI – </a:t>
            </a:r>
            <a:r>
              <a:rPr lang="en-US" sz="1200">
                <a:solidFill>
                  <a:schemeClr val="tx2">
                    <a:lumMod val="50000"/>
                    <a:lumOff val="50000"/>
                  </a:schemeClr>
                </a:solidFill>
                <a:highlight>
                  <a:srgbClr val="808080"/>
                </a:highlight>
              </a:rPr>
              <a:t>N/A</a:t>
            </a:r>
          </a:p>
          <a:p>
            <a:pPr marL="265113" lvl="1" indent="-173038" defTabSz="762000" eaLnBrk="0" hangingPunct="0">
              <a:lnSpc>
                <a:spcPct val="90000"/>
              </a:lnSpc>
              <a:spcBef>
                <a:spcPct val="50000"/>
              </a:spcBef>
              <a:buClr>
                <a:srgbClr val="124192"/>
              </a:buClr>
              <a:buFont typeface="Arial" panose="020B0604020202020204" pitchFamily="34" charset="0"/>
              <a:buChar char="•"/>
              <a:defRPr/>
            </a:pPr>
            <a:r>
              <a:rPr lang="en-US" sz="1400">
                <a:solidFill>
                  <a:srgbClr val="124192"/>
                </a:solidFill>
              </a:rPr>
              <a:t>Forecast status &amp; Lead time </a:t>
            </a:r>
            <a:r>
              <a:rPr lang="en-US" sz="800">
                <a:solidFill>
                  <a:schemeClr val="tx2">
                    <a:lumMod val="50000"/>
                    <a:lumOff val="50000"/>
                  </a:schemeClr>
                </a:solidFill>
              </a:rPr>
              <a:t>– </a:t>
            </a:r>
            <a:r>
              <a:rPr lang="en-US" sz="1100">
                <a:solidFill>
                  <a:schemeClr val="tx2">
                    <a:lumMod val="50000"/>
                    <a:lumOff val="50000"/>
                  </a:schemeClr>
                </a:solidFill>
                <a:highlight>
                  <a:srgbClr val="808080"/>
                </a:highlight>
              </a:rPr>
              <a:t>N/A</a:t>
            </a:r>
          </a:p>
          <a:p>
            <a:pPr defTabSz="762000" eaLnBrk="0" hangingPunct="0">
              <a:lnSpc>
                <a:spcPct val="90000"/>
              </a:lnSpc>
              <a:spcBef>
                <a:spcPct val="50000"/>
              </a:spcBef>
              <a:buClr>
                <a:srgbClr val="124192"/>
              </a:buClr>
              <a:defRPr/>
            </a:pPr>
            <a:endParaRPr lang="en-US" sz="300" b="1">
              <a:solidFill>
                <a:schemeClr val="accent1">
                  <a:lumMod val="50000"/>
                </a:schemeClr>
              </a:solidFill>
            </a:endParaRPr>
          </a:p>
          <a:p>
            <a:pPr defTabSz="762000" eaLnBrk="0" hangingPunct="0">
              <a:lnSpc>
                <a:spcPct val="90000"/>
              </a:lnSpc>
              <a:spcBef>
                <a:spcPct val="50000"/>
              </a:spcBef>
              <a:buClr>
                <a:srgbClr val="124192"/>
              </a:buClr>
              <a:defRPr/>
            </a:pPr>
            <a:r>
              <a:rPr lang="en-US" sz="1400" b="1">
                <a:solidFill>
                  <a:schemeClr val="accent1">
                    <a:lumMod val="50000"/>
                  </a:schemeClr>
                </a:solidFill>
              </a:rPr>
              <a:t>Software</a:t>
            </a:r>
            <a:r>
              <a:rPr lang="en-US" sz="1400" b="1">
                <a:solidFill>
                  <a:schemeClr val="tx2">
                    <a:lumMod val="50000"/>
                    <a:lumOff val="50000"/>
                  </a:schemeClr>
                </a:solidFill>
              </a:rPr>
              <a:t> </a:t>
            </a:r>
          </a:p>
          <a:p>
            <a:pPr marL="180975" indent="-90488" defTabSz="762000" eaLnBrk="0" hangingPunct="0">
              <a:lnSpc>
                <a:spcPct val="90000"/>
              </a:lnSpc>
              <a:spcBef>
                <a:spcPct val="50000"/>
              </a:spcBef>
              <a:buClr>
                <a:srgbClr val="124192"/>
              </a:buClr>
              <a:defRPr/>
            </a:pPr>
            <a:r>
              <a:rPr lang="en-US" sz="1400" b="1">
                <a:solidFill>
                  <a:srgbClr val="124192"/>
                </a:solidFill>
              </a:rPr>
              <a:t>CNS</a:t>
            </a:r>
          </a:p>
          <a:p>
            <a:pPr marL="180975" indent="-90488" defTabSz="762000" eaLnBrk="0" hangingPunct="0">
              <a:lnSpc>
                <a:spcPct val="90000"/>
              </a:lnSpc>
              <a:spcBef>
                <a:spcPct val="50000"/>
              </a:spcBef>
              <a:buClr>
                <a:srgbClr val="124192"/>
              </a:buClr>
              <a:defRPr/>
            </a:pPr>
            <a:r>
              <a:rPr lang="en-US" sz="1200">
                <a:solidFill>
                  <a:srgbClr val="124192"/>
                </a:solidFill>
              </a:rPr>
              <a:t>Products &amp; Versions – </a:t>
            </a:r>
            <a:r>
              <a:rPr lang="en-US" sz="1200">
                <a:solidFill>
                  <a:srgbClr val="124192"/>
                </a:solidFill>
                <a:highlight>
                  <a:srgbClr val="FFFF00"/>
                </a:highlight>
              </a:rPr>
              <a:t>Later slide</a:t>
            </a:r>
          </a:p>
          <a:p>
            <a:pPr marL="180975" indent="-90488" defTabSz="762000" eaLnBrk="0" hangingPunct="0">
              <a:lnSpc>
                <a:spcPct val="90000"/>
              </a:lnSpc>
              <a:spcBef>
                <a:spcPct val="50000"/>
              </a:spcBef>
              <a:buClr>
                <a:srgbClr val="124192"/>
              </a:buClr>
              <a:defRPr/>
            </a:pPr>
            <a:r>
              <a:rPr lang="en-US" sz="1200">
                <a:solidFill>
                  <a:srgbClr val="124192"/>
                </a:solidFill>
              </a:rPr>
              <a:t>Compatibility Matrix – </a:t>
            </a:r>
            <a:r>
              <a:rPr lang="en-US" sz="1200">
                <a:solidFill>
                  <a:srgbClr val="124192"/>
                </a:solidFill>
                <a:highlight>
                  <a:srgbClr val="FFFF00"/>
                </a:highlight>
              </a:rPr>
              <a:t>Later slide</a:t>
            </a:r>
          </a:p>
          <a:p>
            <a:pPr marL="92075" lvl="1" defTabSz="265113" eaLnBrk="0" hangingPunct="0">
              <a:lnSpc>
                <a:spcPct val="90000"/>
              </a:lnSpc>
              <a:spcBef>
                <a:spcPct val="50000"/>
              </a:spcBef>
              <a:buClr>
                <a:srgbClr val="124192"/>
              </a:buClr>
              <a:defRPr/>
            </a:pPr>
            <a:r>
              <a:rPr lang="en-US" sz="1200">
                <a:solidFill>
                  <a:srgbClr val="001D47"/>
                </a:solidFill>
              </a:rPr>
              <a:t>Pre-C3s: Deal breakers – </a:t>
            </a:r>
            <a:r>
              <a:rPr lang="en-US" sz="1200">
                <a:solidFill>
                  <a:srgbClr val="001D47"/>
                </a:solidFill>
                <a:highlight>
                  <a:srgbClr val="FFFF00"/>
                </a:highlight>
              </a:rPr>
              <a:t>Committed.</a:t>
            </a:r>
          </a:p>
          <a:p>
            <a:pPr marL="92075" lvl="1" defTabSz="265113" eaLnBrk="0" hangingPunct="0">
              <a:lnSpc>
                <a:spcPct val="90000"/>
              </a:lnSpc>
              <a:spcBef>
                <a:spcPct val="50000"/>
              </a:spcBef>
              <a:buClr>
                <a:srgbClr val="124192"/>
              </a:buClr>
              <a:defRPr/>
            </a:pPr>
            <a:endParaRPr lang="en-US" sz="1200">
              <a:solidFill>
                <a:srgbClr val="001D47"/>
              </a:solidFill>
              <a:highlight>
                <a:srgbClr val="FFFF00"/>
              </a:highlight>
            </a:endParaRPr>
          </a:p>
          <a:p>
            <a:pPr marL="92075" lvl="1" defTabSz="265113" eaLnBrk="0" hangingPunct="0">
              <a:lnSpc>
                <a:spcPct val="90000"/>
              </a:lnSpc>
              <a:spcBef>
                <a:spcPct val="50000"/>
              </a:spcBef>
              <a:buClr>
                <a:srgbClr val="124192"/>
              </a:buClr>
              <a:defRPr/>
            </a:pPr>
            <a:endParaRPr lang="en-US" sz="1200">
              <a:solidFill>
                <a:srgbClr val="001D47"/>
              </a:solidFill>
              <a:highlight>
                <a:srgbClr val="FFFF00"/>
              </a:highlight>
            </a:endParaRPr>
          </a:p>
          <a:p>
            <a:pPr marL="92075" lvl="1" defTabSz="265113" eaLnBrk="0" hangingPunct="0">
              <a:lnSpc>
                <a:spcPct val="90000"/>
              </a:lnSpc>
              <a:spcBef>
                <a:spcPct val="50000"/>
              </a:spcBef>
              <a:buClr>
                <a:srgbClr val="124192"/>
              </a:buClr>
              <a:defRPr/>
            </a:pPr>
            <a:endParaRPr lang="en-US" sz="1200">
              <a:solidFill>
                <a:srgbClr val="001D47"/>
              </a:solidFill>
              <a:highlight>
                <a:srgbClr val="FFFF00"/>
              </a:highlight>
            </a:endParaRPr>
          </a:p>
          <a:p>
            <a:pPr marL="92075" lvl="1" defTabSz="265113" eaLnBrk="0" hangingPunct="0">
              <a:lnSpc>
                <a:spcPct val="90000"/>
              </a:lnSpc>
              <a:spcBef>
                <a:spcPct val="50000"/>
              </a:spcBef>
              <a:buClr>
                <a:srgbClr val="124192"/>
              </a:buClr>
              <a:defRPr/>
            </a:pPr>
            <a:endParaRPr lang="en-US" sz="1200">
              <a:solidFill>
                <a:srgbClr val="124192"/>
              </a:solidFill>
            </a:endParaRPr>
          </a:p>
          <a:p>
            <a:pPr marL="92075" lvl="1" defTabSz="265113" eaLnBrk="0" hangingPunct="0">
              <a:lnSpc>
                <a:spcPct val="90000"/>
              </a:lnSpc>
              <a:spcBef>
                <a:spcPct val="50000"/>
              </a:spcBef>
              <a:buClr>
                <a:srgbClr val="124192"/>
              </a:buClr>
              <a:defRPr/>
            </a:pPr>
            <a:r>
              <a:rPr lang="en-US" sz="1200">
                <a:solidFill>
                  <a:srgbClr val="124192"/>
                </a:solidFill>
              </a:rPr>
              <a:t>S/W &amp; Licenses BOQ - </a:t>
            </a:r>
            <a:r>
              <a:rPr lang="en-US" sz="1400">
                <a:highlight>
                  <a:srgbClr val="FFFF00"/>
                </a:highlight>
                <a:hlinkClick r:id="rId3"/>
              </a:rPr>
              <a:t>LV618AB_KDDI_24.JP.375003.01_NPT 75.0.0_5G-SDM_Migration_4G-SDM_re-installation_5G-SDM_PCF_system_installation.xlsb</a:t>
            </a:r>
            <a:endParaRPr lang="en-US" sz="1400">
              <a:solidFill>
                <a:srgbClr val="124192"/>
              </a:solidFill>
              <a:highlight>
                <a:srgbClr val="FFFF00"/>
              </a:highlight>
              <a:latin typeface="+mn-lt"/>
            </a:endParaRPr>
          </a:p>
        </p:txBody>
      </p:sp>
      <p:sp>
        <p:nvSpPr>
          <p:cNvPr id="2" name="Text Placeholder 1">
            <a:extLst>
              <a:ext uri="{FF2B5EF4-FFF2-40B4-BE49-F238E27FC236}">
                <a16:creationId xmlns:a16="http://schemas.microsoft.com/office/drawing/2014/main" id="{7ACB99E5-2490-54EF-2DB6-EEC2AB5D06BB}"/>
              </a:ext>
            </a:extLst>
          </p:cNvPr>
          <p:cNvSpPr>
            <a:spLocks noGrp="1"/>
          </p:cNvSpPr>
          <p:nvPr>
            <p:ph type="body" sz="quarter" idx="12"/>
          </p:nvPr>
        </p:nvSpPr>
        <p:spPr>
          <a:xfrm>
            <a:off x="56992" y="19636"/>
            <a:ext cx="8308800" cy="340654"/>
          </a:xfrm>
        </p:spPr>
        <p:txBody>
          <a:bodyPr/>
          <a:lstStyle/>
          <a:p>
            <a:r>
              <a:rPr lang="en-US" b="1"/>
              <a:t>Scope – HW, SW &amp; Services – Nokia and any 3rd Party</a:t>
            </a:r>
          </a:p>
        </p:txBody>
      </p:sp>
      <p:sp>
        <p:nvSpPr>
          <p:cNvPr id="4" name="Footer Placeholder 3">
            <a:extLst>
              <a:ext uri="{FF2B5EF4-FFF2-40B4-BE49-F238E27FC236}">
                <a16:creationId xmlns:a16="http://schemas.microsoft.com/office/drawing/2014/main" id="{C4289705-43A3-2C0B-7560-A07E8F8B94C9}"/>
              </a:ext>
            </a:extLst>
          </p:cNvPr>
          <p:cNvSpPr>
            <a:spLocks noGrp="1"/>
          </p:cNvSpPr>
          <p:nvPr>
            <p:ph type="ftr" sz="quarter" idx="3"/>
          </p:nvPr>
        </p:nvSpPr>
        <p:spPr/>
        <p:txBody>
          <a:bodyPr/>
          <a:lstStyle/>
          <a:p>
            <a:r>
              <a:rPr lang="en-US"/>
              <a:t>Nokia Internal Use</a:t>
            </a:r>
          </a:p>
        </p:txBody>
      </p:sp>
      <p:pic>
        <p:nvPicPr>
          <p:cNvPr id="5" name="Picture 4">
            <a:extLst>
              <a:ext uri="{FF2B5EF4-FFF2-40B4-BE49-F238E27FC236}">
                <a16:creationId xmlns:a16="http://schemas.microsoft.com/office/drawing/2014/main" id="{DDE4BFBC-8CB6-E9FD-B303-C93FCDFD5507}"/>
              </a:ext>
            </a:extLst>
          </p:cNvPr>
          <p:cNvPicPr>
            <a:picLocks noChangeAspect="1"/>
          </p:cNvPicPr>
          <p:nvPr/>
        </p:nvPicPr>
        <p:blipFill>
          <a:blip r:embed="rId4"/>
          <a:stretch>
            <a:fillRect/>
          </a:stretch>
        </p:blipFill>
        <p:spPr>
          <a:xfrm>
            <a:off x="117654" y="3457117"/>
            <a:ext cx="9144000" cy="9473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BC5CC-9CDD-1731-7EC6-DAD173A785B3}"/>
            </a:ext>
          </a:extLst>
        </p:cNvPr>
        <p:cNvGrpSpPr/>
        <p:nvPr/>
      </p:nvGrpSpPr>
      <p:grpSpPr>
        <a:xfrm>
          <a:off x="0" y="0"/>
          <a:ext cx="0" cy="0"/>
          <a:chOff x="0" y="0"/>
          <a:chExt cx="0" cy="0"/>
        </a:xfrm>
      </p:grpSpPr>
      <p:sp>
        <p:nvSpPr>
          <p:cNvPr id="2" name="Text Placeholder 6">
            <a:extLst>
              <a:ext uri="{FF2B5EF4-FFF2-40B4-BE49-F238E27FC236}">
                <a16:creationId xmlns:a16="http://schemas.microsoft.com/office/drawing/2014/main" id="{EE091208-E869-9607-B167-7706FC620064}"/>
              </a:ext>
            </a:extLst>
          </p:cNvPr>
          <p:cNvSpPr>
            <a:spLocks noGrp="1"/>
          </p:cNvSpPr>
          <p:nvPr/>
        </p:nvSpPr>
        <p:spPr>
          <a:xfrm>
            <a:off x="417600" y="2273760"/>
            <a:ext cx="8308800" cy="359694"/>
          </a:xfrm>
          <a:prstGeom prst="rect">
            <a:avLst/>
          </a:prstGeom>
        </p:spPr>
        <p:txBody>
          <a:bodyPr lIns="0" tIns="0" rIns="0" bIns="0"/>
          <a:lstStyle>
            <a:lvl1pPr marL="0" indent="0" algn="l" defTabSz="685800" rtl="0" eaLnBrk="1" latinLnBrk="0" hangingPunct="1">
              <a:lnSpc>
                <a:spcPct val="90000"/>
              </a:lnSpc>
              <a:spcBef>
                <a:spcPts val="750"/>
              </a:spcBef>
              <a:buFont typeface="Arial" panose="020B0604020202020204" pitchFamily="34" charset="0"/>
              <a:buNone/>
              <a:defRPr kumimoji="1" sz="4320" kern="1200" baseline="0">
                <a:solidFill>
                  <a:schemeClr val="accent1"/>
                </a:solidFill>
                <a:latin typeface="Nokia Pure Headline Ultra Light" panose="020B02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1"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1.</a:t>
            </a:r>
            <a:r>
              <a:rPr kumimoji="1"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 </a:t>
            </a:r>
            <a:r>
              <a:rPr kumimoji="1"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Project Overview</a:t>
            </a:r>
            <a:endParaRPr kumimoji="1"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1867228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212EF3AF-9BC2-44B0-BEBA-5557EF27C9F4}"/>
              </a:ext>
            </a:extLst>
          </p:cNvPr>
          <p:cNvSpPr>
            <a:spLocks noGrp="1"/>
          </p:cNvSpPr>
          <p:nvPr>
            <p:ph type="body" sz="quarter" idx="15"/>
          </p:nvPr>
        </p:nvSpPr>
        <p:spPr>
          <a:xfrm>
            <a:off x="417600" y="684713"/>
            <a:ext cx="8308800" cy="4090487"/>
          </a:xfrm>
        </p:spPr>
        <p:txBody>
          <a:bodyPr lIns="0" tIns="0" rIns="0" bIns="0" anchor="t"/>
          <a:lstStyle/>
          <a:p>
            <a:pPr marL="499110" indent="-285750">
              <a:buFont typeface="Wingdings" panose="05000000000000000000" pitchFamily="2" charset="2"/>
              <a:buChar char="l"/>
            </a:pPr>
            <a:r>
              <a:rPr kumimoji="1" lang="ja-JP" altLang="en-US" sz="1120" b="1"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Requirements</a:t>
            </a:r>
            <a:br>
              <a:rPr kumimoji="1" lang="en-US" altLang="ja-JP" sz="1120">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br>
            <a:r>
              <a:rPr lang="en-US" altLang="ja-JP" sz="1120"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Building the following nodes on the KDDI Common Virtualization Infrastructure (KYANOS)</a:t>
            </a:r>
            <a:endParaRPr lang="en-US" altLang="ja-JP" sz="1120">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715963" indent="-176213">
              <a:buFont typeface="+mj-lt"/>
              <a:buAutoNum type="arabicPeriod"/>
            </a:pPr>
            <a:r>
              <a:rPr lang="ja-JP" altLang="en-US"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Overall HLD </a:t>
            </a:r>
            <a:r>
              <a:rPr lang="en-US" altLang="ja-JP" noProof="1">
                <a:ln w="1905"/>
                <a:solidFill>
                  <a:srgbClr val="00B050"/>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LV553-C</a:t>
            </a:r>
            <a:r>
              <a:rPr lang="ja-JP" altLang="en-US">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a:t>
            </a:r>
          </a:p>
          <a:p>
            <a:pPr marL="715963" indent="-176213">
              <a:buFont typeface="+mj-lt"/>
              <a:buAutoNum type="arabicPeriod"/>
            </a:pPr>
            <a:r>
              <a:rPr lang="en-US" altLang="ja-JP"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AUSF/UDM </a:t>
            </a:r>
            <a:r>
              <a:rPr lang="en-US" altLang="ja-JP" noProof="1">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LV618A</a:t>
            </a:r>
            <a:r>
              <a:rPr lang="en-US" altLang="ja-JP">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a:t>
            </a:r>
            <a:endParaRPr lang="ja-JP" altLang="en-US">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715963" indent="-176213">
              <a:buFont typeface="+mj-lt"/>
              <a:buAutoNum type="arabicPeriod"/>
            </a:pPr>
            <a:r>
              <a:rPr lang="en-US" altLang="ja-JP"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SCPv/BSF/DRA </a:t>
            </a:r>
            <a:r>
              <a:rPr lang="en-US" altLang="ja-JP" noProof="1">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LV618A</a:t>
            </a:r>
            <a:r>
              <a:rPr lang="en-US" altLang="ja-JP">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a:t>
            </a:r>
            <a:endParaRPr lang="ja-JP" altLang="en-US">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715963" indent="-176213">
              <a:buFont typeface="+mj-lt"/>
              <a:buAutoNum type="arabicPeriod"/>
            </a:pPr>
            <a:r>
              <a:rPr lang="en-US" altLang="ja-JP"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PCFv/PCRFv </a:t>
            </a:r>
            <a:r>
              <a:rPr lang="en-US" altLang="ja-JP" noProof="1">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LV618A</a:t>
            </a:r>
            <a:r>
              <a:rPr lang="en-US" altLang="ja-JP">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a:t>
            </a:r>
            <a:endParaRPr lang="ja-JP" altLang="en-US">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715963" indent="-176213">
              <a:buFont typeface="+mj-lt"/>
              <a:buAutoNum type="arabicPeriod"/>
            </a:pPr>
            <a:r>
              <a:rPr lang="en-US" altLang="ja-JP"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Mirroing Server </a:t>
            </a:r>
            <a:r>
              <a:rPr lang="en-US" altLang="ja-JP" noProof="1">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LV618A</a:t>
            </a:r>
            <a:r>
              <a:rPr lang="en-US" altLang="ja-JP">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a:t>
            </a:r>
            <a:endParaRPr lang="ja-JP" altLang="en-US">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715963" indent="-176213">
              <a:buFont typeface="+mj-lt"/>
              <a:buAutoNum type="arabicPeriod"/>
            </a:pPr>
            <a:r>
              <a:rPr lang="en-US" altLang="zh-TW"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4G/5G Integrated EIR </a:t>
            </a:r>
            <a:r>
              <a:rPr lang="en-US" altLang="ja-JP" noProof="1">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LV618A</a:t>
            </a:r>
            <a:r>
              <a:rPr lang="en-US" altLang="zh-TW">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a:t>
            </a:r>
            <a:endParaRPr lang="zh-TW" altLang="en-US">
              <a:ln w="1905"/>
              <a:solidFill>
                <a:schemeClr val="accent1"/>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715963" indent="-176213">
              <a:buFont typeface="+mj-lt"/>
              <a:buAutoNum type="arabicPeriod"/>
            </a:pPr>
            <a:r>
              <a:rPr lang="en-US" altLang="zh-TW"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4G/5G Integrated HSS/HLR </a:t>
            </a:r>
            <a:r>
              <a:rPr lang="en-US" altLang="ja-JP" noProof="1">
                <a:ln w="1905"/>
                <a:solidFill>
                  <a:srgbClr val="FFC000"/>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LV618B</a:t>
            </a:r>
            <a:r>
              <a:rPr lang="en-US" altLang="zh-TW">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a:t>
            </a:r>
            <a:endParaRPr lang="en-US" altLang="zh-TW">
              <a:ln w="1905"/>
              <a:solidFill>
                <a:srgbClr val="FFC000"/>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450850"/>
            <a:endParaRPr lang="en-US" altLang="ja-JP" sz="160">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499110" indent="-285750">
              <a:buFont typeface="Wingdings" panose="05000000000000000000" pitchFamily="2" charset="2"/>
              <a:buChar char="l"/>
            </a:pPr>
            <a:r>
              <a:rPr lang="ja-JP" altLang="en-US" sz="1120" b="1"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Project name</a:t>
            </a:r>
            <a:endParaRPr lang="en-US" altLang="ja-JP" sz="1120" b="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213360"/>
            <a:r>
              <a:rPr lang="en-US" altLang="ja-JP" sz="1120"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PO#102001124500</a:t>
            </a:r>
            <a:r>
              <a:rPr lang="en-US" altLang="ja-JP" sz="1120" noProof="1"/>
              <a:t> </a:t>
            </a:r>
            <a:r>
              <a:rPr lang="en-US" altLang="ja-JP" sz="1120"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 LV 553 -C _ 5 GCSA _ Next Expansion and SDM Migration on KYANOS (Build)</a:t>
            </a:r>
            <a:br>
              <a:rPr lang="en-US" altLang="ja-JP" sz="1120">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br>
            <a:r>
              <a:rPr lang="pl-PL" altLang="ja-JP" sz="1120"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PO#102001302455 - LV618A_5GCSA_5G-SDM Integrated Migration on KYANOS</a:t>
            </a:r>
            <a:br>
              <a:rPr lang="en-US" altLang="ja-JP" sz="1120">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br>
            <a:r>
              <a:rPr lang="pl-PL" altLang="ja-JP" sz="1120" noProof="1">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t>PO#102001298117 - LV618B_5G-SDM Migration _ Integrated HSS Build</a:t>
            </a:r>
            <a:br>
              <a:rPr lang="en-US" altLang="ja-JP" sz="1120">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br>
            <a:endParaRPr lang="en-US" altLang="ja-JP" sz="1120">
              <a:ln w="1905"/>
              <a:solidFill>
                <a:srgbClr val="273142"/>
              </a:solidFill>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endParaRPr>
          </a:p>
          <a:p>
            <a:pPr marL="499110" indent="-285750">
              <a:buFont typeface="Wingdings" panose="05000000000000000000" pitchFamily="2" charset="2"/>
              <a:buChar char="l"/>
            </a:pPr>
            <a:r>
              <a:rPr kumimoji="1" lang="ja-JP" altLang="en-US" sz="1120" b="1" noProof="1">
                <a:ln w="1905"/>
                <a:solidFill>
                  <a:srgbClr val="273142"/>
                </a:solidFill>
                <a:effectLst>
                  <a:innerShdw blurRad="69850" dist="43180" dir="5400000">
                    <a:srgbClr val="000000">
                      <a:alpha val="65000"/>
                    </a:srgbClr>
                  </a:innerShdw>
                </a:effectLst>
                <a:latin typeface="游ゴシック Medium"/>
                <a:ea typeface="游ゴシック Medium"/>
                <a:cs typeface="Nokia Pure Text" panose="020B0504040602060303" pitchFamily="34" charset="0"/>
              </a:rPr>
              <a:t>Completion Date</a:t>
            </a:r>
            <a:br>
              <a:rPr lang="en-US" altLang="ja-JP" sz="1120">
                <a:ln w="1905"/>
                <a:effectLst>
                  <a:innerShdw blurRad="69850" dist="43180" dir="5400000">
                    <a:srgbClr val="000000">
                      <a:alpha val="65000"/>
                    </a:srgbClr>
                  </a:innerShdw>
                </a:effectLst>
                <a:latin typeface="游ゴシック Medium" panose="020B0500000000000000" pitchFamily="50" charset="-128"/>
                <a:ea typeface="游ゴシック Medium" panose="020B0500000000000000" pitchFamily="50" charset="-128"/>
                <a:cs typeface="Nokia Pure Text" panose="020B0504040602060303" pitchFamily="34" charset="0"/>
              </a:rPr>
            </a:br>
            <a:r>
              <a:rPr kumimoji="1" lang="ja-JP" altLang="en-US" sz="1120" noProof="1">
                <a:ln w="1905"/>
                <a:solidFill>
                  <a:srgbClr val="273142"/>
                </a:solidFill>
                <a:effectLst>
                  <a:innerShdw blurRad="69850" dist="43180" dir="5400000">
                    <a:srgbClr val="000000">
                      <a:alpha val="65000"/>
                    </a:srgbClr>
                  </a:innerShdw>
                </a:effectLst>
                <a:latin typeface="游ゴシック Medium"/>
                <a:ea typeface="游ゴシック Medium"/>
                <a:cs typeface="Nokia Pure Text" panose="020B0504040602060303" pitchFamily="34" charset="0"/>
              </a:rPr>
              <a:t>April 2026</a:t>
            </a:r>
            <a:endParaRPr kumimoji="1" lang="en-US" altLang="ja-JP" sz="1120">
              <a:ln w="1905"/>
              <a:solidFill>
                <a:srgbClr val="273142"/>
              </a:solidFill>
              <a:effectLst>
                <a:innerShdw blurRad="69850" dist="43180" dir="5400000">
                  <a:srgbClr val="000000">
                    <a:alpha val="65000"/>
                  </a:srgbClr>
                </a:innerShdw>
              </a:effectLst>
              <a:latin typeface="游ゴシック Medium"/>
              <a:ea typeface="游ゴシック Medium"/>
              <a:cs typeface="Nokia Pure Text" panose="020B0504040602060303" pitchFamily="34" charset="0"/>
            </a:endParaRPr>
          </a:p>
        </p:txBody>
      </p:sp>
      <p:sp>
        <p:nvSpPr>
          <p:cNvPr id="2" name="Text Placeholder 6">
            <a:extLst>
              <a:ext uri="{FF2B5EF4-FFF2-40B4-BE49-F238E27FC236}">
                <a16:creationId xmlns:a16="http://schemas.microsoft.com/office/drawing/2014/main" id="{C1373D21-E174-907F-73E5-00AFD6BCF099}"/>
              </a:ext>
            </a:extLst>
          </p:cNvPr>
          <p:cNvSpPr txBox="1">
            <a:spLocks/>
          </p:cNvSpPr>
          <p:nvPr/>
        </p:nvSpPr>
        <p:spPr>
          <a:xfrm>
            <a:off x="220646" y="73665"/>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kumimoji="1" sz="192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a:lstStyle>
          <a:p>
            <a:r>
              <a:rPr lang="en-US" altLang="ja-JP"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1.</a:t>
            </a:r>
            <a:r>
              <a:rPr lang="en-US" altLang="ja-JP" b="1" u="sng">
                <a:latin typeface="游ゴシック Medium" panose="020B0500000000000000" pitchFamily="50" charset="-128"/>
                <a:ea typeface="游ゴシック Medium" panose="020B0500000000000000" pitchFamily="50" charset="-128"/>
                <a:cs typeface="Nokia Pure Text" panose="020B0504040602060303" pitchFamily="34" charset="0"/>
              </a:rPr>
              <a:t> </a:t>
            </a:r>
            <a:r>
              <a:rPr lang="en-US" altLang="ja-JP"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Project Overview</a:t>
            </a:r>
            <a:endParaRPr lang="en-US" altLang="ja-JP" b="1" u="sng">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4102578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23219-727A-CC65-EC69-52CF727A3497}"/>
            </a:ext>
          </a:extLst>
        </p:cNvPr>
        <p:cNvGrpSpPr/>
        <p:nvPr/>
      </p:nvGrpSpPr>
      <p:grpSpPr>
        <a:xfrm>
          <a:off x="0" y="0"/>
          <a:ext cx="0" cy="0"/>
          <a:chOff x="0" y="0"/>
          <a:chExt cx="0" cy="0"/>
        </a:xfrm>
      </p:grpSpPr>
      <p:sp>
        <p:nvSpPr>
          <p:cNvPr id="2" name="Text Placeholder 6">
            <a:extLst>
              <a:ext uri="{FF2B5EF4-FFF2-40B4-BE49-F238E27FC236}">
                <a16:creationId xmlns:a16="http://schemas.microsoft.com/office/drawing/2014/main" id="{3C72B85E-4F3A-AC8A-2370-A885A4D144EE}"/>
              </a:ext>
            </a:extLst>
          </p:cNvPr>
          <p:cNvSpPr>
            <a:spLocks noGrp="1"/>
          </p:cNvSpPr>
          <p:nvPr/>
        </p:nvSpPr>
        <p:spPr>
          <a:xfrm>
            <a:off x="417600" y="2273760"/>
            <a:ext cx="8308800" cy="359694"/>
          </a:xfrm>
          <a:prstGeom prst="rect">
            <a:avLst/>
          </a:prstGeom>
        </p:spPr>
        <p:txBody>
          <a:bodyPr lIns="0" tIns="0" rIns="0" bIns="0"/>
          <a:lstStyle>
            <a:lvl1pPr marL="0" indent="0" algn="l" defTabSz="685800" rtl="0" eaLnBrk="1" latinLnBrk="0" hangingPunct="1">
              <a:lnSpc>
                <a:spcPct val="90000"/>
              </a:lnSpc>
              <a:spcBef>
                <a:spcPts val="750"/>
              </a:spcBef>
              <a:buFont typeface="Arial" panose="020B0604020202020204" pitchFamily="34" charset="0"/>
              <a:buNone/>
              <a:defRPr kumimoji="1" sz="4320" kern="1200" baseline="0">
                <a:solidFill>
                  <a:schemeClr val="accent1"/>
                </a:solidFill>
                <a:latin typeface="Nokia Pure Headline Ultra Light" panose="020B02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1"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2.Project Scope</a:t>
            </a:r>
            <a:endParaRPr kumimoji="1"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3188916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02183-CF67-04AA-9C3B-B4382C2F1409}"/>
            </a:ext>
          </a:extLst>
        </p:cNvPr>
        <p:cNvGrpSpPr/>
        <p:nvPr/>
      </p:nvGrpSpPr>
      <p:grpSpPr>
        <a:xfrm>
          <a:off x="0" y="0"/>
          <a:ext cx="0" cy="0"/>
          <a:chOff x="0" y="0"/>
          <a:chExt cx="0" cy="0"/>
        </a:xfrm>
      </p:grpSpPr>
      <p:sp>
        <p:nvSpPr>
          <p:cNvPr id="5" name="Text Placeholder 8">
            <a:extLst>
              <a:ext uri="{FF2B5EF4-FFF2-40B4-BE49-F238E27FC236}">
                <a16:creationId xmlns:a16="http://schemas.microsoft.com/office/drawing/2014/main" id="{E202D7D1-838E-3055-CA94-18E2477122CF}"/>
              </a:ext>
            </a:extLst>
          </p:cNvPr>
          <p:cNvSpPr txBox="1">
            <a:spLocks/>
          </p:cNvSpPr>
          <p:nvPr/>
        </p:nvSpPr>
        <p:spPr>
          <a:xfrm>
            <a:off x="341400" y="778232"/>
            <a:ext cx="8308800" cy="3587036"/>
          </a:xfrm>
          <a:prstGeom prst="rect">
            <a:avLst/>
          </a:prstGeom>
        </p:spPr>
        <p:txBody>
          <a:bodyPr lIns="0" tIns="0" rIns="0" bIns="0" anchor="t"/>
          <a:lstStyle>
            <a:lvl1pPr marL="0" indent="0" algn="l" defTabSz="685800" rtl="0" eaLnBrk="1" latinLnBrk="0" hangingPunct="1">
              <a:lnSpc>
                <a:spcPct val="100000"/>
              </a:lnSpc>
              <a:spcBef>
                <a:spcPts val="0"/>
              </a:spcBef>
              <a:spcAft>
                <a:spcPts val="600"/>
              </a:spcAft>
              <a:buSzPct val="70000"/>
              <a:buFont typeface="Arial" panose="020B0604020202020204" pitchFamily="34" charset="0"/>
              <a:buNone/>
              <a:defRPr kumimoji="1" sz="960" kern="1200">
                <a:solidFill>
                  <a:schemeClr val="tx2"/>
                </a:solidFill>
                <a:latin typeface="+mn-lt"/>
                <a:ea typeface="+mn-ea"/>
                <a:cs typeface="+mn-cs"/>
              </a:defRPr>
            </a:lvl1pPr>
            <a:lvl2pPr marL="180000" indent="0" algn="l" defTabSz="685800" rtl="0" eaLnBrk="1" latinLnBrk="0" hangingPunct="1">
              <a:lnSpc>
                <a:spcPct val="100000"/>
              </a:lnSpc>
              <a:spcBef>
                <a:spcPts val="0"/>
              </a:spcBef>
              <a:spcAft>
                <a:spcPts val="600"/>
              </a:spcAft>
              <a:buSzPct val="70000"/>
              <a:buFont typeface="Arial" panose="020B0604020202020204" pitchFamily="34" charset="0"/>
              <a:buNone/>
              <a:defRPr kumimoji="1" sz="960" kern="1200">
                <a:solidFill>
                  <a:schemeClr val="tx2"/>
                </a:solidFill>
                <a:latin typeface="+mn-lt"/>
                <a:ea typeface="+mn-ea"/>
                <a:cs typeface="+mn-cs"/>
              </a:defRPr>
            </a:lvl2pPr>
            <a:lvl3pPr marL="360000" indent="0" algn="l" defTabSz="685800" rtl="0" eaLnBrk="1" latinLnBrk="0" hangingPunct="1">
              <a:lnSpc>
                <a:spcPct val="100000"/>
              </a:lnSpc>
              <a:spcBef>
                <a:spcPts val="0"/>
              </a:spcBef>
              <a:spcAft>
                <a:spcPts val="600"/>
              </a:spcAft>
              <a:buSzPct val="70000"/>
              <a:buFont typeface="Arial" panose="020B0604020202020204" pitchFamily="34" charset="0"/>
              <a:buNone/>
              <a:defRPr kumimoji="1" sz="960" kern="1200">
                <a:solidFill>
                  <a:schemeClr val="tx2"/>
                </a:solidFill>
                <a:latin typeface="+mn-lt"/>
                <a:ea typeface="+mn-ea"/>
                <a:cs typeface="+mn-cs"/>
              </a:defRPr>
            </a:lvl3pPr>
            <a:lvl4pPr marL="540000" indent="0" algn="l" defTabSz="685800" rtl="0" eaLnBrk="1" latinLnBrk="0" hangingPunct="1">
              <a:lnSpc>
                <a:spcPct val="100000"/>
              </a:lnSpc>
              <a:spcBef>
                <a:spcPts val="0"/>
              </a:spcBef>
              <a:spcAft>
                <a:spcPts val="600"/>
              </a:spcAft>
              <a:buSzPct val="70000"/>
              <a:buFont typeface="Arial" panose="020B0604020202020204" pitchFamily="34" charset="0"/>
              <a:buNone/>
              <a:defRPr kumimoji="1" sz="960" kern="1200">
                <a:solidFill>
                  <a:schemeClr val="tx2"/>
                </a:solidFill>
                <a:latin typeface="+mn-lt"/>
                <a:ea typeface="+mn-ea"/>
                <a:cs typeface="+mn-cs"/>
              </a:defRPr>
            </a:lvl4pPr>
            <a:lvl5pPr marL="720000" indent="0" algn="l" defTabSz="685800" rtl="0" eaLnBrk="1" latinLnBrk="0" hangingPunct="1">
              <a:lnSpc>
                <a:spcPct val="100000"/>
              </a:lnSpc>
              <a:spcBef>
                <a:spcPts val="0"/>
              </a:spcBef>
              <a:spcAft>
                <a:spcPts val="600"/>
              </a:spcAft>
              <a:buSzPct val="70000"/>
              <a:buFont typeface="Arial" panose="020B0604020202020204" pitchFamily="34" charset="0"/>
              <a:buNone/>
              <a:defRPr kumimoji="1" sz="96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a:lstStyle>
          <a:p>
            <a:pPr marL="213360" marR="0" lvl="0" indent="0" algn="l" defTabSz="685800" rtl="0" eaLnBrk="1" fontAlgn="auto" latinLnBrk="0" hangingPunct="1">
              <a:lnSpc>
                <a:spcPct val="100000"/>
              </a:lnSpc>
              <a:spcBef>
                <a:spcPts val="0"/>
              </a:spcBef>
              <a:spcAft>
                <a:spcPts val="600"/>
              </a:spcAft>
              <a:buClrTx/>
              <a:buSzPct val="70000"/>
              <a:buFont typeface="Arial" panose="020B0604020202020204" pitchFamily="34" charset="0"/>
              <a:buNone/>
              <a:tabLst/>
              <a:defRPr/>
            </a:pPr>
            <a:br>
              <a:rPr kumimoji="1" lang="en-US" altLang="ja-JP" sz="1280" b="0" i="0" u="none" strike="noStrike" kern="1200" cap="none" spc="0" normalizeH="0" baseline="0" noProof="0">
                <a:ln w="1905"/>
                <a:solidFill>
                  <a:srgbClr val="273142"/>
                </a:solidFill>
                <a:effectLst>
                  <a:innerShdw blurRad="69850" dist="43180" dir="5400000">
                    <a:srgbClr val="000000">
                      <a:alpha val="65000"/>
                    </a:srgbClr>
                  </a:innerShdw>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br>
            <a:endParaRPr kumimoji="1" lang="en-US" altLang="ja-JP" sz="1280" b="0" i="0" u="none" strike="noStrike" kern="1200" cap="none" spc="0" normalizeH="0" baseline="0" noProof="0">
              <a:ln w="1905"/>
              <a:solidFill>
                <a:srgbClr val="273142"/>
              </a:solidFill>
              <a:effectLst>
                <a:innerShdw blurRad="69850" dist="43180" dir="5400000">
                  <a:srgbClr val="000000">
                    <a:alpha val="65000"/>
                  </a:srgbClr>
                </a:innerShdw>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graphicFrame>
        <p:nvGraphicFramePr>
          <p:cNvPr id="2" name="Table 1">
            <a:extLst>
              <a:ext uri="{FF2B5EF4-FFF2-40B4-BE49-F238E27FC236}">
                <a16:creationId xmlns:a16="http://schemas.microsoft.com/office/drawing/2014/main" id="{681FD0D1-6B86-99D4-92B3-D34CD0068647}"/>
              </a:ext>
            </a:extLst>
          </p:cNvPr>
          <p:cNvGraphicFramePr>
            <a:graphicFrameLocks noGrp="1"/>
          </p:cNvGraphicFramePr>
          <p:nvPr/>
        </p:nvGraphicFramePr>
        <p:xfrm>
          <a:off x="148624" y="778232"/>
          <a:ext cx="8846752" cy="1335024"/>
        </p:xfrm>
        <a:graphic>
          <a:graphicData uri="http://schemas.openxmlformats.org/drawingml/2006/table">
            <a:tbl>
              <a:tblPr firstRow="1" bandRow="1">
                <a:tableStyleId>{5C22544A-7EE6-4342-B048-85BDC9FD1C3A}</a:tableStyleId>
              </a:tblPr>
              <a:tblGrid>
                <a:gridCol w="218736">
                  <a:extLst>
                    <a:ext uri="{9D8B030D-6E8A-4147-A177-3AD203B41FA5}">
                      <a16:colId xmlns:a16="http://schemas.microsoft.com/office/drawing/2014/main" val="540682019"/>
                    </a:ext>
                  </a:extLst>
                </a:gridCol>
                <a:gridCol w="1419934">
                  <a:extLst>
                    <a:ext uri="{9D8B030D-6E8A-4147-A177-3AD203B41FA5}">
                      <a16:colId xmlns:a16="http://schemas.microsoft.com/office/drawing/2014/main" val="3961359444"/>
                    </a:ext>
                  </a:extLst>
                </a:gridCol>
                <a:gridCol w="225656">
                  <a:extLst>
                    <a:ext uri="{9D8B030D-6E8A-4147-A177-3AD203B41FA5}">
                      <a16:colId xmlns:a16="http://schemas.microsoft.com/office/drawing/2014/main" val="2834118107"/>
                    </a:ext>
                  </a:extLst>
                </a:gridCol>
                <a:gridCol w="5786073">
                  <a:extLst>
                    <a:ext uri="{9D8B030D-6E8A-4147-A177-3AD203B41FA5}">
                      <a16:colId xmlns:a16="http://schemas.microsoft.com/office/drawing/2014/main" val="3924400534"/>
                    </a:ext>
                  </a:extLst>
                </a:gridCol>
                <a:gridCol w="585422">
                  <a:extLst>
                    <a:ext uri="{9D8B030D-6E8A-4147-A177-3AD203B41FA5}">
                      <a16:colId xmlns:a16="http://schemas.microsoft.com/office/drawing/2014/main" val="533161060"/>
                    </a:ext>
                  </a:extLst>
                </a:gridCol>
                <a:gridCol w="610931">
                  <a:extLst>
                    <a:ext uri="{9D8B030D-6E8A-4147-A177-3AD203B41FA5}">
                      <a16:colId xmlns:a16="http://schemas.microsoft.com/office/drawing/2014/main" val="1364275391"/>
                    </a:ext>
                  </a:extLst>
                </a:gridCol>
              </a:tblGrid>
              <a:tr h="226737">
                <a:tc>
                  <a:txBody>
                    <a:bodyPr/>
                    <a:lstStyle/>
                    <a:p>
                      <a:pPr fontAlgn="base"/>
                      <a:endParaRPr lang="en-US" sz="640" b="1">
                        <a:solidFill>
                          <a:srgbClr val="FFFFFF"/>
                        </a:solidFill>
                        <a:effectLst/>
                        <a:latin typeface="Meiryo UI" panose="020B0604030504040204" pitchFamily="50" charset="-128"/>
                        <a:ea typeface="Meiryo UI" panose="020B0604030504040204" pitchFamily="50" charset="-128"/>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124191"/>
                    </a:solidFill>
                  </a:tcPr>
                </a:tc>
                <a:tc>
                  <a:txBody>
                    <a:bodyPr/>
                    <a:lstStyle/>
                    <a:p>
                      <a:pPr fontAlgn="base"/>
                      <a:r>
                        <a:rPr lang="ja-JP" altLang="en-US" sz="640" b="1" noProof="1">
                          <a:solidFill>
                            <a:srgbClr val="FFFFFF"/>
                          </a:solidFill>
                          <a:effectLst/>
                          <a:latin typeface="Meiryo UI"/>
                          <a:ea typeface="Meiryo UI"/>
                        </a:rPr>
                        <a:t>Work description</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124191"/>
                    </a:solidFill>
                  </a:tcPr>
                </a:tc>
                <a:tc gridSpan="2">
                  <a:txBody>
                    <a:bodyPr/>
                    <a:lstStyle/>
                    <a:p>
                      <a:pPr fontAlgn="base"/>
                      <a:r>
                        <a:rPr lang="en-US" sz="640" b="1" noProof="1">
                          <a:solidFill>
                            <a:srgbClr val="FFFFFF"/>
                          </a:solidFill>
                          <a:effectLst/>
                          <a:latin typeface="Meiryo UI"/>
                          <a:ea typeface="Meiryo UI"/>
                        </a:rPr>
                        <a:t>Comments​</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124191"/>
                    </a:solidFill>
                  </a:tcPr>
                </a:tc>
                <a:tc hMerge="1">
                  <a:txBody>
                    <a:bodyPr/>
                    <a:lstStyle/>
                    <a:p>
                      <a:pPr fontAlgn="base"/>
                      <a:endParaRPr lang="en-US" sz="640" b="1">
                        <a:solidFill>
                          <a:srgbClr val="FFFFFF"/>
                        </a:solidFill>
                        <a:effectLst/>
                        <a:latin typeface="Meiryo UI"/>
                        <a:ea typeface="Meiryo UI"/>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124191"/>
                    </a:solidFill>
                  </a:tcPr>
                </a:tc>
                <a:tc>
                  <a:txBody>
                    <a:bodyPr/>
                    <a:lstStyle/>
                    <a:p>
                      <a:pPr fontAlgn="base"/>
                      <a:r>
                        <a:rPr lang="en-US" altLang="ja-JP" sz="640" b="1" noProof="1">
                          <a:solidFill>
                            <a:srgbClr val="FFFFFF"/>
                          </a:solidFill>
                          <a:effectLst/>
                          <a:latin typeface="Meiryo UI"/>
                          <a:ea typeface="Meiryo UI"/>
                        </a:rPr>
                        <a:t>NOKIA</a:t>
                      </a:r>
                      <a:endParaRPr lang="en-US" sz="640" b="1">
                        <a:solidFill>
                          <a:srgbClr val="FFFFFF"/>
                        </a:solidFill>
                        <a:effectLst/>
                        <a:latin typeface="Meiryo UI"/>
                        <a:ea typeface="Meiryo UI"/>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124191"/>
                    </a:solidFill>
                  </a:tcPr>
                </a:tc>
                <a:tc>
                  <a:txBody>
                    <a:bodyPr/>
                    <a:lstStyle/>
                    <a:p>
                      <a:pPr fontAlgn="base"/>
                      <a:r>
                        <a:rPr lang="en-US" altLang="ja-JP" sz="640" b="1" noProof="1">
                          <a:solidFill>
                            <a:srgbClr val="FFFFFF"/>
                          </a:solidFill>
                          <a:effectLst/>
                          <a:latin typeface="Meiryo UI"/>
                          <a:ea typeface="Meiryo UI"/>
                        </a:rPr>
                        <a:t>Dear KDDI</a:t>
                      </a:r>
                      <a:endParaRPr lang="en-US" altLang="ja-JP" sz="640" b="1">
                        <a:solidFill>
                          <a:srgbClr val="FFFFFF"/>
                        </a:solidFill>
                        <a:effectLst/>
                        <a:latin typeface="Meiryo UI"/>
                        <a:ea typeface="Meiryo UI"/>
                      </a:endParaRPr>
                    </a:p>
                    <a:p>
                      <a:pPr fontAlgn="base"/>
                      <a:r>
                        <a:rPr lang="en-US" altLang="ja-JP" sz="640" b="1" noProof="1">
                          <a:solidFill>
                            <a:srgbClr val="FFFFFF"/>
                          </a:solidFill>
                          <a:effectLst/>
                          <a:latin typeface="Meiryo UI" panose="020B0604030504040204" pitchFamily="50" charset="-128"/>
                          <a:ea typeface="Meiryo UI" panose="020B0604030504040204" pitchFamily="50" charset="-128"/>
                        </a:rPr>
                        <a:t>Dear xGN</a:t>
                      </a:r>
                      <a:endParaRPr lang="en-US" sz="640" b="1">
                        <a:solidFill>
                          <a:srgbClr val="FFFFFF"/>
                        </a:solidFill>
                        <a:effectLst/>
                        <a:latin typeface="Meiryo UI" panose="020B0604030504040204" pitchFamily="50" charset="-128"/>
                        <a:ea typeface="Meiryo UI" panose="020B0604030504040204" pitchFamily="50" charset="-128"/>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124191"/>
                    </a:solidFill>
                  </a:tcPr>
                </a:tc>
                <a:extLst>
                  <a:ext uri="{0D108BD9-81ED-4DB2-BD59-A6C34878D82A}">
                    <a16:rowId xmlns:a16="http://schemas.microsoft.com/office/drawing/2014/main" val="1819874320"/>
                  </a:ext>
                </a:extLst>
              </a:tr>
              <a:tr h="144287">
                <a:tc gridSpan="4">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800" b="1" noProof="1">
                          <a:solidFill>
                            <a:srgbClr val="124191"/>
                          </a:solidFill>
                          <a:effectLst/>
                          <a:latin typeface="Meiryo UI"/>
                          <a:ea typeface="Meiryo UI"/>
                        </a:rPr>
                        <a:t>1) </a:t>
                      </a:r>
                      <a:r>
                        <a:rPr lang="en-US" altLang="ja-JP" sz="800" b="1" i="0" kern="1200" noProof="1">
                          <a:solidFill>
                            <a:srgbClr val="124191"/>
                          </a:solidFill>
                          <a:effectLst/>
                          <a:latin typeface="Meiryo UI"/>
                          <a:ea typeface="Meiryo UI"/>
                          <a:cs typeface="+mn-cs"/>
                        </a:rPr>
                        <a:t>5G-SDM Construction</a:t>
                      </a:r>
                      <a:endParaRPr lang="en-US" altLang="ja-JP" sz="800" b="1" i="0" kern="1200">
                        <a:solidFill>
                          <a:srgbClr val="124191"/>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chemeClr val="accent2"/>
                    </a:solidFill>
                  </a:tcPr>
                </a:tc>
                <a:tc hMerge="1">
                  <a:txBody>
                    <a:bodyPr/>
                    <a:lstStyle/>
                    <a:p>
                      <a:endParaRPr lang="en-US"/>
                    </a:p>
                  </a:txBody>
                  <a:tcPr>
                    <a:lnL w="14554" cap="flat" cmpd="sng" algn="ctr">
                      <a:solidFill>
                        <a:srgbClr val="FFFFFF"/>
                      </a:solidFill>
                      <a:prstDash val="solid"/>
                      <a:round/>
                      <a:headEnd type="none" w="med" len="med"/>
                      <a:tailEnd type="none" w="med" len="med"/>
                    </a:lnL>
                    <a:lnT w="14554" cap="flat" cmpd="sng" algn="ctr">
                      <a:solidFill>
                        <a:srgbClr val="FFFFFF"/>
                      </a:solidFill>
                      <a:prstDash val="solid"/>
                      <a:round/>
                      <a:headEnd type="none" w="med" len="med"/>
                      <a:tailEnd type="none" w="med" len="med"/>
                    </a:lnT>
                  </a:tcPr>
                </a:tc>
                <a:tc hMerge="1">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US" altLang="ja-JP" sz="640" b="0" i="0" kern="1200">
                        <a:solidFill>
                          <a:srgbClr val="124191"/>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solidFill>
                      <a:schemeClr val="accent2"/>
                    </a:solidFill>
                  </a:tcPr>
                </a:tc>
                <a:tc hMerge="1">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US" altLang="ja-JP" sz="800" b="1" i="0" kern="1200">
                        <a:solidFill>
                          <a:srgbClr val="124191"/>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solidFill>
                      <a:schemeClr val="accent2"/>
                    </a:solidFill>
                  </a:tcPr>
                </a:tc>
                <a:tc>
                  <a:txBody>
                    <a:bodyPr/>
                    <a:lstStyle/>
                    <a:p>
                      <a:pPr algn="ctr" fontAlgn="base"/>
                      <a:endParaRPr lang="en-US" sz="800">
                        <a:solidFill>
                          <a:srgbClr val="124191"/>
                        </a:solidFill>
                        <a:effectLst/>
                        <a:latin typeface="Meiryo UI" panose="020B0604030504040204" pitchFamily="50" charset="-128"/>
                        <a:ea typeface="Meiryo UI" panose="020B0604030504040204" pitchFamily="50" charset="-128"/>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chemeClr val="accent2"/>
                    </a:solidFill>
                  </a:tcPr>
                </a:tc>
                <a:tc>
                  <a:txBody>
                    <a:bodyPr/>
                    <a:lstStyle/>
                    <a:p>
                      <a:pPr algn="ctr" fontAlgn="base"/>
                      <a:endParaRPr lang="en-US" sz="800">
                        <a:solidFill>
                          <a:srgbClr val="124191"/>
                        </a:solidFill>
                        <a:effectLst/>
                        <a:latin typeface="Meiryo UI" panose="020B0604030504040204" pitchFamily="50" charset="-128"/>
                        <a:ea typeface="Meiryo UI" panose="020B0604030504040204" pitchFamily="50" charset="-128"/>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762959492"/>
                  </a:ext>
                </a:extLst>
              </a:tr>
              <a:tr h="206124">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US" altLang="ja-JP" sz="800" b="0" i="0" kern="1200">
                        <a:solidFill>
                          <a:schemeClr val="bg1">
                            <a:lumMod val="75000"/>
                          </a:schemeClr>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gridSpan="2">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720" b="0" i="0" kern="1200" noProof="1">
                          <a:solidFill>
                            <a:srgbClr val="002060"/>
                          </a:solidFill>
                          <a:effectLst/>
                          <a:latin typeface="Meiryo UI"/>
                          <a:ea typeface="Meiryo UI"/>
                          <a:cs typeface="+mn-cs"/>
                        </a:rPr>
                        <a:t>5G-SDM Construction</a:t>
                      </a:r>
                      <a:endParaRPr lang="en-US" altLang="ja-JP" sz="720" b="0" i="0" kern="1200">
                        <a:solidFill>
                          <a:srgbClr val="002060"/>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B w="14554" cap="flat" cmpd="sng" algn="ctr">
                      <a:solidFill>
                        <a:srgbClr val="FFFFFF"/>
                      </a:solidFill>
                      <a:prstDash val="solid"/>
                      <a:round/>
                      <a:headEnd type="none" w="med" len="med"/>
                      <a:tailEnd type="none" w="med" len="med"/>
                    </a:lnB>
                    <a:solidFill>
                      <a:srgbClr val="E7E8EE"/>
                    </a:solidFill>
                  </a:tcPr>
                </a:tc>
                <a:tc hMerge="1">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720" b="0" i="0" kern="1200" noProof="1">
                          <a:solidFill>
                            <a:srgbClr val="002060"/>
                          </a:solidFill>
                          <a:effectLst/>
                          <a:latin typeface="Meiryo UI"/>
                          <a:ea typeface="Meiryo UI"/>
                          <a:cs typeface="+mn-cs"/>
                        </a:rPr>
                        <a:t>4G/5G EIR (rebuild), HSS/HLR (rebuild), AUSF/UDM, SCP/BSF/DRA (SCPv), PCF/PCRFv, Mirroring Server V, NCOMv (new)</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B w="14554" cap="flat" cmpd="sng" algn="ctr">
                      <a:solidFill>
                        <a:srgbClr val="FFFFFF"/>
                      </a:solidFill>
                      <a:prstDash val="solid"/>
                      <a:round/>
                      <a:headEnd type="none" w="med" len="med"/>
                      <a:tailEnd type="none" w="med" len="med"/>
                    </a:lnB>
                    <a:solidFill>
                      <a:srgbClr val="E7E8EE"/>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720" b="0" i="0" kern="1200" noProof="1">
                          <a:solidFill>
                            <a:srgbClr val="002060"/>
                          </a:solidFill>
                          <a:effectLst/>
                          <a:latin typeface="Meiryo UI"/>
                          <a:ea typeface="Meiryo UI"/>
                          <a:cs typeface="+mn-cs"/>
                        </a:rPr>
                        <a:t>4G/5G EIR (rebuild), HSS/HLR (rebuild), AUSF/UDM, SCP/BSF/DRA (SCPv), PCF/PCRFv, Mirroring Server V, NCOMv (new)</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B w="14554" cap="flat" cmpd="sng" algn="ctr">
                      <a:solidFill>
                        <a:srgbClr val="FFFFFF"/>
                      </a:solidFill>
                      <a:prstDash val="solid"/>
                      <a:round/>
                      <a:headEnd type="none" w="med" len="med"/>
                      <a:tailEnd type="none" w="med" len="med"/>
                    </a:lnB>
                    <a:solidFill>
                      <a:srgbClr val="E7E8EE"/>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720" b="0" i="0" kern="1200" noProof="1">
                          <a:solidFill>
                            <a:srgbClr val="002060"/>
                          </a:solidFill>
                          <a:effectLst/>
                          <a:latin typeface="Meiryo UI"/>
                          <a:ea typeface="Meiryo UI"/>
                          <a:cs typeface="+mn-cs"/>
                        </a:rPr>
                        <a:t>R</a:t>
                      </a:r>
                      <a:endParaRPr lang="en-US" sz="720" b="0" i="0" kern="1200">
                        <a:solidFill>
                          <a:srgbClr val="002060"/>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720" b="0" i="0" kern="1200" noProof="1">
                          <a:solidFill>
                            <a:srgbClr val="002060"/>
                          </a:solidFill>
                          <a:effectLst/>
                          <a:latin typeface="Meiryo UI"/>
                          <a:ea typeface="Meiryo UI"/>
                          <a:cs typeface="+mn-cs"/>
                        </a:rPr>
                        <a:t>S</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extLst>
                  <a:ext uri="{0D108BD9-81ED-4DB2-BD59-A6C34878D82A}">
                    <a16:rowId xmlns:a16="http://schemas.microsoft.com/office/drawing/2014/main" val="1959659822"/>
                  </a:ext>
                </a:extLst>
              </a:tr>
              <a:tr h="144287">
                <a:tc gridSpan="4">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800" b="1" i="0" kern="1200" noProof="1">
                          <a:solidFill>
                            <a:srgbClr val="124191"/>
                          </a:solidFill>
                          <a:effectLst/>
                          <a:latin typeface="Meiryo UI"/>
                          <a:ea typeface="Meiryo UI"/>
                          <a:cs typeface="+mn-cs"/>
                        </a:rPr>
                        <a:t>2) Integration with existing</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23ABB6"/>
                    </a:solidFill>
                  </a:tcPr>
                </a:tc>
                <a:tc hMerge="1">
                  <a:txBody>
                    <a:bodyPr/>
                    <a:lstStyle/>
                    <a:p>
                      <a:endParaRPr lang="en-US"/>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hMerge="1">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US" altLang="ja-JP" sz="640" b="0" i="0" kern="1200">
                        <a:solidFill>
                          <a:srgbClr val="124191"/>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23ABB6"/>
                    </a:solidFill>
                  </a:tcPr>
                </a:tc>
                <a:tc hMerge="1">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US" altLang="ja-JP" sz="800" b="1" i="0" kern="1200">
                        <a:solidFill>
                          <a:srgbClr val="124191"/>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23ABB6"/>
                    </a:solidFill>
                  </a:tcPr>
                </a:tc>
                <a:tc>
                  <a:txBody>
                    <a:bodyPr/>
                    <a:lstStyle/>
                    <a:p>
                      <a:pPr algn="ctr" fontAlgn="base"/>
                      <a:endParaRPr lang="en-US" sz="800">
                        <a:solidFill>
                          <a:srgbClr val="124191"/>
                        </a:solidFill>
                        <a:effectLst/>
                        <a:latin typeface="Meiryo UI" panose="020B0604030504040204" pitchFamily="50" charset="-128"/>
                        <a:ea typeface="Meiryo UI" panose="020B0604030504040204" pitchFamily="50" charset="-128"/>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23ABB6"/>
                    </a:solidFill>
                  </a:tcPr>
                </a:tc>
                <a:tc>
                  <a:txBody>
                    <a:bodyPr/>
                    <a:lstStyle/>
                    <a:p>
                      <a:pPr algn="ctr" fontAlgn="base"/>
                      <a:endParaRPr lang="en-US" sz="800">
                        <a:solidFill>
                          <a:srgbClr val="124191"/>
                        </a:solidFill>
                        <a:effectLst/>
                        <a:latin typeface="Meiryo UI" panose="020B0604030504040204" pitchFamily="50" charset="-128"/>
                        <a:ea typeface="Meiryo UI" panose="020B0604030504040204" pitchFamily="50" charset="-128"/>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23ABB6"/>
                    </a:solidFill>
                  </a:tcPr>
                </a:tc>
                <a:extLst>
                  <a:ext uri="{0D108BD9-81ED-4DB2-BD59-A6C34878D82A}">
                    <a16:rowId xmlns:a16="http://schemas.microsoft.com/office/drawing/2014/main" val="672627124"/>
                  </a:ext>
                </a:extLst>
              </a:tr>
              <a:tr h="144287">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US" altLang="ja-JP" sz="800" b="0" i="0" kern="1200">
                        <a:solidFill>
                          <a:schemeClr val="bg1">
                            <a:lumMod val="75000"/>
                          </a:schemeClr>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720" b="0" i="0" kern="1200" noProof="1">
                          <a:solidFill>
                            <a:srgbClr val="124191"/>
                          </a:solidFill>
                          <a:effectLst/>
                          <a:latin typeface="Meiryo UI"/>
                          <a:ea typeface="Meiryo UI"/>
                          <a:cs typeface="+mn-cs"/>
                        </a:rPr>
                        <a:t>NZEv,</a:t>
                      </a:r>
                    </a:p>
                    <a:p>
                      <a:pPr marL="0" marR="0" lvl="0" indent="0" algn="l" defTabSz="685800" rtl="0" eaLnBrk="1" fontAlgn="base" latinLnBrk="0" hangingPunct="1">
                        <a:lnSpc>
                          <a:spcPct val="100000"/>
                        </a:lnSpc>
                        <a:spcBef>
                          <a:spcPts val="0"/>
                        </a:spcBef>
                        <a:spcAft>
                          <a:spcPts val="0"/>
                        </a:spcAft>
                        <a:buClrTx/>
                        <a:buSzTx/>
                        <a:buFontTx/>
                        <a:buNone/>
                        <a:tabLst/>
                        <a:defRPr/>
                      </a:pPr>
                      <a:r>
                        <a:rPr lang="en-US" altLang="ja-JP" sz="720" b="0" i="0" kern="1200" noProof="1">
                          <a:solidFill>
                            <a:srgbClr val="124191"/>
                          </a:solidFill>
                          <a:effectLst/>
                          <a:latin typeface="Meiryo UI"/>
                          <a:ea typeface="Meiryo UI"/>
                          <a:cs typeface="+mn-cs"/>
                        </a:rPr>
                        <a:t>Custom Server v</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gridSpan="2">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ja-JP" altLang="en-US" sz="720" b="0" i="0" kern="1200" noProof="1">
                          <a:solidFill>
                            <a:srgbClr val="124191"/>
                          </a:solidFill>
                          <a:effectLst/>
                          <a:latin typeface="Meiryo UI"/>
                          <a:ea typeface="Meiryo UI"/>
                          <a:cs typeface="+mn-cs"/>
                        </a:rPr>
                        <a:t>NZEv and Custom Server V are the only existing integrations. (The new integration is in the Scope, while the other existing integrations are in the LV623 Scope.)</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hMerge="1">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endParaRPr lang="en-US" altLang="ja-JP" sz="720" b="0" i="0" kern="1200">
                        <a:solidFill>
                          <a:srgbClr val="124191"/>
                        </a:solidFill>
                        <a:effectLst/>
                        <a:latin typeface="Meiryo UI"/>
                        <a:ea typeface="Meiryo UI"/>
                        <a:cs typeface="+mn-cs"/>
                      </a:endParaRP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720" b="0" i="0" kern="1200" noProof="1">
                          <a:solidFill>
                            <a:srgbClr val="124191"/>
                          </a:solidFill>
                          <a:effectLst/>
                          <a:latin typeface="Meiryo UI"/>
                          <a:ea typeface="Meiryo UI"/>
                          <a:cs typeface="+mn-cs"/>
                        </a:rPr>
                        <a:t>R</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US" sz="720" b="0" i="0" kern="1200" noProof="1">
                          <a:solidFill>
                            <a:srgbClr val="124191"/>
                          </a:solidFill>
                          <a:effectLst/>
                          <a:latin typeface="Meiryo UI"/>
                          <a:ea typeface="Meiryo UI"/>
                          <a:cs typeface="+mn-cs"/>
                        </a:rPr>
                        <a:t>S</a:t>
                      </a:r>
                    </a:p>
                  </a:txBody>
                  <a:tcPr>
                    <a:lnL w="14554" cap="flat" cmpd="sng" algn="ctr">
                      <a:solidFill>
                        <a:srgbClr val="FFFFFF"/>
                      </a:solidFill>
                      <a:prstDash val="solid"/>
                      <a:round/>
                      <a:headEnd type="none" w="med" len="med"/>
                      <a:tailEnd type="none" w="med" len="med"/>
                    </a:lnL>
                    <a:lnR w="14554" cap="flat" cmpd="sng" algn="ctr">
                      <a:solidFill>
                        <a:srgbClr val="FFFFFF"/>
                      </a:solidFill>
                      <a:prstDash val="solid"/>
                      <a:round/>
                      <a:headEnd type="none" w="med" len="med"/>
                      <a:tailEnd type="none" w="med" len="med"/>
                    </a:lnR>
                    <a:lnT w="14554" cap="flat" cmpd="sng" algn="ctr">
                      <a:solidFill>
                        <a:srgbClr val="FFFFFF"/>
                      </a:solidFill>
                      <a:prstDash val="solid"/>
                      <a:round/>
                      <a:headEnd type="none" w="med" len="med"/>
                      <a:tailEnd type="none" w="med" len="med"/>
                    </a:lnT>
                    <a:lnB w="14554" cap="flat" cmpd="sng" algn="ctr">
                      <a:solidFill>
                        <a:srgbClr val="FFFFFF"/>
                      </a:solidFill>
                      <a:prstDash val="solid"/>
                      <a:round/>
                      <a:headEnd type="none" w="med" len="med"/>
                      <a:tailEnd type="none" w="med" len="med"/>
                    </a:lnB>
                    <a:solidFill>
                      <a:srgbClr val="E7E8EE"/>
                    </a:solidFill>
                  </a:tcPr>
                </a:tc>
                <a:extLst>
                  <a:ext uri="{0D108BD9-81ED-4DB2-BD59-A6C34878D82A}">
                    <a16:rowId xmlns:a16="http://schemas.microsoft.com/office/drawing/2014/main" val="3718897778"/>
                  </a:ext>
                </a:extLst>
              </a:tr>
            </a:tbl>
          </a:graphicData>
        </a:graphic>
      </p:graphicFrame>
      <p:sp>
        <p:nvSpPr>
          <p:cNvPr id="4" name="TextBox 3">
            <a:extLst>
              <a:ext uri="{FF2B5EF4-FFF2-40B4-BE49-F238E27FC236}">
                <a16:creationId xmlns:a16="http://schemas.microsoft.com/office/drawing/2014/main" id="{6B21BE95-4A17-F91B-A620-98CE3BF4964E}"/>
              </a:ext>
            </a:extLst>
          </p:cNvPr>
          <p:cNvSpPr txBox="1"/>
          <p:nvPr/>
        </p:nvSpPr>
        <p:spPr>
          <a:xfrm>
            <a:off x="-3776" y="3023568"/>
            <a:ext cx="8846752" cy="923330"/>
          </a:xfrm>
          <a:prstGeom prst="rect">
            <a:avLst/>
          </a:prstGeom>
          <a:noFill/>
          <a:ln>
            <a:noFill/>
          </a:ln>
        </p:spPr>
        <p:txBody>
          <a:bodyPr wrap="square">
            <a:spAutoFit/>
          </a:bodyPr>
          <a:lstStyle/>
          <a:p>
            <a:pPr marL="49911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440" b="1" i="0" u="none" strike="noStrike" kern="1200" cap="none" spc="0" normalizeH="0" baseline="0" noProof="1">
                <a:ln w="1905"/>
                <a:solidFill>
                  <a:srgbClr val="273142"/>
                </a:solidFill>
                <a:effectLst>
                  <a:innerShdw blurRad="69850" dist="43180" dir="5400000">
                    <a:srgbClr val="000000">
                      <a:alpha val="65000"/>
                    </a:srgbClr>
                  </a:innerShdw>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Proposal</a:t>
            </a:r>
            <a:br>
              <a:rPr kumimoji="0" lang="en-US" altLang="ja-JP" sz="1440" b="0" i="0" u="none" strike="noStrike" kern="1200" cap="none" spc="0" normalizeH="0" baseline="0" noProof="0">
                <a:ln w="1905"/>
                <a:solidFill>
                  <a:srgbClr val="273142"/>
                </a:solidFill>
                <a:effectLst>
                  <a:innerShdw blurRad="69850" dist="43180" dir="5400000">
                    <a:srgbClr val="000000">
                      <a:alpha val="65000"/>
                    </a:srgbClr>
                  </a:innerShdw>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br>
            <a:r>
              <a:rPr kumimoji="0" lang="ja-JP" altLang="en-US" sz="1440" b="0" i="0" u="none" strike="noStrike" kern="1200" cap="none" spc="0" normalizeH="0" baseline="0" noProof="1">
                <a:ln w="1905"/>
                <a:solidFill>
                  <a:srgbClr val="273142"/>
                </a:solidFill>
                <a:effectLst>
                  <a:innerShdw blurRad="69850" dist="43180" dir="5400000">
                    <a:srgbClr val="000000">
                      <a:alpha val="65000"/>
                    </a:srgbClr>
                  </a:innerShdw>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Nok5Gsa-SL-5386-4 N_LV618AB_ Integrated SDM_5G-SDM Migration Proposal _20250319.pdf</a:t>
            </a:r>
          </a:p>
        </p:txBody>
      </p:sp>
      <p:sp>
        <p:nvSpPr>
          <p:cNvPr id="6" name="Rectangle 5">
            <a:extLst>
              <a:ext uri="{FF2B5EF4-FFF2-40B4-BE49-F238E27FC236}">
                <a16:creationId xmlns:a16="http://schemas.microsoft.com/office/drawing/2014/main" id="{C92C1872-8AEF-E82C-C360-6F6761FEB93A}"/>
              </a:ext>
            </a:extLst>
          </p:cNvPr>
          <p:cNvSpPr/>
          <p:nvPr/>
        </p:nvSpPr>
        <p:spPr>
          <a:xfrm>
            <a:off x="6793653" y="-1432"/>
            <a:ext cx="2350347" cy="2158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0"/>
              </a:spcAft>
              <a:buClrTx/>
              <a:buSzPct val="100000"/>
              <a:buFontTx/>
              <a:buNone/>
              <a:tabLst/>
              <a:defRPr/>
            </a:pPr>
            <a:r>
              <a:rPr kumimoji="0" lang="ja-JP" altLang="en-US" sz="8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Excerpt from our company Pre-Sales Proposal</a:t>
            </a:r>
            <a:endParaRPr kumimoji="0" lang="en-US" sz="8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9" name="Text Placeholder 6">
            <a:extLst>
              <a:ext uri="{FF2B5EF4-FFF2-40B4-BE49-F238E27FC236}">
                <a16:creationId xmlns:a16="http://schemas.microsoft.com/office/drawing/2014/main" id="{D7EA0511-F301-5808-E863-339CB48897FF}"/>
              </a:ext>
            </a:extLst>
          </p:cNvPr>
          <p:cNvSpPr txBox="1">
            <a:spLocks/>
          </p:cNvSpPr>
          <p:nvPr/>
        </p:nvSpPr>
        <p:spPr>
          <a:xfrm>
            <a:off x="220646" y="73665"/>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kumimoji="1" sz="192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a:lstStyle>
          <a:p>
            <a:r>
              <a:rPr lang="en-US" altLang="ja-JP"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2.</a:t>
            </a:r>
            <a:r>
              <a:rPr lang="en-US" altLang="ja-JP" b="1" u="sng">
                <a:latin typeface="游ゴシック Medium" panose="020B0500000000000000" pitchFamily="50" charset="-128"/>
                <a:ea typeface="游ゴシック Medium" panose="020B0500000000000000" pitchFamily="50" charset="-128"/>
                <a:cs typeface="Nokia Pure Text" panose="020B0504040602060303" pitchFamily="34" charset="0"/>
              </a:rPr>
              <a:t> </a:t>
            </a:r>
            <a:r>
              <a:rPr lang="en-US" altLang="ja-JP"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Project Scope</a:t>
            </a:r>
            <a:endParaRPr lang="en-US" altLang="ja-JP" b="1" u="sng">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3056280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C5F4ED8-7560-346B-F3C6-0203DD05AF4A}"/>
              </a:ext>
            </a:extLst>
          </p:cNvPr>
          <p:cNvSpPr>
            <a:spLocks noGrp="1"/>
          </p:cNvSpPr>
          <p:nvPr>
            <p:ph type="body" sz="quarter" idx="13"/>
          </p:nvPr>
        </p:nvSpPr>
        <p:spPr/>
        <p:txBody>
          <a:bodyPr/>
          <a:lstStyle/>
          <a:p>
            <a:r>
              <a:rPr kumimoji="1" lang="en-US" altLang="ja-JP" sz="1600" noProof="1">
                <a:latin typeface="メイリオ" panose="020B0604030504040204" pitchFamily="50" charset="-128"/>
                <a:ea typeface="メイリオ" panose="020B0604030504040204" pitchFamily="50" charset="-128"/>
              </a:rPr>
              <a:t>System expansion, migration, and upgrade in three phases</a:t>
            </a:r>
            <a:endParaRPr kumimoji="1" lang="en-GB" sz="1600">
              <a:latin typeface="メイリオ" panose="020B0604030504040204" pitchFamily="50" charset="-128"/>
              <a:ea typeface="メイリオ" panose="020B0604030504040204" pitchFamily="50" charset="-128"/>
            </a:endParaRPr>
          </a:p>
        </p:txBody>
      </p:sp>
      <p:sp>
        <p:nvSpPr>
          <p:cNvPr id="4" name="Footer Placeholder 3">
            <a:extLst>
              <a:ext uri="{FF2B5EF4-FFF2-40B4-BE49-F238E27FC236}">
                <a16:creationId xmlns:a16="http://schemas.microsoft.com/office/drawing/2014/main" id="{A50DC5E8-16F6-8D15-C8CD-A62732DB354C}"/>
              </a:ext>
            </a:extLst>
          </p:cNvPr>
          <p:cNvSpPr>
            <a:spLocks noGrp="1"/>
          </p:cNvSpPr>
          <p:nvPr>
            <p:ph type="ftr" sz="quarter" idx="3"/>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altLang="ja-JP" sz="640" b="0" i="0" u="none" strike="noStrike" kern="1200" cap="none" spc="0" normalizeH="0" baseline="0" noProof="1">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rPr>
              <a:t>CONFIDENTIAL</a:t>
            </a:r>
          </a:p>
        </p:txBody>
      </p:sp>
      <p:sp>
        <p:nvSpPr>
          <p:cNvPr id="5" name="Rectangle 4">
            <a:extLst>
              <a:ext uri="{FF2B5EF4-FFF2-40B4-BE49-F238E27FC236}">
                <a16:creationId xmlns:a16="http://schemas.microsoft.com/office/drawing/2014/main" id="{889BC037-9680-E4C6-C8F3-5BE5AC751907}"/>
              </a:ext>
            </a:extLst>
          </p:cNvPr>
          <p:cNvSpPr/>
          <p:nvPr/>
        </p:nvSpPr>
        <p:spPr>
          <a:xfrm>
            <a:off x="525294" y="1245139"/>
            <a:ext cx="1872000" cy="3240000"/>
          </a:xfrm>
          <a:prstGeom prst="rect">
            <a:avLst/>
          </a:prstGeom>
          <a:solidFill>
            <a:srgbClr val="FF50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r>
              <a:rPr kumimoji="1" lang="en-US" altLang="ja-JP" sz="1600" b="1"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Phase0</a:t>
            </a: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4G-PCRF migration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vIMS accomodation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endParaRPr kumimoji="1" lang="en-GB" altLang="ja-JP" sz="112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6" name="Rectangle 5">
            <a:extLst>
              <a:ext uri="{FF2B5EF4-FFF2-40B4-BE49-F238E27FC236}">
                <a16:creationId xmlns:a16="http://schemas.microsoft.com/office/drawing/2014/main" id="{4B7306BD-7F3F-5BC6-F7F9-67A79C187AF0}"/>
              </a:ext>
            </a:extLst>
          </p:cNvPr>
          <p:cNvSpPr/>
          <p:nvPr/>
        </p:nvSpPr>
        <p:spPr>
          <a:xfrm>
            <a:off x="4744698" y="1242933"/>
            <a:ext cx="1872000" cy="3240000"/>
          </a:xfrm>
          <a:prstGeom prst="rect">
            <a:avLst/>
          </a:pr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r>
              <a:rPr kumimoji="1" lang="en-US" altLang="ja-JP" sz="1600" b="1"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Phase2</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ja-JP" altLang="en-US"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Infrastructure resource expansion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ja-JP" altLang="en-US"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Integrated system addition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5 GC migration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MGMT system migration (partial)</a:t>
            </a:r>
          </a:p>
        </p:txBody>
      </p:sp>
      <p:sp>
        <p:nvSpPr>
          <p:cNvPr id="7" name="Rectangle 6">
            <a:extLst>
              <a:ext uri="{FF2B5EF4-FFF2-40B4-BE49-F238E27FC236}">
                <a16:creationId xmlns:a16="http://schemas.microsoft.com/office/drawing/2014/main" id="{35ECE7D7-454F-DED0-9766-B36CA2701B79}"/>
              </a:ext>
            </a:extLst>
          </p:cNvPr>
          <p:cNvSpPr/>
          <p:nvPr/>
        </p:nvSpPr>
        <p:spPr>
          <a:xfrm>
            <a:off x="6854400" y="1242933"/>
            <a:ext cx="1872000" cy="3240000"/>
          </a:xfrm>
          <a:prstGeom prst="rect">
            <a:avLst/>
          </a:prstGeom>
          <a:solidFill>
            <a:srgbClr val="FCE8F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r>
              <a:rPr kumimoji="1" lang="en-US" altLang="ja-JP" sz="1600" b="1"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Phase3</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4G/5G PCRF integration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8" name="Rectangle 7">
            <a:extLst>
              <a:ext uri="{FF2B5EF4-FFF2-40B4-BE49-F238E27FC236}">
                <a16:creationId xmlns:a16="http://schemas.microsoft.com/office/drawing/2014/main" id="{6C4627E7-7407-9F3D-7069-A110C539DBCD}"/>
              </a:ext>
            </a:extLst>
          </p:cNvPr>
          <p:cNvSpPr/>
          <p:nvPr/>
        </p:nvSpPr>
        <p:spPr>
          <a:xfrm>
            <a:off x="2634996" y="1242933"/>
            <a:ext cx="1872000" cy="324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r>
              <a:rPr kumimoji="1" lang="en-US" altLang="ja-JP" sz="1600" b="1"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Phase1</a:t>
            </a: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ja-JP" altLang="en-US"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Integrated system construction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4G-SDM migration</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MGMT system migration (partial)</a:t>
            </a:r>
          </a:p>
          <a:p>
            <a:pPr marL="171450" marR="0" lvl="0" indent="-171450" algn="l" defTabSz="457200" rtl="0" eaLnBrk="1" fontAlgn="base" latinLnBrk="0" hangingPunct="1">
              <a:lnSpc>
                <a:spcPct val="100000"/>
              </a:lnSpc>
              <a:spcBef>
                <a:spcPct val="0"/>
              </a:spcBef>
              <a:spcAft>
                <a:spcPts val="300"/>
              </a:spcAft>
              <a:buClrTx/>
              <a:buSzPct val="100000"/>
              <a:buFont typeface="Wingdings" panose="05000000000000000000" pitchFamily="2" charset="2"/>
              <a:buChar char="n"/>
              <a:tabLst/>
              <a:defRPr/>
            </a:pPr>
            <a:r>
              <a:rPr kumimoji="1" lang="en-US" altLang="ja-JP" sz="12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System upgrade on HaaS</a:t>
            </a:r>
            <a:br>
              <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1" lang="en-US" altLang="ja-JP" sz="84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(SDL, AUSF/UDM, HSS/HLR, PCF/PCRFv, SCP/BSF/DRA)</a:t>
            </a:r>
            <a:endParaRPr kumimoji="1" lang="en-US" altLang="ja-JP" sz="12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1" name="Rectangle 10">
            <a:extLst>
              <a:ext uri="{FF2B5EF4-FFF2-40B4-BE49-F238E27FC236}">
                <a16:creationId xmlns:a16="http://schemas.microsoft.com/office/drawing/2014/main" id="{9D6A5EBC-14A5-5652-DB6F-11928996E519}"/>
              </a:ext>
            </a:extLst>
          </p:cNvPr>
          <p:cNvSpPr/>
          <p:nvPr/>
        </p:nvSpPr>
        <p:spPr>
          <a:xfrm>
            <a:off x="4744698" y="1242933"/>
            <a:ext cx="1872000" cy="9686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0" name="TextBox 9">
            <a:extLst>
              <a:ext uri="{FF2B5EF4-FFF2-40B4-BE49-F238E27FC236}">
                <a16:creationId xmlns:a16="http://schemas.microsoft.com/office/drawing/2014/main" id="{21DFF5E8-8AC0-2721-9755-E4EFDAD38E68}"/>
              </a:ext>
            </a:extLst>
          </p:cNvPr>
          <p:cNvSpPr txBox="1"/>
          <p:nvPr/>
        </p:nvSpPr>
        <p:spPr>
          <a:xfrm>
            <a:off x="8307158" y="283187"/>
            <a:ext cx="749170" cy="161583"/>
          </a:xfrm>
          <a:prstGeom prst="rect">
            <a:avLst/>
          </a:prstGeom>
          <a:noFill/>
          <a:ln w="38100">
            <a:solidFill>
              <a:srgbClr val="FF0000"/>
            </a:solidFill>
          </a:ln>
        </p:spPr>
        <p:txBody>
          <a:bodyPr wrap="none" lIns="36000" tIns="0" rIns="3600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840" b="0" i="0" u="none" strike="noStrike" kern="1200" cap="none" spc="0" normalizeH="0" baseline="0" noProof="1">
                <a:ln>
                  <a:noFill/>
                </a:ln>
                <a:solidFill>
                  <a:srgbClr val="FF0000"/>
                </a:solidFill>
                <a:effectLst/>
                <a:uLnTx/>
                <a:uFillTx/>
                <a:latin typeface="Meiryo UI" panose="020B0604030504040204" pitchFamily="50" charset="-128"/>
                <a:ea typeface="Meiryo UI" panose="020B0604030504040204" pitchFamily="50" charset="-128"/>
                <a:cs typeface="+mn-cs"/>
              </a:rPr>
              <a:t>Scope range</a:t>
            </a:r>
            <a:endParaRPr kumimoji="0" lang="en-US" sz="84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12" name="Text Placeholder 2">
            <a:extLst>
              <a:ext uri="{FF2B5EF4-FFF2-40B4-BE49-F238E27FC236}">
                <a16:creationId xmlns:a16="http://schemas.microsoft.com/office/drawing/2014/main" id="{881E8231-96C8-0A6A-5988-03E6A10A6ECD}"/>
              </a:ext>
            </a:extLst>
          </p:cNvPr>
          <p:cNvSpPr txBox="1">
            <a:spLocks/>
          </p:cNvSpPr>
          <p:nvPr/>
        </p:nvSpPr>
        <p:spPr>
          <a:xfrm>
            <a:off x="352596" y="4378980"/>
            <a:ext cx="8308800" cy="451655"/>
          </a:xfrm>
          <a:prstGeom prst="rect">
            <a:avLst/>
          </a:prstGeom>
          <a:solidFill>
            <a:srgbClr val="00B050"/>
          </a:solidFill>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1152" kern="1200" baseline="0">
                <a:solidFill>
                  <a:schemeClr val="tx2"/>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152"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96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1">
                <a:ln>
                  <a:noFill/>
                </a:ln>
                <a:solidFill>
                  <a:srgbClr val="FFFFFF"/>
                </a:solidFill>
                <a:effectLst/>
                <a:uLnTx/>
                <a:uFillTx/>
                <a:latin typeface="メイリオ" panose="020B0604030504040204" pitchFamily="50" charset="-128"/>
                <a:ea typeface="メイリオ" panose="020B0604030504040204" pitchFamily="50" charset="-128"/>
                <a:cs typeface="+mn-cs"/>
              </a:rPr>
              <a:t>Next slide shows scope by contract (LV number)</a:t>
            </a:r>
            <a:endParaRPr kumimoji="1" lang="en-GB" sz="1600" b="0"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
        <p:nvSpPr>
          <p:cNvPr id="2" name="Rectangle 1">
            <a:extLst>
              <a:ext uri="{FF2B5EF4-FFF2-40B4-BE49-F238E27FC236}">
                <a16:creationId xmlns:a16="http://schemas.microsoft.com/office/drawing/2014/main" id="{6BED1A9E-8688-18C3-59ED-3107A3F14436}"/>
              </a:ext>
            </a:extLst>
          </p:cNvPr>
          <p:cNvSpPr/>
          <p:nvPr/>
        </p:nvSpPr>
        <p:spPr>
          <a:xfrm>
            <a:off x="6793653" y="-1432"/>
            <a:ext cx="2350347" cy="2158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0"/>
              </a:spcAft>
              <a:buClrTx/>
              <a:buSzPct val="100000"/>
              <a:buFontTx/>
              <a:buNone/>
              <a:tabLst/>
              <a:defRPr/>
            </a:pPr>
            <a:r>
              <a:rPr kumimoji="0" lang="ja-JP" altLang="en-US" sz="8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Excerpt from our company Pre-Sales Proposal</a:t>
            </a:r>
            <a:endParaRPr kumimoji="0" lang="en-US" sz="8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7" name="Text Placeholder 6">
            <a:extLst>
              <a:ext uri="{FF2B5EF4-FFF2-40B4-BE49-F238E27FC236}">
                <a16:creationId xmlns:a16="http://schemas.microsoft.com/office/drawing/2014/main" id="{68635836-EB1B-6268-D7A5-F88CAE831A30}"/>
              </a:ext>
            </a:extLst>
          </p:cNvPr>
          <p:cNvSpPr txBox="1">
            <a:spLocks/>
          </p:cNvSpPr>
          <p:nvPr/>
        </p:nvSpPr>
        <p:spPr>
          <a:xfrm>
            <a:off x="220646" y="73665"/>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1536"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152"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96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9pPr>
          </a:lstStyle>
          <a:p>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2.</a:t>
            </a:r>
            <a:r>
              <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rPr>
              <a:t> </a:t>
            </a:r>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Project Scope</a:t>
            </a:r>
            <a:endPar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3764824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9A720-0B4F-47D9-BA43-E7651A59A1D3}"/>
            </a:ext>
          </a:extLst>
        </p:cNvPr>
        <p:cNvGrpSpPr/>
        <p:nvPr/>
      </p:nvGrpSpPr>
      <p:grpSpPr>
        <a:xfrm>
          <a:off x="0" y="0"/>
          <a:ext cx="0" cy="0"/>
          <a:chOff x="0" y="0"/>
          <a:chExt cx="0" cy="0"/>
        </a:xfrm>
      </p:grpSpPr>
      <p:graphicFrame>
        <p:nvGraphicFramePr>
          <p:cNvPr id="103" name="Table 3">
            <a:extLst>
              <a:ext uri="{FF2B5EF4-FFF2-40B4-BE49-F238E27FC236}">
                <a16:creationId xmlns:a16="http://schemas.microsoft.com/office/drawing/2014/main" id="{735461F1-8294-5BC1-6017-1D17715A77B9}"/>
              </a:ext>
            </a:extLst>
          </p:cNvPr>
          <p:cNvGraphicFramePr>
            <a:graphicFrameLocks noGrp="1"/>
          </p:cNvGraphicFramePr>
          <p:nvPr/>
        </p:nvGraphicFramePr>
        <p:xfrm>
          <a:off x="141812" y="580648"/>
          <a:ext cx="8853225" cy="3532329"/>
        </p:xfrm>
        <a:graphic>
          <a:graphicData uri="http://schemas.openxmlformats.org/drawingml/2006/table">
            <a:tbl>
              <a:tblPr firstRow="1" bandRow="1">
                <a:tableStyleId>{073A0DAA-6AF3-43AB-8588-CEC1D06C72B9}</a:tableStyleId>
              </a:tblPr>
              <a:tblGrid>
                <a:gridCol w="911857">
                  <a:extLst>
                    <a:ext uri="{9D8B030D-6E8A-4147-A177-3AD203B41FA5}">
                      <a16:colId xmlns:a16="http://schemas.microsoft.com/office/drawing/2014/main" val="918750720"/>
                    </a:ext>
                  </a:extLst>
                </a:gridCol>
                <a:gridCol w="193837">
                  <a:extLst>
                    <a:ext uri="{9D8B030D-6E8A-4147-A177-3AD203B41FA5}">
                      <a16:colId xmlns:a16="http://schemas.microsoft.com/office/drawing/2014/main" val="2416687909"/>
                    </a:ext>
                  </a:extLst>
                </a:gridCol>
                <a:gridCol w="193837">
                  <a:extLst>
                    <a:ext uri="{9D8B030D-6E8A-4147-A177-3AD203B41FA5}">
                      <a16:colId xmlns:a16="http://schemas.microsoft.com/office/drawing/2014/main" val="2660450948"/>
                    </a:ext>
                  </a:extLst>
                </a:gridCol>
                <a:gridCol w="193837">
                  <a:extLst>
                    <a:ext uri="{9D8B030D-6E8A-4147-A177-3AD203B41FA5}">
                      <a16:colId xmlns:a16="http://schemas.microsoft.com/office/drawing/2014/main" val="1178873282"/>
                    </a:ext>
                  </a:extLst>
                </a:gridCol>
                <a:gridCol w="193837">
                  <a:extLst>
                    <a:ext uri="{9D8B030D-6E8A-4147-A177-3AD203B41FA5}">
                      <a16:colId xmlns:a16="http://schemas.microsoft.com/office/drawing/2014/main" val="3518753669"/>
                    </a:ext>
                  </a:extLst>
                </a:gridCol>
                <a:gridCol w="193837">
                  <a:extLst>
                    <a:ext uri="{9D8B030D-6E8A-4147-A177-3AD203B41FA5}">
                      <a16:colId xmlns:a16="http://schemas.microsoft.com/office/drawing/2014/main" val="1006202391"/>
                    </a:ext>
                  </a:extLst>
                </a:gridCol>
                <a:gridCol w="193837">
                  <a:extLst>
                    <a:ext uri="{9D8B030D-6E8A-4147-A177-3AD203B41FA5}">
                      <a16:colId xmlns:a16="http://schemas.microsoft.com/office/drawing/2014/main" val="540918546"/>
                    </a:ext>
                  </a:extLst>
                </a:gridCol>
                <a:gridCol w="193837">
                  <a:extLst>
                    <a:ext uri="{9D8B030D-6E8A-4147-A177-3AD203B41FA5}">
                      <a16:colId xmlns:a16="http://schemas.microsoft.com/office/drawing/2014/main" val="614485450"/>
                    </a:ext>
                  </a:extLst>
                </a:gridCol>
                <a:gridCol w="193837">
                  <a:extLst>
                    <a:ext uri="{9D8B030D-6E8A-4147-A177-3AD203B41FA5}">
                      <a16:colId xmlns:a16="http://schemas.microsoft.com/office/drawing/2014/main" val="2973805522"/>
                    </a:ext>
                  </a:extLst>
                </a:gridCol>
                <a:gridCol w="193837">
                  <a:extLst>
                    <a:ext uri="{9D8B030D-6E8A-4147-A177-3AD203B41FA5}">
                      <a16:colId xmlns:a16="http://schemas.microsoft.com/office/drawing/2014/main" val="4048406888"/>
                    </a:ext>
                  </a:extLst>
                </a:gridCol>
                <a:gridCol w="193837">
                  <a:extLst>
                    <a:ext uri="{9D8B030D-6E8A-4147-A177-3AD203B41FA5}">
                      <a16:colId xmlns:a16="http://schemas.microsoft.com/office/drawing/2014/main" val="2683655251"/>
                    </a:ext>
                  </a:extLst>
                </a:gridCol>
                <a:gridCol w="193837">
                  <a:extLst>
                    <a:ext uri="{9D8B030D-6E8A-4147-A177-3AD203B41FA5}">
                      <a16:colId xmlns:a16="http://schemas.microsoft.com/office/drawing/2014/main" val="1747263077"/>
                    </a:ext>
                  </a:extLst>
                </a:gridCol>
                <a:gridCol w="193837">
                  <a:extLst>
                    <a:ext uri="{9D8B030D-6E8A-4147-A177-3AD203B41FA5}">
                      <a16:colId xmlns:a16="http://schemas.microsoft.com/office/drawing/2014/main" val="1228811719"/>
                    </a:ext>
                  </a:extLst>
                </a:gridCol>
                <a:gridCol w="193837">
                  <a:extLst>
                    <a:ext uri="{9D8B030D-6E8A-4147-A177-3AD203B41FA5}">
                      <a16:colId xmlns:a16="http://schemas.microsoft.com/office/drawing/2014/main" val="2613850505"/>
                    </a:ext>
                  </a:extLst>
                </a:gridCol>
                <a:gridCol w="193837">
                  <a:extLst>
                    <a:ext uri="{9D8B030D-6E8A-4147-A177-3AD203B41FA5}">
                      <a16:colId xmlns:a16="http://schemas.microsoft.com/office/drawing/2014/main" val="3247868764"/>
                    </a:ext>
                  </a:extLst>
                </a:gridCol>
                <a:gridCol w="193837">
                  <a:extLst>
                    <a:ext uri="{9D8B030D-6E8A-4147-A177-3AD203B41FA5}">
                      <a16:colId xmlns:a16="http://schemas.microsoft.com/office/drawing/2014/main" val="686206465"/>
                    </a:ext>
                  </a:extLst>
                </a:gridCol>
                <a:gridCol w="193837">
                  <a:extLst>
                    <a:ext uri="{9D8B030D-6E8A-4147-A177-3AD203B41FA5}">
                      <a16:colId xmlns:a16="http://schemas.microsoft.com/office/drawing/2014/main" val="330252388"/>
                    </a:ext>
                  </a:extLst>
                </a:gridCol>
                <a:gridCol w="193837">
                  <a:extLst>
                    <a:ext uri="{9D8B030D-6E8A-4147-A177-3AD203B41FA5}">
                      <a16:colId xmlns:a16="http://schemas.microsoft.com/office/drawing/2014/main" val="3532623066"/>
                    </a:ext>
                  </a:extLst>
                </a:gridCol>
                <a:gridCol w="193837">
                  <a:extLst>
                    <a:ext uri="{9D8B030D-6E8A-4147-A177-3AD203B41FA5}">
                      <a16:colId xmlns:a16="http://schemas.microsoft.com/office/drawing/2014/main" val="766315420"/>
                    </a:ext>
                  </a:extLst>
                </a:gridCol>
                <a:gridCol w="193837">
                  <a:extLst>
                    <a:ext uri="{9D8B030D-6E8A-4147-A177-3AD203B41FA5}">
                      <a16:colId xmlns:a16="http://schemas.microsoft.com/office/drawing/2014/main" val="3715015309"/>
                    </a:ext>
                  </a:extLst>
                </a:gridCol>
                <a:gridCol w="193837">
                  <a:extLst>
                    <a:ext uri="{9D8B030D-6E8A-4147-A177-3AD203B41FA5}">
                      <a16:colId xmlns:a16="http://schemas.microsoft.com/office/drawing/2014/main" val="2069298297"/>
                    </a:ext>
                  </a:extLst>
                </a:gridCol>
                <a:gridCol w="193837">
                  <a:extLst>
                    <a:ext uri="{9D8B030D-6E8A-4147-A177-3AD203B41FA5}">
                      <a16:colId xmlns:a16="http://schemas.microsoft.com/office/drawing/2014/main" val="143940583"/>
                    </a:ext>
                  </a:extLst>
                </a:gridCol>
                <a:gridCol w="193837">
                  <a:extLst>
                    <a:ext uri="{9D8B030D-6E8A-4147-A177-3AD203B41FA5}">
                      <a16:colId xmlns:a16="http://schemas.microsoft.com/office/drawing/2014/main" val="1523136848"/>
                    </a:ext>
                  </a:extLst>
                </a:gridCol>
                <a:gridCol w="193837">
                  <a:extLst>
                    <a:ext uri="{9D8B030D-6E8A-4147-A177-3AD203B41FA5}">
                      <a16:colId xmlns:a16="http://schemas.microsoft.com/office/drawing/2014/main" val="1077968113"/>
                    </a:ext>
                  </a:extLst>
                </a:gridCol>
                <a:gridCol w="187888">
                  <a:extLst>
                    <a:ext uri="{9D8B030D-6E8A-4147-A177-3AD203B41FA5}">
                      <a16:colId xmlns:a16="http://schemas.microsoft.com/office/drawing/2014/main" val="3505123331"/>
                    </a:ext>
                  </a:extLst>
                </a:gridCol>
                <a:gridCol w="193837">
                  <a:extLst>
                    <a:ext uri="{9D8B030D-6E8A-4147-A177-3AD203B41FA5}">
                      <a16:colId xmlns:a16="http://schemas.microsoft.com/office/drawing/2014/main" val="4102057636"/>
                    </a:ext>
                  </a:extLst>
                </a:gridCol>
                <a:gridCol w="193837">
                  <a:extLst>
                    <a:ext uri="{9D8B030D-6E8A-4147-A177-3AD203B41FA5}">
                      <a16:colId xmlns:a16="http://schemas.microsoft.com/office/drawing/2014/main" val="2560053379"/>
                    </a:ext>
                  </a:extLst>
                </a:gridCol>
                <a:gridCol w="193837">
                  <a:extLst>
                    <a:ext uri="{9D8B030D-6E8A-4147-A177-3AD203B41FA5}">
                      <a16:colId xmlns:a16="http://schemas.microsoft.com/office/drawing/2014/main" val="2497273214"/>
                    </a:ext>
                  </a:extLst>
                </a:gridCol>
                <a:gridCol w="193837">
                  <a:extLst>
                    <a:ext uri="{9D8B030D-6E8A-4147-A177-3AD203B41FA5}">
                      <a16:colId xmlns:a16="http://schemas.microsoft.com/office/drawing/2014/main" val="3362811109"/>
                    </a:ext>
                  </a:extLst>
                </a:gridCol>
                <a:gridCol w="193837">
                  <a:extLst>
                    <a:ext uri="{9D8B030D-6E8A-4147-A177-3AD203B41FA5}">
                      <a16:colId xmlns:a16="http://schemas.microsoft.com/office/drawing/2014/main" val="102029855"/>
                    </a:ext>
                  </a:extLst>
                </a:gridCol>
                <a:gridCol w="193837">
                  <a:extLst>
                    <a:ext uri="{9D8B030D-6E8A-4147-A177-3AD203B41FA5}">
                      <a16:colId xmlns:a16="http://schemas.microsoft.com/office/drawing/2014/main" val="2122359167"/>
                    </a:ext>
                  </a:extLst>
                </a:gridCol>
                <a:gridCol w="193837">
                  <a:extLst>
                    <a:ext uri="{9D8B030D-6E8A-4147-A177-3AD203B41FA5}">
                      <a16:colId xmlns:a16="http://schemas.microsoft.com/office/drawing/2014/main" val="178351057"/>
                    </a:ext>
                  </a:extLst>
                </a:gridCol>
                <a:gridCol w="193837">
                  <a:extLst>
                    <a:ext uri="{9D8B030D-6E8A-4147-A177-3AD203B41FA5}">
                      <a16:colId xmlns:a16="http://schemas.microsoft.com/office/drawing/2014/main" val="3125749110"/>
                    </a:ext>
                  </a:extLst>
                </a:gridCol>
                <a:gridCol w="193837">
                  <a:extLst>
                    <a:ext uri="{9D8B030D-6E8A-4147-A177-3AD203B41FA5}">
                      <a16:colId xmlns:a16="http://schemas.microsoft.com/office/drawing/2014/main" val="776657140"/>
                    </a:ext>
                  </a:extLst>
                </a:gridCol>
                <a:gridCol w="193837">
                  <a:extLst>
                    <a:ext uri="{9D8B030D-6E8A-4147-A177-3AD203B41FA5}">
                      <a16:colId xmlns:a16="http://schemas.microsoft.com/office/drawing/2014/main" val="4208026388"/>
                    </a:ext>
                  </a:extLst>
                </a:gridCol>
                <a:gridCol w="193837">
                  <a:extLst>
                    <a:ext uri="{9D8B030D-6E8A-4147-A177-3AD203B41FA5}">
                      <a16:colId xmlns:a16="http://schemas.microsoft.com/office/drawing/2014/main" val="738401753"/>
                    </a:ext>
                  </a:extLst>
                </a:gridCol>
                <a:gridCol w="193837">
                  <a:extLst>
                    <a:ext uri="{9D8B030D-6E8A-4147-A177-3AD203B41FA5}">
                      <a16:colId xmlns:a16="http://schemas.microsoft.com/office/drawing/2014/main" val="3534718567"/>
                    </a:ext>
                  </a:extLst>
                </a:gridCol>
                <a:gridCol w="193837">
                  <a:extLst>
                    <a:ext uri="{9D8B030D-6E8A-4147-A177-3AD203B41FA5}">
                      <a16:colId xmlns:a16="http://schemas.microsoft.com/office/drawing/2014/main" val="945089562"/>
                    </a:ext>
                  </a:extLst>
                </a:gridCol>
                <a:gridCol w="193837">
                  <a:extLst>
                    <a:ext uri="{9D8B030D-6E8A-4147-A177-3AD203B41FA5}">
                      <a16:colId xmlns:a16="http://schemas.microsoft.com/office/drawing/2014/main" val="2919662683"/>
                    </a:ext>
                  </a:extLst>
                </a:gridCol>
                <a:gridCol w="193837">
                  <a:extLst>
                    <a:ext uri="{9D8B030D-6E8A-4147-A177-3AD203B41FA5}">
                      <a16:colId xmlns:a16="http://schemas.microsoft.com/office/drawing/2014/main" val="1110924222"/>
                    </a:ext>
                  </a:extLst>
                </a:gridCol>
                <a:gridCol w="193837">
                  <a:extLst>
                    <a:ext uri="{9D8B030D-6E8A-4147-A177-3AD203B41FA5}">
                      <a16:colId xmlns:a16="http://schemas.microsoft.com/office/drawing/2014/main" val="4190905648"/>
                    </a:ext>
                  </a:extLst>
                </a:gridCol>
                <a:gridCol w="193837">
                  <a:extLst>
                    <a:ext uri="{9D8B030D-6E8A-4147-A177-3AD203B41FA5}">
                      <a16:colId xmlns:a16="http://schemas.microsoft.com/office/drawing/2014/main" val="1159115455"/>
                    </a:ext>
                  </a:extLst>
                </a:gridCol>
              </a:tblGrid>
              <a:tr h="252865">
                <a:tc>
                  <a:txBody>
                    <a:bodyPr/>
                    <a:lstStyle/>
                    <a:p>
                      <a:endParaRPr lang="en-GB" sz="896">
                        <a:latin typeface="Meiryo UI" panose="020B0604030504040204" pitchFamily="50" charset="-128"/>
                        <a:ea typeface="Meiryo UI" panose="020B0604030504040204" pitchFamily="50" charset="-128"/>
                      </a:endParaRPr>
                    </a:p>
                  </a:txBody>
                  <a:tcPr marL="68580" marR="68580" marT="0" marB="0">
                    <a:solidFill>
                      <a:schemeClr val="bg1">
                        <a:lumMod val="75000"/>
                      </a:schemeClr>
                    </a:solidFill>
                  </a:tcPr>
                </a:tc>
                <a:tc gridSpan="5">
                  <a:txBody>
                    <a:bodyPr/>
                    <a:lstStyle/>
                    <a:p>
                      <a:r>
                        <a:rPr lang="en-GB" sz="896" noProof="1">
                          <a:latin typeface="Arial Narrow" panose="020B0606020202030204" pitchFamily="34" charset="0"/>
                        </a:rPr>
                        <a:t>2024</a:t>
                      </a:r>
                      <a:endParaRPr lang="en-GB" sz="896"/>
                    </a:p>
                  </a:txBody>
                  <a:tcPr marL="36000" marR="36000" marT="36000" marB="36000">
                    <a:solidFill>
                      <a:schemeClr val="bg1">
                        <a:lumMod val="75000"/>
                      </a:schemeClr>
                    </a:solidFill>
                  </a:tcPr>
                </a:tc>
                <a:tc hMerge="1">
                  <a:txBody>
                    <a:bodyPr/>
                    <a:lstStyle/>
                    <a:p>
                      <a:endParaRPr lang="en-GB"/>
                    </a:p>
                  </a:txBody>
                  <a:tcPr/>
                </a:tc>
                <a:tc hMerge="1">
                  <a:txBody>
                    <a:bodyPr/>
                    <a:lstStyle/>
                    <a:p>
                      <a:endParaRPr lang="en-GB" sz="896">
                        <a:latin typeface="Arial Narrow" panose="020B0606020202030204" pitchFamily="34" charset="0"/>
                      </a:endParaRPr>
                    </a:p>
                  </a:txBody>
                  <a:tcPr marL="68580" marR="68580" marT="34290" marB="34290"/>
                </a:tc>
                <a:tc hMerge="1">
                  <a:txBody>
                    <a:bodyPr/>
                    <a:lstStyle/>
                    <a:p>
                      <a:endParaRPr lang="en-GB"/>
                    </a:p>
                  </a:txBody>
                  <a:tcPr/>
                </a:tc>
                <a:tc hMerge="1">
                  <a:txBody>
                    <a:bodyPr/>
                    <a:lstStyle/>
                    <a:p>
                      <a:endParaRPr lang="en-GB"/>
                    </a:p>
                  </a:txBody>
                  <a:tcPr/>
                </a:tc>
                <a:tc gridSpan="12">
                  <a:txBody>
                    <a:bodyPr/>
                    <a:lstStyle/>
                    <a:p>
                      <a:r>
                        <a:rPr lang="en-US" altLang="ja-JP" sz="896" noProof="1">
                          <a:latin typeface="Arial Narrow" panose="020B0606020202030204" pitchFamily="34" charset="0"/>
                        </a:rPr>
                        <a:t>2025</a:t>
                      </a:r>
                      <a:endParaRPr lang="en-GB" sz="896">
                        <a:latin typeface="Arial Narrow" panose="020B0606020202030204" pitchFamily="34" charset="0"/>
                      </a:endParaRPr>
                    </a:p>
                  </a:txBody>
                  <a:tcPr marL="36000" marR="36000" marT="36000" marB="36000">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sz="896">
                        <a:latin typeface="Arial Narrow" panose="020B0606020202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GB"/>
                    </a:p>
                  </a:txBody>
                  <a:tcPr/>
                </a:tc>
                <a:tc hMerge="1">
                  <a:txBody>
                    <a:bodyPr/>
                    <a:lstStyle/>
                    <a:p>
                      <a:endParaRPr lang="en-GB"/>
                    </a:p>
                  </a:txBody>
                  <a:tcPr/>
                </a:tc>
                <a:tc hMerge="1">
                  <a:txBody>
                    <a:bodyPr/>
                    <a:lstStyle/>
                    <a:p>
                      <a:endParaRPr lang="en-GB" sz="896">
                        <a:latin typeface="Arial Narrow" panose="020B0606020202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GB"/>
                    </a:p>
                  </a:txBody>
                  <a:tcPr/>
                </a:tc>
                <a:tc hMerge="1">
                  <a:txBody>
                    <a:bodyPr/>
                    <a:lstStyle/>
                    <a:p>
                      <a:endParaRPr lang="en-GB"/>
                    </a:p>
                  </a:txBody>
                  <a:tcPr/>
                </a:tc>
                <a:tc hMerge="1">
                  <a:txBody>
                    <a:bodyPr/>
                    <a:lstStyle/>
                    <a:p>
                      <a:endParaRPr lang="en-GB" sz="896">
                        <a:latin typeface="Arial Narrow" panose="020B0606020202030204" pitchFamily="34" charset="0"/>
                      </a:endParaRPr>
                    </a:p>
                  </a:txBody>
                  <a:tcPr marL="68580" marR="68580" marT="34290" marB="34290">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gridSpan="12">
                  <a:txBody>
                    <a:bodyPr/>
                    <a:lstStyle/>
                    <a:p>
                      <a:r>
                        <a:rPr lang="en-US" altLang="ja-JP" sz="896" noProof="1">
                          <a:latin typeface="Arial Narrow" panose="020B0606020202030204" pitchFamily="34" charset="0"/>
                        </a:rPr>
                        <a:t>2026</a:t>
                      </a:r>
                      <a:endParaRPr lang="en-GB" sz="896">
                        <a:latin typeface="Arial Narrow" panose="020B0606020202030204" pitchFamily="34" charset="0"/>
                      </a:endParaRPr>
                    </a:p>
                  </a:txBody>
                  <a:tcPr marL="36000" marR="36000" marT="36000" marB="36000">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sz="896">
                        <a:latin typeface="Arial Narrow" panose="020B0606020202030204" pitchFamily="34" charset="0"/>
                      </a:endParaRPr>
                    </a:p>
                  </a:txBody>
                  <a:tcPr marL="68580" marR="68580" marT="34290" marB="34290"/>
                </a:tc>
                <a:tc hMerge="1">
                  <a:txBody>
                    <a:bodyPr/>
                    <a:lstStyle/>
                    <a:p>
                      <a:endParaRPr lang="en-GB" sz="896">
                        <a:latin typeface="Arial Narrow" panose="020B0606020202030204" pitchFamily="34" charset="0"/>
                      </a:endParaRPr>
                    </a:p>
                  </a:txBody>
                  <a:tcPr marL="68580" marR="68580" marT="34290" marB="34290"/>
                </a:tc>
                <a:tc hMerge="1">
                  <a:txBody>
                    <a:bodyPr/>
                    <a:lstStyle/>
                    <a:p>
                      <a:endParaRPr lang="en-GB" sz="896">
                        <a:latin typeface="Arial Narrow" panose="020B0606020202030204" pitchFamily="34" charset="0"/>
                      </a:endParaRPr>
                    </a:p>
                  </a:txBody>
                  <a:tcPr marL="68580" marR="68580" marT="34290" marB="34290"/>
                </a:tc>
                <a:tc hMerge="1">
                  <a:txBody>
                    <a:bodyPr/>
                    <a:lstStyle/>
                    <a:p>
                      <a:endParaRPr lang="en-GB" sz="896">
                        <a:latin typeface="Arial Narrow" panose="020B0606020202030204" pitchFamily="34" charset="0"/>
                      </a:endParaRPr>
                    </a:p>
                  </a:txBody>
                  <a:tcPr marL="68580" marR="68580" marT="34290" marB="34290"/>
                </a:tc>
                <a:tc hMerge="1">
                  <a:txBody>
                    <a:bodyPr/>
                    <a:lstStyle/>
                    <a:p>
                      <a:endParaRPr lang="en-GB" sz="896">
                        <a:latin typeface="Arial Narrow" panose="020B0606020202030204" pitchFamily="34" charset="0"/>
                      </a:endParaRPr>
                    </a:p>
                  </a:txBody>
                  <a:tcPr marL="68580" marR="68580" marT="34290" marB="34290"/>
                </a:tc>
                <a:tc hMerge="1">
                  <a:txBody>
                    <a:bodyPr/>
                    <a:lstStyle/>
                    <a:p>
                      <a:endParaRPr lang="en-GB" sz="896">
                        <a:latin typeface="Arial Narrow" panose="020B0606020202030204" pitchFamily="34" charset="0"/>
                      </a:endParaRPr>
                    </a:p>
                  </a:txBody>
                  <a:tcPr marL="68580" marR="68580" marT="34290" marB="34290"/>
                </a:tc>
                <a:tc hMerge="1">
                  <a:txBody>
                    <a:bodyPr/>
                    <a:lstStyle/>
                    <a:p>
                      <a:endParaRPr lang="en-GB" sz="896">
                        <a:latin typeface="Arial Narrow" panose="020B0606020202030204" pitchFamily="34" charset="0"/>
                      </a:endParaRPr>
                    </a:p>
                  </a:txBody>
                  <a:tcPr marL="68580" marR="68580" marT="0" marB="0">
                    <a:solidFill>
                      <a:srgbClr val="0000FF"/>
                    </a:solidFill>
                  </a:tcPr>
                </a:tc>
                <a:tc hMerge="1">
                  <a:txBody>
                    <a:bodyPr/>
                    <a:lstStyle/>
                    <a:p>
                      <a:endParaRPr lang="en-GB" sz="896">
                        <a:latin typeface="Arial Narrow" panose="020B0606020202030204" pitchFamily="34" charset="0"/>
                      </a:endParaRPr>
                    </a:p>
                  </a:txBody>
                  <a:tcPr marL="68580" marR="68580" marT="0" marB="0">
                    <a:solidFill>
                      <a:srgbClr val="0000FF"/>
                    </a:solidFill>
                  </a:tcPr>
                </a:tc>
                <a:tc hMerge="1">
                  <a:txBody>
                    <a:bodyPr/>
                    <a:lstStyle/>
                    <a:p>
                      <a:endParaRPr lang="en-GB" sz="896">
                        <a:latin typeface="Arial Narrow" panose="020B0606020202030204" pitchFamily="34" charset="0"/>
                      </a:endParaRPr>
                    </a:p>
                  </a:txBody>
                  <a:tcPr marL="68580" marR="68580" marT="0" marB="0">
                    <a:solidFill>
                      <a:srgbClr val="0000FF"/>
                    </a:solidFill>
                  </a:tcPr>
                </a:tc>
                <a:tc gridSpan="12">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altLang="ja-JP" sz="896" noProof="1">
                          <a:latin typeface="Arial Narrow" panose="020B0606020202030204" pitchFamily="34" charset="0"/>
                        </a:rPr>
                        <a:t>2027</a:t>
                      </a:r>
                      <a:endParaRPr lang="en-GB" altLang="ja-JP" sz="896">
                        <a:latin typeface="Arial Narrow" panose="020B0606020202030204" pitchFamily="34" charset="0"/>
                      </a:endParaRPr>
                    </a:p>
                  </a:txBody>
                  <a:tcPr marL="36000" marR="36000" marT="36000" marB="36000">
                    <a:solidFill>
                      <a:schemeClr val="bg1">
                        <a:lumMod val="75000"/>
                      </a:schemeClr>
                    </a:solidFill>
                  </a:tcPr>
                </a:tc>
                <a:tc hMerge="1">
                  <a:txBody>
                    <a:bodyPr/>
                    <a:lstStyle/>
                    <a:p>
                      <a:endParaRPr lang="en-GB" sz="896">
                        <a:latin typeface="Arial Narrow" panose="020B0606020202030204" pitchFamily="34" charset="0"/>
                      </a:endParaRPr>
                    </a:p>
                  </a:txBody>
                  <a:tcPr marL="68580" marR="68580" marT="0" marB="0">
                    <a:solidFill>
                      <a:srgbClr val="0000FF"/>
                    </a:solidFill>
                  </a:tcPr>
                </a:tc>
                <a:tc hMerge="1">
                  <a:txBody>
                    <a:bodyPr/>
                    <a:lstStyle/>
                    <a:p>
                      <a:endParaRPr lang="en-GB" sz="896">
                        <a:latin typeface="Arial Narrow" panose="020B0606020202030204" pitchFamily="34" charset="0"/>
                      </a:endParaRPr>
                    </a:p>
                  </a:txBody>
                  <a:tcPr marL="68580" marR="68580" marT="0" marB="0">
                    <a:solidFill>
                      <a:srgbClr val="0000FF"/>
                    </a:solidFill>
                  </a:tcPr>
                </a:tc>
                <a:tc hMerge="1">
                  <a:txBody>
                    <a:bodyPr/>
                    <a:lstStyle/>
                    <a:p>
                      <a:endParaRPr lang="en-GB" sz="896">
                        <a:latin typeface="Arial Narrow" panose="020B0606020202030204" pitchFamily="34" charset="0"/>
                      </a:endParaRPr>
                    </a:p>
                  </a:txBody>
                  <a:tcPr marL="68580" marR="68580" marT="0" marB="0">
                    <a:solidFill>
                      <a:srgbClr val="0000FF"/>
                    </a:solidFill>
                  </a:tcPr>
                </a:tc>
                <a:tc hMerge="1">
                  <a:txBody>
                    <a:bodyPr/>
                    <a:lstStyle/>
                    <a:p>
                      <a:endParaRPr lang="en-GB" sz="896">
                        <a:latin typeface="Arial Narrow" panose="020B0606020202030204" pitchFamily="34" charset="0"/>
                      </a:endParaRPr>
                    </a:p>
                  </a:txBody>
                  <a:tcPr marL="68580" marR="68580" marT="0" marB="0">
                    <a:solidFill>
                      <a:srgbClr val="0000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GB" sz="896">
                        <a:latin typeface="Arial Narrow" panose="020B0606020202030204" pitchFamily="34" charset="0"/>
                      </a:endParaRPr>
                    </a:p>
                  </a:txBody>
                  <a:tcPr marL="68580" marR="68580" marT="0" marB="0">
                    <a:solidFill>
                      <a:srgbClr val="0000FF"/>
                    </a:solidFill>
                  </a:tcPr>
                </a:tc>
                <a:extLst>
                  <a:ext uri="{0D108BD9-81ED-4DB2-BD59-A6C34878D82A}">
                    <a16:rowId xmlns:a16="http://schemas.microsoft.com/office/drawing/2014/main" val="932661919"/>
                  </a:ext>
                </a:extLst>
              </a:tr>
              <a:tr h="177845">
                <a:tc>
                  <a:txBody>
                    <a:bodyPr/>
                    <a:lstStyle/>
                    <a:p>
                      <a:pPr lvl="0" algn="r"/>
                      <a:endParaRPr lang="en-GB" sz="896">
                        <a:solidFill>
                          <a:schemeClr val="tx1"/>
                        </a:solidFill>
                        <a:latin typeface="Meiryo UI" panose="020B0604030504040204" pitchFamily="50" charset="-128"/>
                        <a:ea typeface="Meiryo UI" panose="020B0604030504040204" pitchFamily="50" charset="-128"/>
                      </a:endParaRPr>
                    </a:p>
                  </a:txBody>
                  <a:tcPr marL="68580" marR="68580" marT="0" marB="0" anchor="ctr">
                    <a:solidFill>
                      <a:schemeClr val="bg2"/>
                    </a:solidFill>
                  </a:tcPr>
                </a:tc>
                <a:tc>
                  <a:txBody>
                    <a:bodyPr/>
                    <a:lstStyle/>
                    <a:p>
                      <a:pPr algn="ctr"/>
                      <a:r>
                        <a:rPr lang="en-GB" sz="640" noProof="1">
                          <a:solidFill>
                            <a:schemeClr val="bg1"/>
                          </a:solidFill>
                          <a:latin typeface="Arial Narrow" panose="020B0606020202030204" pitchFamily="34" charset="0"/>
                        </a:rPr>
                        <a:t>08</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09</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10</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11</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12</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01</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02</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03</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04</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05</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06</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07</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08</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09</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10</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11</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12</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01</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02</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03</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04</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05</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06</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07</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08</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09</a:t>
                      </a:r>
                    </a:p>
                  </a:txBody>
                  <a:tcPr marL="36000" marR="36000" marT="0" marB="0" anchor="ctr">
                    <a:solidFill>
                      <a:schemeClr val="bg2"/>
                    </a:solidFill>
                  </a:tcPr>
                </a:tc>
                <a:tc>
                  <a:txBody>
                    <a:bodyPr/>
                    <a:lstStyle/>
                    <a:p>
                      <a:pPr algn="ctr"/>
                      <a:r>
                        <a:rPr lang="en-US" altLang="ja-JP" sz="640" noProof="1">
                          <a:solidFill>
                            <a:schemeClr val="bg1"/>
                          </a:solidFill>
                          <a:latin typeface="Arial Narrow" panose="020B0606020202030204" pitchFamily="34" charset="0"/>
                        </a:rPr>
                        <a:t>10</a:t>
                      </a:r>
                      <a:endParaRPr lang="en-GB" sz="640">
                        <a:solidFill>
                          <a:schemeClr val="bg1"/>
                        </a:solidFill>
                        <a:latin typeface="Arial Narrow" panose="020B0606020202030204" pitchFamily="34" charset="0"/>
                      </a:endParaRP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11</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12</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01</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02</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03</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04</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05</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06</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07</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08</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09</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10</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11</a:t>
                      </a:r>
                    </a:p>
                  </a:txBody>
                  <a:tcPr marL="36000" marR="36000" marT="0" marB="0" anchor="ctr">
                    <a:solidFill>
                      <a:schemeClr val="bg2"/>
                    </a:solidFill>
                  </a:tcPr>
                </a:tc>
                <a:tc>
                  <a:txBody>
                    <a:bodyPr/>
                    <a:lstStyle/>
                    <a:p>
                      <a:pPr algn="ctr"/>
                      <a:r>
                        <a:rPr lang="en-GB" sz="640" noProof="1">
                          <a:solidFill>
                            <a:schemeClr val="bg1"/>
                          </a:solidFill>
                          <a:latin typeface="Arial Narrow" panose="020B0606020202030204" pitchFamily="34" charset="0"/>
                        </a:rPr>
                        <a:t>12</a:t>
                      </a:r>
                    </a:p>
                  </a:txBody>
                  <a:tcPr marL="36000" marR="36000" marT="0" marB="0" anchor="ctr">
                    <a:solidFill>
                      <a:schemeClr val="bg2"/>
                    </a:solidFill>
                  </a:tcPr>
                </a:tc>
                <a:extLst>
                  <a:ext uri="{0D108BD9-81ED-4DB2-BD59-A6C34878D82A}">
                    <a16:rowId xmlns:a16="http://schemas.microsoft.com/office/drawing/2014/main" val="4249661112"/>
                  </a:ext>
                </a:extLst>
              </a:tr>
              <a:tr h="218605">
                <a:tc>
                  <a:txBody>
                    <a:bodyPr/>
                    <a:lstStyle/>
                    <a:p>
                      <a:pPr algn="ctr"/>
                      <a:endParaRPr lang="en-GB"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2944968827"/>
                  </a:ext>
                </a:extLst>
              </a:tr>
              <a:tr h="207296">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GB" altLang="ja-JP" sz="512" b="1">
                        <a:solidFill>
                          <a:srgbClr val="CC6600"/>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1262677297"/>
                  </a:ext>
                </a:extLst>
              </a:tr>
              <a:tr h="297302">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endParaRPr lang="en-GB" altLang="ja-JP" sz="512" b="1">
                        <a:solidFill>
                          <a:srgbClr val="CC6600"/>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1260187120"/>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682272030"/>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2680924352"/>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1050804910"/>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1636818174"/>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4065804626"/>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4132269604"/>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43178542"/>
                  </a:ext>
                </a:extLst>
              </a:tr>
              <a:tr h="297302">
                <a:tc>
                  <a:txBody>
                    <a:bodyPr/>
                    <a:lstStyle/>
                    <a:p>
                      <a:pPr marL="0" marR="0" lvl="0" indent="0" algn="ctr" defTabSz="457178" rtl="0" eaLnBrk="1" fontAlgn="auto" latinLnBrk="0" hangingPunct="1">
                        <a:lnSpc>
                          <a:spcPct val="100000"/>
                        </a:lnSpc>
                        <a:spcBef>
                          <a:spcPts val="0"/>
                        </a:spcBef>
                        <a:spcAft>
                          <a:spcPts val="0"/>
                        </a:spcAft>
                        <a:buClrTx/>
                        <a:buSzTx/>
                        <a:buFontTx/>
                        <a:buNone/>
                        <a:tabLst/>
                        <a:defRPr/>
                      </a:pPr>
                      <a:endParaRPr lang="en-GB" altLang="ja-JP" sz="512" b="0">
                        <a:solidFill>
                          <a:schemeClr val="tx1"/>
                        </a:solidFill>
                        <a:latin typeface="Meiryo UI" panose="020B0604030504040204" pitchFamily="50" charset="-128"/>
                        <a:ea typeface="Meiryo UI" panose="020B0604030504040204" pitchFamily="50" charset="-128"/>
                      </a:endParaRPr>
                    </a:p>
                  </a:txBody>
                  <a:tcPr marL="68580" marR="68580" marT="0" marB="0" anchor="ctr"/>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tc>
                  <a:txBody>
                    <a:bodyPr/>
                    <a:lstStyle/>
                    <a:p>
                      <a:pPr algn="ctr"/>
                      <a:endParaRPr lang="en-GB" sz="896">
                        <a:latin typeface="Arial Narrow" panose="020B0606020202030204" pitchFamily="34" charset="0"/>
                      </a:endParaRPr>
                    </a:p>
                  </a:txBody>
                  <a:tcPr marL="36000" marR="36000" marT="0" marB="0"/>
                </a:tc>
                <a:extLst>
                  <a:ext uri="{0D108BD9-81ED-4DB2-BD59-A6C34878D82A}">
                    <a16:rowId xmlns:a16="http://schemas.microsoft.com/office/drawing/2014/main" val="3004349520"/>
                  </a:ext>
                </a:extLst>
              </a:tr>
            </a:tbl>
          </a:graphicData>
        </a:graphic>
      </p:graphicFrame>
      <p:sp>
        <p:nvSpPr>
          <p:cNvPr id="23" name="TextBox 22">
            <a:extLst>
              <a:ext uri="{FF2B5EF4-FFF2-40B4-BE49-F238E27FC236}">
                <a16:creationId xmlns:a16="http://schemas.microsoft.com/office/drawing/2014/main" id="{30C4B793-9B71-CF58-E63C-005983BFB775}"/>
              </a:ext>
            </a:extLst>
          </p:cNvPr>
          <p:cNvSpPr txBox="1"/>
          <p:nvPr/>
        </p:nvSpPr>
        <p:spPr>
          <a:xfrm>
            <a:off x="185395" y="1010511"/>
            <a:ext cx="792000" cy="595714"/>
          </a:xfrm>
          <a:prstGeom prst="rect">
            <a:avLst/>
          </a:prstGeom>
          <a:solidFill>
            <a:srgbClr val="002060">
              <a:alpha val="69804"/>
            </a:srgbClr>
          </a:solidFill>
        </p:spPr>
        <p:txBody>
          <a:bodyPr wrap="none" lIns="0" tIns="0" rIns="0" bIns="0" rtlCol="0" anchor="ctr">
            <a:noAutofit/>
          </a:bodyPr>
          <a:lstStyle/>
          <a:p>
            <a:pPr marL="0" marR="0" lvl="0" indent="0" algn="l" defTabSz="457200" rtl="0" eaLnBrk="1" fontAlgn="base" latinLnBrk="0" hangingPunct="1">
              <a:lnSpc>
                <a:spcPct val="100000"/>
              </a:lnSpc>
              <a:spcBef>
                <a:spcPts val="0"/>
              </a:spcBef>
              <a:spcAft>
                <a:spcPct val="0"/>
              </a:spcAft>
              <a:buClrTx/>
              <a:buSzTx/>
              <a:buFontTx/>
              <a:buNone/>
              <a:tabLst/>
              <a:defRPr/>
            </a:pPr>
            <a:r>
              <a:rPr kumimoji="1" lang="ja-JP" altLang="en-US" sz="448"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Nokia Pure Headline Light"/>
              </a:rPr>
              <a:t>Existing 5GC HaaS side</a:t>
            </a:r>
            <a:endParaRPr kumimoji="1" lang="en-US" altLang="ja-JP" sz="448"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Nokia Pure Headline Light"/>
            </a:endParaRPr>
          </a:p>
        </p:txBody>
      </p:sp>
      <p:sp>
        <p:nvSpPr>
          <p:cNvPr id="125" name="Footer Placeholder 3">
            <a:extLst>
              <a:ext uri="{FF2B5EF4-FFF2-40B4-BE49-F238E27FC236}">
                <a16:creationId xmlns:a16="http://schemas.microsoft.com/office/drawing/2014/main" id="{55C55D5D-1620-2B46-F4B8-37C8FA411AD0}"/>
              </a:ext>
            </a:extLst>
          </p:cNvPr>
          <p:cNvSpPr>
            <a:spLocks noGrp="1"/>
          </p:cNvSpPr>
          <p:nvPr>
            <p:ph type="ftr" sz="quarter" idx="3"/>
          </p:nvPr>
        </p:nvSpPr>
        <p:spPr>
          <a:xfrm>
            <a:off x="1545602" y="4839896"/>
            <a:ext cx="1432781" cy="138300"/>
          </a:xfrm>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altLang="ja-JP" sz="512"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Nokia Pure Text Light" panose="020B0304040602060303" pitchFamily="34" charset="0"/>
              </a:rPr>
              <a:t>CONFIDENTIAL</a:t>
            </a:r>
            <a:endParaRPr kumimoji="0" lang="en-US" sz="512"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Nokia Pure Text Light" panose="020B0304040602060303" pitchFamily="34" charset="0"/>
            </a:endParaRPr>
          </a:p>
        </p:txBody>
      </p:sp>
      <p:sp>
        <p:nvSpPr>
          <p:cNvPr id="49" name="TextBox 48">
            <a:extLst>
              <a:ext uri="{FF2B5EF4-FFF2-40B4-BE49-F238E27FC236}">
                <a16:creationId xmlns:a16="http://schemas.microsoft.com/office/drawing/2014/main" id="{0445D3BA-C9CD-197D-8322-385F74069EDD}"/>
              </a:ext>
            </a:extLst>
          </p:cNvPr>
          <p:cNvSpPr txBox="1"/>
          <p:nvPr/>
        </p:nvSpPr>
        <p:spPr>
          <a:xfrm>
            <a:off x="179926" y="1621549"/>
            <a:ext cx="792000" cy="2476104"/>
          </a:xfrm>
          <a:prstGeom prst="rect">
            <a:avLst/>
          </a:prstGeom>
          <a:solidFill>
            <a:schemeClr val="accent6">
              <a:alpha val="69804"/>
            </a:schemeClr>
          </a:solid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512"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Nokia Pure Headline Light"/>
              </a:rPr>
              <a:t>5G-SDM</a:t>
            </a:r>
            <a:br>
              <a:rPr kumimoji="1" lang="en-US" altLang="ja-JP" sz="512"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Nokia Pure Headline Light"/>
              </a:rPr>
            </a:br>
            <a:r>
              <a:rPr kumimoji="1" lang="en-US" altLang="ja-JP" sz="512"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Nokia Pure Headline Light"/>
              </a:rPr>
              <a:t>Migration to KYANOS</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512"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Nokia Pure Headline Light"/>
              </a:rPr>
            </a:br>
            <a:r>
              <a:rPr kumimoji="1" lang="ja-JP" altLang="en-US" sz="512"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Nokia Pure Headline Light"/>
              </a:rPr>
              <a:t>Migration</a:t>
            </a:r>
            <a:endParaRPr kumimoji="1" lang="en-GB" altLang="ja-JP" sz="448"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Nokia Pure Headline Light"/>
            </a:endParaRPr>
          </a:p>
        </p:txBody>
      </p:sp>
      <p:sp>
        <p:nvSpPr>
          <p:cNvPr id="2" name="TextBox 1">
            <a:extLst>
              <a:ext uri="{FF2B5EF4-FFF2-40B4-BE49-F238E27FC236}">
                <a16:creationId xmlns:a16="http://schemas.microsoft.com/office/drawing/2014/main" id="{D6173282-51C1-5BC2-89CF-FF4E94FD3667}"/>
              </a:ext>
            </a:extLst>
          </p:cNvPr>
          <p:cNvSpPr txBox="1"/>
          <p:nvPr/>
        </p:nvSpPr>
        <p:spPr>
          <a:xfrm>
            <a:off x="1217001" y="2156505"/>
            <a:ext cx="1286238" cy="433768"/>
          </a:xfrm>
          <a:prstGeom prst="rect">
            <a:avLst/>
          </a:prstGeom>
          <a:solidFill>
            <a:schemeClr val="tx2">
              <a:lumMod val="50000"/>
              <a:lumOff val="50000"/>
            </a:schemeClr>
          </a:solidFill>
          <a:ln w="6350">
            <a:solidFill>
              <a:schemeClr val="accent4"/>
            </a:solidFill>
          </a:ln>
        </p:spPr>
        <p:txBody>
          <a:bodyPr wrap="square" lIns="18000" tIns="18000" rIns="18000" bIns="18000">
            <a:spAutoFit/>
          </a:bodyPr>
          <a:lstStyle/>
          <a:p>
            <a:pPr marL="0" marR="0" lvl="0" indent="0" algn="l" defTabSz="457200" rtl="0" eaLnBrk="1" fontAlgn="base" latinLnBrk="0" hangingPunct="1">
              <a:lnSpc>
                <a:spcPts val="800"/>
              </a:lnSpc>
              <a:spcBef>
                <a:spcPct val="0"/>
              </a:spcBef>
              <a:spcAft>
                <a:spcPct val="0"/>
              </a:spcAft>
              <a:buClrTx/>
              <a:buSzTx/>
              <a:buFontTx/>
              <a:buNone/>
              <a:tabLst/>
              <a:defRPr/>
            </a:pPr>
            <a:r>
              <a:rPr kumimoji="1" lang="ja-JP" altLang="en-US" sz="512" b="1" i="0" u="sng"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Applicable NF/NE/System (Ph.2):</a:t>
            </a:r>
          </a:p>
          <a:p>
            <a:pPr marL="0" marR="0" lvl="0" indent="0" algn="l" defTabSz="457200" rtl="0" eaLnBrk="1" fontAlgn="base" latinLnBrk="0" hangingPunct="1">
              <a:lnSpc>
                <a:spcPts val="800"/>
              </a:lnSpc>
              <a:spcBef>
                <a:spcPct val="0"/>
              </a:spcBef>
              <a:spcAft>
                <a:spcPct val="0"/>
              </a:spcAft>
              <a:buClrTx/>
              <a:buSzTx/>
              <a:buFontTx/>
              <a:buNone/>
              <a:tabLst/>
              <a:defRPr/>
            </a:pPr>
            <a:r>
              <a:rPr kumimoji="1" lang="en-US" altLang="ja-JP" sz="40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AUSF/UDM, 5GEIR/</a:t>
            </a:r>
            <a:r>
              <a:rPr kumimoji="1" lang="en-US" altLang="ja-JP" sz="400" b="1" i="0" u="none" strike="noStrike" kern="1200" cap="none" spc="0" normalizeH="0" baseline="0" noProof="1">
                <a:ln>
                  <a:noFill/>
                </a:ln>
                <a:solidFill>
                  <a:srgbClr val="FFFF00"/>
                </a:solidFill>
                <a:effectLst/>
                <a:uLnTx/>
                <a:uFillTx/>
                <a:latin typeface="Meiryo UI" panose="020B0604030504040204" pitchFamily="50" charset="-128"/>
                <a:ea typeface="Meiryo UI" panose="020B0604030504040204" pitchFamily="50" charset="-128"/>
                <a:cs typeface="+mn-cs"/>
              </a:rPr>
              <a:t>EIR (</a:t>
            </a:r>
            <a:r>
              <a:rPr kumimoji="1" lang="en-US" altLang="ja-JP" sz="400" b="0" i="0" u="none" strike="noStrike" kern="1200" cap="none" spc="0" normalizeH="0" baseline="0" noProof="1">
                <a:ln>
                  <a:noFill/>
                </a:ln>
                <a:solidFill>
                  <a:srgbClr val="CCCCCC"/>
                </a:solidFill>
                <a:effectLst/>
                <a:uLnTx/>
                <a:uFillTx/>
                <a:latin typeface="Nokia Pure Text Light"/>
                <a:ea typeface="+mn-ea"/>
                <a:cs typeface="+mn-cs"/>
              </a:rPr>
              <a:t>reconstruction), </a:t>
            </a:r>
            <a:r>
              <a:rPr kumimoji="1" lang="en-US" altLang="ja-JP" sz="400" b="1" i="0" u="none" strike="noStrike" kern="1200" cap="none" spc="0" normalizeH="0" baseline="0" noProof="1">
                <a:ln>
                  <a:noFill/>
                </a:ln>
                <a:solidFill>
                  <a:srgbClr val="FFFF00"/>
                </a:solidFill>
                <a:effectLst/>
                <a:uLnTx/>
                <a:uFillTx/>
                <a:latin typeface="Meiryo UI" panose="020B0604030504040204" pitchFamily="50" charset="-128"/>
                <a:ea typeface="Meiryo UI" panose="020B0604030504040204" pitchFamily="50" charset="-128"/>
                <a:cs typeface="+mn-cs"/>
              </a:rPr>
              <a:t>HSS/HLR (</a:t>
            </a:r>
            <a:r>
              <a:rPr kumimoji="1" lang="en-US" altLang="ja-JP" sz="400" b="0" i="0" u="none" strike="noStrike" kern="1200" cap="none" spc="0" normalizeH="0" baseline="0" noProof="1">
                <a:ln>
                  <a:noFill/>
                </a:ln>
                <a:solidFill>
                  <a:srgbClr val="CCCCCC"/>
                </a:solidFill>
                <a:effectLst/>
                <a:uLnTx/>
                <a:uFillTx/>
                <a:latin typeface="Nokia Pure Text Light"/>
                <a:ea typeface="+mn-ea"/>
                <a:cs typeface="+mn-cs"/>
              </a:rPr>
              <a:t>reconstruction), </a:t>
            </a:r>
            <a:r>
              <a:rPr kumimoji="1" lang="en-US" altLang="ja-JP" sz="40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SCP/BSF/DRA, PCF/PCRFv, Mirroring Serv.</a:t>
            </a:r>
            <a:r>
              <a:rPr kumimoji="1" lang="en-US" altLang="ja-JP" sz="400" b="0" i="0" u="none" strike="noStrike" kern="1200" cap="none" spc="0" normalizeH="0" baseline="0" noProof="1">
                <a:ln>
                  <a:noFill/>
                </a:ln>
                <a:solidFill>
                  <a:srgbClr val="CCCCCC"/>
                </a:solidFill>
                <a:effectLst/>
                <a:uLnTx/>
                <a:uFillTx/>
                <a:latin typeface="Nokia Pure Text Light"/>
                <a:ea typeface="+mn-ea"/>
                <a:cs typeface="+mn-cs"/>
              </a:rPr>
              <a:t> </a:t>
            </a:r>
            <a:r>
              <a:rPr kumimoji="1" lang="en-US" altLang="ja-JP" sz="40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V</a:t>
            </a:r>
            <a:endParaRPr kumimoji="1" lang="en-US" altLang="ja-JP" sz="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4" name="TextBox 3">
            <a:extLst>
              <a:ext uri="{FF2B5EF4-FFF2-40B4-BE49-F238E27FC236}">
                <a16:creationId xmlns:a16="http://schemas.microsoft.com/office/drawing/2014/main" id="{C2321556-6482-5237-C829-3A7A5FC02593}"/>
              </a:ext>
            </a:extLst>
          </p:cNvPr>
          <p:cNvSpPr txBox="1"/>
          <p:nvPr/>
        </p:nvSpPr>
        <p:spPr>
          <a:xfrm>
            <a:off x="1228107" y="2618904"/>
            <a:ext cx="1422697" cy="147733"/>
          </a:xfrm>
          <a:prstGeom prst="rect">
            <a:avLst/>
          </a:prstGeom>
          <a:solidFill>
            <a:srgbClr val="FFFFFF">
              <a:alpha val="50196"/>
            </a:srgbClr>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Tx/>
              <a:buNone/>
              <a:tabLst>
                <a:tab pos="180000" algn="l"/>
              </a:tabLst>
              <a:defRPr/>
            </a:pPr>
            <a:r>
              <a:rPr kumimoji="1" lang="ja-JP" altLang="en-US" sz="384" b="0" i="0" u="none" strike="noStrike" kern="1200" cap="none" spc="0" normalizeH="0" baseline="0" noProof="1">
                <a:ln>
                  <a:noFill/>
                </a:ln>
                <a:solidFill>
                  <a:srgbClr val="7D33F2">
                    <a:lumMod val="75000"/>
                  </a:srgbClr>
                </a:solidFill>
                <a:effectLst/>
                <a:uLnTx/>
                <a:uFillTx/>
                <a:latin typeface="Meiryo UI" panose="020B0604030504040204" pitchFamily="50" charset="-128"/>
                <a:ea typeface="Meiryo UI" panose="020B0604030504040204" pitchFamily="50" charset="-128"/>
                <a:cs typeface="+mn-cs"/>
              </a:rPr>
              <a:t>Note)</a:t>
            </a:r>
            <a:r>
              <a:rPr kumimoji="1" lang="en-US" altLang="ja-JP" sz="384" b="0" i="0" u="none" strike="noStrike" kern="1200" cap="none" spc="0" normalizeH="0" baseline="0" noProof="1">
                <a:ln>
                  <a:noFill/>
                </a:ln>
                <a:solidFill>
                  <a:srgbClr val="7D33F2"/>
                </a:solidFill>
                <a:effectLst/>
                <a:uLnTx/>
                <a:uFillTx/>
                <a:latin typeface="Meiryo UI" panose="020B0604030504040204" pitchFamily="50" charset="-128"/>
                <a:ea typeface="Meiryo UI" panose="020B0604030504040204" pitchFamily="50" charset="-128"/>
                <a:cs typeface="+mn-cs"/>
              </a:rPr>
              <a:t>NF/NE/System: 4G/5G common /</a:t>
            </a:r>
            <a:br>
              <a:rPr kumimoji="1" lang="en-US" altLang="ja-JP" sz="384" b="0" i="0" u="none" strike="noStrike" kern="1200" cap="none" spc="0" normalizeH="0" baseline="0" noProof="0">
                <a:ln>
                  <a:noFill/>
                </a:ln>
                <a:solidFill>
                  <a:srgbClr val="7D33F2"/>
                </a:solidFill>
                <a:effectLst/>
                <a:uLnTx/>
                <a:uFillTx/>
                <a:latin typeface="Meiryo UI" panose="020B0604030504040204" pitchFamily="50" charset="-128"/>
                <a:ea typeface="Meiryo UI" panose="020B0604030504040204" pitchFamily="50" charset="-128"/>
                <a:cs typeface="+mn-cs"/>
              </a:rPr>
            </a:br>
            <a:r>
              <a:rPr kumimoji="1" lang="en-US" altLang="ja-JP" sz="384" b="0" i="0" u="none" strike="noStrike" kern="1200" cap="none" spc="0" normalizeH="0" baseline="0" noProof="1">
                <a:ln>
                  <a:noFill/>
                </a:ln>
                <a:solidFill>
                  <a:srgbClr val="0070C0"/>
                </a:solidFill>
                <a:effectLst/>
                <a:uLnTx/>
                <a:uFillTx/>
                <a:latin typeface="Meiryo UI" panose="020B0604030504040204" pitchFamily="50" charset="-128"/>
                <a:ea typeface="Meiryo UI" panose="020B0604030504040204" pitchFamily="50" charset="-128"/>
                <a:cs typeface="+mn-cs"/>
              </a:rPr>
              <a:t>NF/System: 5G only/</a:t>
            </a:r>
            <a:r>
              <a:rPr kumimoji="1" lang="en-US" altLang="ja-JP" sz="384"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NE: 4G only (winding)</a:t>
            </a:r>
            <a:r>
              <a:rPr kumimoji="1" lang="ja-JP" altLang="en-US" sz="384" b="0" i="0" u="none" strike="noStrike" kern="1200" cap="none" spc="0" normalizeH="0" baseline="0" noProof="0">
                <a:ln>
                  <a:noFill/>
                </a:ln>
                <a:solidFill>
                  <a:srgbClr val="CCCCCC"/>
                </a:solidFill>
                <a:effectLst/>
                <a:uLnTx/>
                <a:uFillTx/>
                <a:latin typeface="Nokia Pure Text Light"/>
                <a:ea typeface="+mn-ea"/>
                <a:cs typeface="+mn-cs"/>
              </a:rPr>
              <a:t>　　</a:t>
            </a:r>
            <a:endParaRPr kumimoji="1" lang="en-US" altLang="ja-JP" sz="672" b="0" i="0" u="none" strike="noStrike" kern="1200" cap="none" spc="0" normalizeH="0" baseline="0" noProof="0">
              <a:ln>
                <a:noFill/>
              </a:ln>
              <a:solidFill>
                <a:srgbClr val="E03DCD">
                  <a:lumMod val="75000"/>
                </a:srgbClr>
              </a:solidFill>
              <a:effectLst/>
              <a:uLnTx/>
              <a:uFillTx/>
              <a:latin typeface="Meiryo UI" panose="020B0604030504040204" pitchFamily="50" charset="-128"/>
              <a:ea typeface="Meiryo UI" panose="020B0604030504040204" pitchFamily="50" charset="-128"/>
              <a:cs typeface="+mn-cs"/>
            </a:endParaRPr>
          </a:p>
        </p:txBody>
      </p:sp>
      <p:sp>
        <p:nvSpPr>
          <p:cNvPr id="168" name="TextBox 126">
            <a:extLst>
              <a:ext uri="{FF2B5EF4-FFF2-40B4-BE49-F238E27FC236}">
                <a16:creationId xmlns:a16="http://schemas.microsoft.com/office/drawing/2014/main" id="{3F86B05A-2399-52D5-F08D-860F989206AE}"/>
              </a:ext>
            </a:extLst>
          </p:cNvPr>
          <p:cNvSpPr txBox="1"/>
          <p:nvPr/>
        </p:nvSpPr>
        <p:spPr>
          <a:xfrm>
            <a:off x="5357656" y="108508"/>
            <a:ext cx="600873" cy="98489"/>
          </a:xfrm>
          <a:prstGeom prst="rect">
            <a:avLst/>
          </a:prstGeom>
          <a:solidFill>
            <a:schemeClr val="tx2">
              <a:lumMod val="10000"/>
              <a:lumOff val="90000"/>
            </a:schemeClr>
          </a:solidFill>
          <a:ln w="9525">
            <a:solidFill>
              <a:schemeClr val="tx1">
                <a:lumMod val="90000"/>
              </a:schemeClr>
            </a:solidFill>
            <a:prstDash val="solid"/>
          </a:ln>
        </p:spPr>
        <p:txBody>
          <a:bodyPr wrap="square" lIns="0" tIns="0" rIns="0" bIns="0" rtlCol="0">
            <a:spAutoFit/>
          </a:bodyPr>
          <a:lstStyle>
            <a:defPPr>
              <a:defRPr lang="en-GB"/>
            </a:defPPr>
            <a:lvl1pPr marL="0" marR="0" lvl="0" indent="0" defTabSz="180000" eaLnBrk="1" fontAlgn="auto" latinLnBrk="0" hangingPunct="1">
              <a:lnSpc>
                <a:spcPct val="100000"/>
              </a:lnSpc>
              <a:spcBef>
                <a:spcPts val="0"/>
              </a:spcBef>
              <a:spcAft>
                <a:spcPts val="300"/>
              </a:spcAft>
              <a:buClrTx/>
              <a:buSzTx/>
              <a:buFont typeface="+mj-lt"/>
              <a:buNone/>
              <a:tabLst>
                <a:tab pos="180000" algn="l"/>
              </a:tabLst>
              <a:defRPr kumimoji="0" sz="512" b="0" i="0" u="none" strike="noStrike" cap="none" spc="0" normalizeH="0" baseline="0">
                <a:ln>
                  <a:noFill/>
                </a:ln>
                <a:solidFill>
                  <a:schemeClr val="tx2"/>
                </a:solidFill>
                <a:effectLst/>
                <a:uLnTx/>
                <a:uFillTx/>
                <a:latin typeface="Meiryo UI" panose="020B0604030504040204" pitchFamily="50" charset="-128"/>
                <a:ea typeface="Meiryo UI" panose="020B0604030504040204" pitchFamily="50" charset="-128"/>
                <a:cs typeface="+mn-cs"/>
              </a:defRPr>
            </a:lvl1pPr>
            <a:lvl2pPr>
              <a:defRPr>
                <a:solidFill>
                  <a:schemeClr val="tx1"/>
                </a:solidFill>
                <a:latin typeface="Arial" charset="0"/>
                <a:ea typeface="ヒラギノ角ゴ Pro W3"/>
                <a:cs typeface="ヒラギノ角ゴ Pro W3"/>
              </a:defRPr>
            </a:lvl2pPr>
            <a:lvl3pPr>
              <a:defRPr>
                <a:solidFill>
                  <a:schemeClr val="tx1"/>
                </a:solidFill>
                <a:latin typeface="Arial" charset="0"/>
                <a:ea typeface="ヒラギノ角ゴ Pro W3"/>
                <a:cs typeface="ヒラギノ角ゴ Pro W3"/>
              </a:defRPr>
            </a:lvl3pPr>
            <a:lvl4pPr>
              <a:defRPr>
                <a:solidFill>
                  <a:schemeClr val="tx1"/>
                </a:solidFill>
                <a:latin typeface="Arial" charset="0"/>
                <a:ea typeface="ヒラギノ角ゴ Pro W3"/>
                <a:cs typeface="ヒラギノ角ゴ Pro W3"/>
              </a:defRPr>
            </a:lvl4pPr>
            <a:lvl5pPr>
              <a:defRPr>
                <a:solidFill>
                  <a:schemeClr val="tx1"/>
                </a:solidFill>
                <a:latin typeface="Arial" charset="0"/>
                <a:ea typeface="ヒラギノ角ゴ Pro W3"/>
                <a:cs typeface="ヒラギノ角ゴ Pro W3"/>
              </a:defRPr>
            </a:lvl5pPr>
            <a:lvl6pPr>
              <a:defRPr>
                <a:solidFill>
                  <a:schemeClr val="tx1"/>
                </a:solidFill>
                <a:latin typeface="Arial" charset="0"/>
                <a:ea typeface="ヒラギノ角ゴ Pro W3"/>
                <a:cs typeface="ヒラギノ角ゴ Pro W3"/>
              </a:defRPr>
            </a:lvl6pPr>
            <a:lvl7pPr>
              <a:defRPr>
                <a:solidFill>
                  <a:schemeClr val="tx1"/>
                </a:solidFill>
                <a:latin typeface="Arial" charset="0"/>
                <a:ea typeface="ヒラギノ角ゴ Pro W3"/>
                <a:cs typeface="ヒラギノ角ゴ Pro W3"/>
              </a:defRPr>
            </a:lvl7pPr>
            <a:lvl8pPr>
              <a:defRPr>
                <a:solidFill>
                  <a:schemeClr val="tx1"/>
                </a:solidFill>
                <a:latin typeface="Arial" charset="0"/>
                <a:ea typeface="ヒラギノ角ゴ Pro W3"/>
                <a:cs typeface="ヒラギノ角ゴ Pro W3"/>
              </a:defRPr>
            </a:lvl8pPr>
            <a:lvl9pPr>
              <a:defRPr>
                <a:solidFill>
                  <a:schemeClr val="tx1"/>
                </a:solidFill>
                <a:latin typeface="Arial" charset="0"/>
                <a:ea typeface="ヒラギノ角ゴ Pro W3"/>
                <a:cs typeface="ヒラギノ角ゴ Pro W3"/>
              </a:defRPr>
            </a:lvl9p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512"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5G side ordered</a:t>
            </a:r>
            <a:endParaRPr kumimoji="0" lang="en-GB" sz="512"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71" name="TextBox 126">
            <a:extLst>
              <a:ext uri="{FF2B5EF4-FFF2-40B4-BE49-F238E27FC236}">
                <a16:creationId xmlns:a16="http://schemas.microsoft.com/office/drawing/2014/main" id="{220536D2-CFD3-221D-981B-31EA70036DA1}"/>
              </a:ext>
            </a:extLst>
          </p:cNvPr>
          <p:cNvSpPr txBox="1"/>
          <p:nvPr/>
        </p:nvSpPr>
        <p:spPr>
          <a:xfrm>
            <a:off x="5350425" y="236373"/>
            <a:ext cx="600873" cy="98489"/>
          </a:xfrm>
          <a:prstGeom prst="rect">
            <a:avLst/>
          </a:prstGeom>
          <a:solidFill>
            <a:schemeClr val="tx2">
              <a:lumMod val="50000"/>
              <a:lumOff val="50000"/>
            </a:schemeClr>
          </a:solidFill>
          <a:ln w="9525">
            <a:solidFill>
              <a:schemeClr val="tx1">
                <a:lumMod val="90000"/>
              </a:schemeClr>
            </a:solidFill>
            <a:prstDash val="solid"/>
          </a:ln>
        </p:spPr>
        <p:txBody>
          <a:bodyPr wrap="square" lIns="0" tIns="0" rIns="0" bIns="0" rtlCol="0">
            <a:spAutoFit/>
          </a:bodyPr>
          <a:lstStyle>
            <a:defPPr>
              <a:defRPr lang="en-GB"/>
            </a:defPPr>
            <a:lvl1pPr marL="0" marR="0" lvl="0" indent="0" defTabSz="180000" eaLnBrk="1" fontAlgn="auto" latinLnBrk="0" hangingPunct="1">
              <a:lnSpc>
                <a:spcPct val="100000"/>
              </a:lnSpc>
              <a:spcBef>
                <a:spcPts val="0"/>
              </a:spcBef>
              <a:spcAft>
                <a:spcPts val="300"/>
              </a:spcAft>
              <a:buClrTx/>
              <a:buSzTx/>
              <a:buFont typeface="+mj-lt"/>
              <a:buNone/>
              <a:tabLst>
                <a:tab pos="180000" algn="l"/>
              </a:tabLst>
              <a:defRPr kumimoji="0" sz="512" b="0" i="0" u="none" strike="noStrike" cap="none" spc="0" normalizeH="0" baseline="0">
                <a:ln>
                  <a:noFill/>
                </a:ln>
                <a:solidFill>
                  <a:schemeClr val="tx2"/>
                </a:solidFill>
                <a:effectLst/>
                <a:uLnTx/>
                <a:uFillTx/>
                <a:latin typeface="Meiryo UI" panose="020B0604030504040204" pitchFamily="50" charset="-128"/>
                <a:ea typeface="Meiryo UI" panose="020B0604030504040204" pitchFamily="50" charset="-128"/>
                <a:cs typeface="+mn-cs"/>
              </a:defRPr>
            </a:lvl1pPr>
            <a:lvl2pPr>
              <a:defRPr>
                <a:solidFill>
                  <a:schemeClr val="tx1"/>
                </a:solidFill>
                <a:latin typeface="Arial" charset="0"/>
                <a:ea typeface="ヒラギノ角ゴ Pro W3"/>
                <a:cs typeface="ヒラギノ角ゴ Pro W3"/>
              </a:defRPr>
            </a:lvl2pPr>
            <a:lvl3pPr>
              <a:defRPr>
                <a:solidFill>
                  <a:schemeClr val="tx1"/>
                </a:solidFill>
                <a:latin typeface="Arial" charset="0"/>
                <a:ea typeface="ヒラギノ角ゴ Pro W3"/>
                <a:cs typeface="ヒラギノ角ゴ Pro W3"/>
              </a:defRPr>
            </a:lvl3pPr>
            <a:lvl4pPr>
              <a:defRPr>
                <a:solidFill>
                  <a:schemeClr val="tx1"/>
                </a:solidFill>
                <a:latin typeface="Arial" charset="0"/>
                <a:ea typeface="ヒラギノ角ゴ Pro W3"/>
                <a:cs typeface="ヒラギノ角ゴ Pro W3"/>
              </a:defRPr>
            </a:lvl4pPr>
            <a:lvl5pPr>
              <a:defRPr>
                <a:solidFill>
                  <a:schemeClr val="tx1"/>
                </a:solidFill>
                <a:latin typeface="Arial" charset="0"/>
                <a:ea typeface="ヒラギノ角ゴ Pro W3"/>
                <a:cs typeface="ヒラギノ角ゴ Pro W3"/>
              </a:defRPr>
            </a:lvl5pPr>
            <a:lvl6pPr>
              <a:defRPr>
                <a:solidFill>
                  <a:schemeClr val="tx1"/>
                </a:solidFill>
                <a:latin typeface="Arial" charset="0"/>
                <a:ea typeface="ヒラギノ角ゴ Pro W3"/>
                <a:cs typeface="ヒラギノ角ゴ Pro W3"/>
              </a:defRPr>
            </a:lvl6pPr>
            <a:lvl7pPr>
              <a:defRPr>
                <a:solidFill>
                  <a:schemeClr val="tx1"/>
                </a:solidFill>
                <a:latin typeface="Arial" charset="0"/>
                <a:ea typeface="ヒラギノ角ゴ Pro W3"/>
                <a:cs typeface="ヒラギノ角ゴ Pro W3"/>
              </a:defRPr>
            </a:lvl7pPr>
            <a:lvl8pPr>
              <a:defRPr>
                <a:solidFill>
                  <a:schemeClr val="tx1"/>
                </a:solidFill>
                <a:latin typeface="Arial" charset="0"/>
                <a:ea typeface="ヒラギノ角ゴ Pro W3"/>
                <a:cs typeface="ヒラギノ角ゴ Pro W3"/>
              </a:defRPr>
            </a:lvl8pPr>
            <a:lvl9pPr>
              <a:defRPr>
                <a:solidFill>
                  <a:schemeClr val="tx1"/>
                </a:solidFill>
                <a:latin typeface="Arial" charset="0"/>
                <a:ea typeface="ヒラギノ角ゴ Pro W3"/>
                <a:cs typeface="ヒラギノ角ゴ Pro W3"/>
              </a:defRPr>
            </a:lvl9p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512"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5G side not ordered</a:t>
            </a:r>
            <a:endParaRPr kumimoji="0" lang="en-GB" sz="512"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72" name="Rectangle 171">
            <a:extLst>
              <a:ext uri="{FF2B5EF4-FFF2-40B4-BE49-F238E27FC236}">
                <a16:creationId xmlns:a16="http://schemas.microsoft.com/office/drawing/2014/main" id="{ACBD5E51-1E10-F288-8396-14D5B00AE67D}"/>
              </a:ext>
            </a:extLst>
          </p:cNvPr>
          <p:cNvSpPr/>
          <p:nvPr/>
        </p:nvSpPr>
        <p:spPr>
          <a:xfrm>
            <a:off x="6032292" y="116651"/>
            <a:ext cx="600873" cy="84348"/>
          </a:xfrm>
          <a:prstGeom prst="rect">
            <a:avLst/>
          </a:prstGeom>
          <a:solidFill>
            <a:schemeClr val="accent5">
              <a:lumMod val="40000"/>
              <a:lumOff val="60000"/>
              <a:alpha val="69804"/>
            </a:schemeClr>
          </a:solidFill>
          <a:ln w="9525" cap="flat" cmpd="sng" algn="ctr">
            <a:solidFill>
              <a:schemeClr val="accent5">
                <a:lumMod val="60000"/>
                <a:lumOff val="40000"/>
              </a:scheme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12" b="0" i="0" u="none" strike="noStrike" kern="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4G side ordered</a:t>
            </a:r>
          </a:p>
        </p:txBody>
      </p:sp>
      <p:sp>
        <p:nvSpPr>
          <p:cNvPr id="178" name="TextBox 177">
            <a:extLst>
              <a:ext uri="{FF2B5EF4-FFF2-40B4-BE49-F238E27FC236}">
                <a16:creationId xmlns:a16="http://schemas.microsoft.com/office/drawing/2014/main" id="{35354442-8937-CA68-5C3E-B45F981BA995}"/>
              </a:ext>
            </a:extLst>
          </p:cNvPr>
          <p:cNvSpPr txBox="1"/>
          <p:nvPr/>
        </p:nvSpPr>
        <p:spPr>
          <a:xfrm>
            <a:off x="4893723" y="161250"/>
            <a:ext cx="391013" cy="107722"/>
          </a:xfrm>
          <a:prstGeom prst="rect">
            <a:avLst/>
          </a:prstGeom>
          <a:noFill/>
          <a:ln>
            <a:noFill/>
          </a:ln>
        </p:spPr>
        <p:txBody>
          <a:bodyPr wrap="square" lIns="0" tIns="0" rIns="0" bIns="0" rtlCol="0">
            <a:spAutoFit/>
          </a:bodyPr>
          <a:lstStyle/>
          <a:p>
            <a:pPr marL="0" marR="0" lvl="0" indent="0" algn="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56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Legend:</a:t>
            </a:r>
            <a:endParaRPr kumimoji="0" lang="en-US" sz="56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82" name="Rectangle 181">
            <a:extLst>
              <a:ext uri="{FF2B5EF4-FFF2-40B4-BE49-F238E27FC236}">
                <a16:creationId xmlns:a16="http://schemas.microsoft.com/office/drawing/2014/main" id="{B3B118F9-4314-830C-A8BF-61CE0B23BE29}"/>
              </a:ext>
            </a:extLst>
          </p:cNvPr>
          <p:cNvSpPr/>
          <p:nvPr/>
        </p:nvSpPr>
        <p:spPr>
          <a:xfrm>
            <a:off x="6032292" y="237183"/>
            <a:ext cx="600873" cy="84348"/>
          </a:xfrm>
          <a:prstGeom prst="rect">
            <a:avLst/>
          </a:prstGeom>
          <a:solidFill>
            <a:schemeClr val="accent5">
              <a:lumMod val="75000"/>
              <a:alpha val="69804"/>
            </a:schemeClr>
          </a:solidFill>
          <a:ln w="9525" cap="flat" cmpd="sng" algn="ctr">
            <a:solidFill>
              <a:schemeClr val="accent5">
                <a:lumMod val="60000"/>
                <a:lumOff val="40000"/>
              </a:scheme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12"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4G side not ordered</a:t>
            </a:r>
          </a:p>
        </p:txBody>
      </p:sp>
      <p:sp>
        <p:nvSpPr>
          <p:cNvPr id="33" name="TextBox 126">
            <a:extLst>
              <a:ext uri="{FF2B5EF4-FFF2-40B4-BE49-F238E27FC236}">
                <a16:creationId xmlns:a16="http://schemas.microsoft.com/office/drawing/2014/main" id="{51A0981D-4B83-7323-8A58-254D34A70A87}"/>
              </a:ext>
            </a:extLst>
          </p:cNvPr>
          <p:cNvSpPr txBox="1"/>
          <p:nvPr/>
        </p:nvSpPr>
        <p:spPr>
          <a:xfrm>
            <a:off x="5029563" y="422981"/>
            <a:ext cx="607736" cy="107722"/>
          </a:xfrm>
          <a:prstGeom prst="rect">
            <a:avLst/>
          </a:prstGeom>
          <a:noFill/>
          <a:ln w="19050">
            <a:solidFill>
              <a:schemeClr val="accent6">
                <a:lumMod val="60000"/>
                <a:lumOff val="40000"/>
              </a:schemeClr>
            </a:solidFill>
            <a:prstDash val="sysDot"/>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560" b="1" i="0" u="none" strike="noStrike" kern="1200" cap="none" spc="0" normalizeH="0" baseline="0" noProof="0">
                <a:ln>
                  <a:noFill/>
                </a:ln>
                <a:solidFill>
                  <a:srgbClr val="7D33F2">
                    <a:lumMod val="60000"/>
                    <a:lumOff val="40000"/>
                  </a:srgbClr>
                </a:solidFill>
                <a:effectLst/>
                <a:uLnTx/>
                <a:uFillTx/>
                <a:latin typeface="Meiryo UI" panose="020B0604030504040204" pitchFamily="50" charset="-128"/>
                <a:ea typeface="Meiryo UI" panose="020B0604030504040204" pitchFamily="50" charset="-128"/>
                <a:cs typeface="+mn-cs"/>
              </a:rPr>
              <a:t> </a:t>
            </a:r>
            <a:r>
              <a:rPr kumimoji="0" lang="ja-JP" altLang="en-US" sz="560" b="1" i="0" u="none" strike="noStrike" kern="1200" cap="none" spc="0" normalizeH="0" baseline="0" noProof="1">
                <a:ln>
                  <a:noFill/>
                </a:ln>
                <a:solidFill>
                  <a:srgbClr val="7D33F2">
                    <a:lumMod val="60000"/>
                    <a:lumOff val="40000"/>
                  </a:srgbClr>
                </a:solidFill>
                <a:effectLst/>
                <a:uLnTx/>
                <a:uFillTx/>
                <a:latin typeface="Meiryo UI" panose="020B0604030504040204" pitchFamily="50" charset="-128"/>
                <a:ea typeface="Meiryo UI" panose="020B0604030504040204" pitchFamily="50" charset="-128"/>
                <a:cs typeface="+mn-cs"/>
              </a:rPr>
              <a:t>CR for integration</a:t>
            </a:r>
            <a:endParaRPr kumimoji="0" lang="en-GB" sz="560" b="1" i="0" u="none" strike="noStrike" kern="1200" cap="none" spc="0" normalizeH="0" baseline="0" noProof="0">
              <a:ln>
                <a:noFill/>
              </a:ln>
              <a:solidFill>
                <a:srgbClr val="7D33F2">
                  <a:lumMod val="60000"/>
                  <a:lumOff val="40000"/>
                </a:srgbClr>
              </a:solidFill>
              <a:effectLst/>
              <a:uLnTx/>
              <a:uFillTx/>
              <a:latin typeface="Meiryo UI" panose="020B0604030504040204" pitchFamily="50" charset="-128"/>
              <a:ea typeface="Meiryo UI" panose="020B0604030504040204" pitchFamily="50" charset="-128"/>
              <a:cs typeface="+mn-cs"/>
            </a:endParaRPr>
          </a:p>
        </p:txBody>
      </p:sp>
      <p:sp>
        <p:nvSpPr>
          <p:cNvPr id="36" name="Rectangle 35">
            <a:extLst>
              <a:ext uri="{FF2B5EF4-FFF2-40B4-BE49-F238E27FC236}">
                <a16:creationId xmlns:a16="http://schemas.microsoft.com/office/drawing/2014/main" id="{CF9933F6-CF6D-FC04-DE72-B42776E60661}"/>
              </a:ext>
            </a:extLst>
          </p:cNvPr>
          <p:cNvSpPr/>
          <p:nvPr/>
        </p:nvSpPr>
        <p:spPr>
          <a:xfrm>
            <a:off x="5713283" y="370639"/>
            <a:ext cx="936000" cy="180000"/>
          </a:xfrm>
          <a:prstGeom prst="rect">
            <a:avLst/>
          </a:prstGeom>
          <a:solidFill>
            <a:srgbClr val="001135">
              <a:alpha val="69804"/>
            </a:srgbClr>
          </a:solidFill>
          <a:ln w="9525"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84"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Work for KDDI/xGN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84"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Support for NOKIA</a:t>
            </a:r>
          </a:p>
        </p:txBody>
      </p:sp>
      <p:sp>
        <p:nvSpPr>
          <p:cNvPr id="20" name="Rectangle 19">
            <a:extLst>
              <a:ext uri="{FF2B5EF4-FFF2-40B4-BE49-F238E27FC236}">
                <a16:creationId xmlns:a16="http://schemas.microsoft.com/office/drawing/2014/main" id="{863AAE7C-5286-0EEF-8113-A84C0D015A22}"/>
              </a:ext>
            </a:extLst>
          </p:cNvPr>
          <p:cNvSpPr/>
          <p:nvPr/>
        </p:nvSpPr>
        <p:spPr>
          <a:xfrm>
            <a:off x="3184681" y="1030525"/>
            <a:ext cx="1412719" cy="76944"/>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HaaS SDL ExP Upgrade (24.7)</a:t>
            </a:r>
          </a:p>
        </p:txBody>
      </p:sp>
      <p:sp>
        <p:nvSpPr>
          <p:cNvPr id="68" name="Rectangle 67">
            <a:extLst>
              <a:ext uri="{FF2B5EF4-FFF2-40B4-BE49-F238E27FC236}">
                <a16:creationId xmlns:a16="http://schemas.microsoft.com/office/drawing/2014/main" id="{80D0BC20-D4E2-5FB9-02A6-9BAE1F9B05B3}"/>
              </a:ext>
            </a:extLst>
          </p:cNvPr>
          <p:cNvSpPr/>
          <p:nvPr/>
        </p:nvSpPr>
        <p:spPr>
          <a:xfrm>
            <a:off x="3191192" y="1356248"/>
            <a:ext cx="1419137" cy="85249"/>
          </a:xfrm>
          <a:prstGeom prst="rect">
            <a:avLst/>
          </a:prstGeom>
          <a:solidFill>
            <a:schemeClr val="accent5">
              <a:lumMod val="40000"/>
              <a:lumOff val="60000"/>
              <a:alpha val="69804"/>
            </a:schemeClr>
          </a:solidFill>
          <a:ln w="9525" cap="flat" cmpd="sng" algn="ctr">
            <a:solidFill>
              <a:schemeClr val="accent5">
                <a:lumMod val="60000"/>
                <a:lumOff val="40000"/>
              </a:scheme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12" b="0" i="0" u="none" strike="noStrike" kern="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Integration SDL ExP Upgrade (24.7)</a:t>
            </a:r>
          </a:p>
        </p:txBody>
      </p:sp>
      <p:sp>
        <p:nvSpPr>
          <p:cNvPr id="75" name="Oval 74">
            <a:extLst>
              <a:ext uri="{FF2B5EF4-FFF2-40B4-BE49-F238E27FC236}">
                <a16:creationId xmlns:a16="http://schemas.microsoft.com/office/drawing/2014/main" id="{220EE6F8-D0F7-3C9D-0FFC-057B33C1DFC7}"/>
              </a:ext>
            </a:extLst>
          </p:cNvPr>
          <p:cNvSpPr/>
          <p:nvPr/>
        </p:nvSpPr>
        <p:spPr>
          <a:xfrm>
            <a:off x="2849530" y="984868"/>
            <a:ext cx="301003" cy="132264"/>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4-6-1</a:t>
            </a:r>
          </a:p>
        </p:txBody>
      </p:sp>
      <p:sp>
        <p:nvSpPr>
          <p:cNvPr id="78" name="Oval 77">
            <a:extLst>
              <a:ext uri="{FF2B5EF4-FFF2-40B4-BE49-F238E27FC236}">
                <a16:creationId xmlns:a16="http://schemas.microsoft.com/office/drawing/2014/main" id="{4560E37D-0DC7-ACE0-85B1-8BC92E136659}"/>
              </a:ext>
            </a:extLst>
          </p:cNvPr>
          <p:cNvSpPr/>
          <p:nvPr/>
        </p:nvSpPr>
        <p:spPr>
          <a:xfrm>
            <a:off x="2862955" y="1337859"/>
            <a:ext cx="301003" cy="13226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4-6-2</a:t>
            </a:r>
          </a:p>
        </p:txBody>
      </p:sp>
      <p:sp>
        <p:nvSpPr>
          <p:cNvPr id="79" name="Rectangle 87">
            <a:extLst>
              <a:ext uri="{FF2B5EF4-FFF2-40B4-BE49-F238E27FC236}">
                <a16:creationId xmlns:a16="http://schemas.microsoft.com/office/drawing/2014/main" id="{AE40B4F2-54EA-A16B-DAF3-27A473CF2297}"/>
              </a:ext>
            </a:extLst>
          </p:cNvPr>
          <p:cNvSpPr/>
          <p:nvPr/>
        </p:nvSpPr>
        <p:spPr>
          <a:xfrm>
            <a:off x="7090959" y="1108669"/>
            <a:ext cx="540000" cy="76944"/>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40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NF Removal</a:t>
            </a:r>
          </a:p>
        </p:txBody>
      </p:sp>
      <p:sp>
        <p:nvSpPr>
          <p:cNvPr id="80" name="Rectangle 87">
            <a:extLst>
              <a:ext uri="{FF2B5EF4-FFF2-40B4-BE49-F238E27FC236}">
                <a16:creationId xmlns:a16="http://schemas.microsoft.com/office/drawing/2014/main" id="{AC1BC845-408F-6DB7-2BC6-B8D6937DD6E4}"/>
              </a:ext>
            </a:extLst>
          </p:cNvPr>
          <p:cNvSpPr/>
          <p:nvPr/>
        </p:nvSpPr>
        <p:spPr>
          <a:xfrm>
            <a:off x="7658459" y="1113240"/>
            <a:ext cx="881664" cy="76944"/>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40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NAC/NetAct Removal</a:t>
            </a:r>
            <a:endParaRPr kumimoji="0" lang="en-US" altLang="ja-JP" sz="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91" name="Oval 90">
            <a:extLst>
              <a:ext uri="{FF2B5EF4-FFF2-40B4-BE49-F238E27FC236}">
                <a16:creationId xmlns:a16="http://schemas.microsoft.com/office/drawing/2014/main" id="{670F6DA9-4AED-CDA6-8C12-EB3D1ACE0568}"/>
              </a:ext>
            </a:extLst>
          </p:cNvPr>
          <p:cNvSpPr/>
          <p:nvPr/>
        </p:nvSpPr>
        <p:spPr>
          <a:xfrm>
            <a:off x="6944447" y="1077816"/>
            <a:ext cx="170383" cy="117426"/>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5-3</a:t>
            </a:r>
          </a:p>
        </p:txBody>
      </p:sp>
      <p:sp>
        <p:nvSpPr>
          <p:cNvPr id="92" name="Oval 91">
            <a:extLst>
              <a:ext uri="{FF2B5EF4-FFF2-40B4-BE49-F238E27FC236}">
                <a16:creationId xmlns:a16="http://schemas.microsoft.com/office/drawing/2014/main" id="{FCA5FE68-BABA-BEEF-509E-8EE418D0523F}"/>
              </a:ext>
            </a:extLst>
          </p:cNvPr>
          <p:cNvSpPr/>
          <p:nvPr/>
        </p:nvSpPr>
        <p:spPr>
          <a:xfrm>
            <a:off x="7641255" y="1001655"/>
            <a:ext cx="170383" cy="117426"/>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5-4</a:t>
            </a:r>
          </a:p>
        </p:txBody>
      </p:sp>
      <p:sp>
        <p:nvSpPr>
          <p:cNvPr id="104" name="Right Brace 103">
            <a:extLst>
              <a:ext uri="{FF2B5EF4-FFF2-40B4-BE49-F238E27FC236}">
                <a16:creationId xmlns:a16="http://schemas.microsoft.com/office/drawing/2014/main" id="{5988F20B-58E6-E2F6-EB67-53E9F05347E7}"/>
              </a:ext>
            </a:extLst>
          </p:cNvPr>
          <p:cNvSpPr/>
          <p:nvPr/>
        </p:nvSpPr>
        <p:spPr>
          <a:xfrm rot="5400000">
            <a:off x="3792268" y="2641279"/>
            <a:ext cx="177515" cy="1754488"/>
          </a:xfrm>
          <a:prstGeom prst="rightBrace">
            <a:avLst>
              <a:gd name="adj1" fmla="val 54836"/>
              <a:gd name="adj2" fmla="val 50000"/>
            </a:avLst>
          </a:prstGeom>
          <a:ln w="63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440" b="0" i="0" u="none" strike="noStrike" kern="1200" cap="none" spc="0" normalizeH="0" baseline="0" noProof="0">
              <a:ln>
                <a:noFill/>
              </a:ln>
              <a:solidFill>
                <a:srgbClr val="CCCCCC"/>
              </a:solidFill>
              <a:effectLst/>
              <a:uLnTx/>
              <a:uFillTx/>
              <a:latin typeface="Meiryo UI" panose="020B0604030504040204" pitchFamily="50" charset="-128"/>
              <a:ea typeface="Meiryo UI" panose="020B0604030504040204" pitchFamily="50" charset="-128"/>
              <a:cs typeface="+mn-cs"/>
            </a:endParaRPr>
          </a:p>
        </p:txBody>
      </p:sp>
      <p:sp>
        <p:nvSpPr>
          <p:cNvPr id="113" name="Rectangle 112">
            <a:extLst>
              <a:ext uri="{FF2B5EF4-FFF2-40B4-BE49-F238E27FC236}">
                <a16:creationId xmlns:a16="http://schemas.microsoft.com/office/drawing/2014/main" id="{A3753DB9-F5FB-EEE2-F729-3E3F05F19D0F}"/>
              </a:ext>
            </a:extLst>
          </p:cNvPr>
          <p:cNvSpPr/>
          <p:nvPr/>
        </p:nvSpPr>
        <p:spPr>
          <a:xfrm>
            <a:off x="3278841" y="4295877"/>
            <a:ext cx="1729523" cy="92333"/>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AUSF/UDM New build</a:t>
            </a:r>
          </a:p>
        </p:txBody>
      </p:sp>
      <p:sp>
        <p:nvSpPr>
          <p:cNvPr id="114" name="Rectangle 113">
            <a:extLst>
              <a:ext uri="{FF2B5EF4-FFF2-40B4-BE49-F238E27FC236}">
                <a16:creationId xmlns:a16="http://schemas.microsoft.com/office/drawing/2014/main" id="{BBEDF555-54D2-1E0B-3848-3DAE3AA71BA7}"/>
              </a:ext>
            </a:extLst>
          </p:cNvPr>
          <p:cNvSpPr/>
          <p:nvPr/>
        </p:nvSpPr>
        <p:spPr>
          <a:xfrm>
            <a:off x="3278841" y="4418658"/>
            <a:ext cx="1729523" cy="92333"/>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SCPv/BSF/DRA New build</a:t>
            </a:r>
          </a:p>
        </p:txBody>
      </p:sp>
      <p:sp>
        <p:nvSpPr>
          <p:cNvPr id="115" name="Rectangle 114">
            <a:extLst>
              <a:ext uri="{FF2B5EF4-FFF2-40B4-BE49-F238E27FC236}">
                <a16:creationId xmlns:a16="http://schemas.microsoft.com/office/drawing/2014/main" id="{8C942FFC-D81A-AC55-A355-8B98766E159B}"/>
              </a:ext>
            </a:extLst>
          </p:cNvPr>
          <p:cNvSpPr/>
          <p:nvPr/>
        </p:nvSpPr>
        <p:spPr>
          <a:xfrm>
            <a:off x="3278841" y="4547141"/>
            <a:ext cx="1729523" cy="92333"/>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PCFv/PCRFv New build</a:t>
            </a:r>
          </a:p>
        </p:txBody>
      </p:sp>
      <p:sp>
        <p:nvSpPr>
          <p:cNvPr id="116" name="Rectangle 115">
            <a:extLst>
              <a:ext uri="{FF2B5EF4-FFF2-40B4-BE49-F238E27FC236}">
                <a16:creationId xmlns:a16="http://schemas.microsoft.com/office/drawing/2014/main" id="{180C6F40-5DAE-C494-FCCD-45C016B1FF8E}"/>
              </a:ext>
            </a:extLst>
          </p:cNvPr>
          <p:cNvSpPr/>
          <p:nvPr/>
        </p:nvSpPr>
        <p:spPr>
          <a:xfrm>
            <a:off x="3278841" y="4669922"/>
            <a:ext cx="1729523" cy="92333"/>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Mirroing Server New build</a:t>
            </a:r>
          </a:p>
        </p:txBody>
      </p:sp>
      <p:sp>
        <p:nvSpPr>
          <p:cNvPr id="120" name="Rectangle 119">
            <a:extLst>
              <a:ext uri="{FF2B5EF4-FFF2-40B4-BE49-F238E27FC236}">
                <a16:creationId xmlns:a16="http://schemas.microsoft.com/office/drawing/2014/main" id="{72A6FFE1-B093-8A93-C1DA-1303ACE8DEC5}"/>
              </a:ext>
            </a:extLst>
          </p:cNvPr>
          <p:cNvSpPr/>
          <p:nvPr/>
        </p:nvSpPr>
        <p:spPr>
          <a:xfrm>
            <a:off x="3278841" y="4826294"/>
            <a:ext cx="1729523" cy="91440"/>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4G/5G integrated EIR rebuild</a:t>
            </a:r>
            <a:r>
              <a:rPr kumimoji="0" lang="en-US" altLang="ja-JP" sz="512" b="0" i="0" u="none" strike="noStrike" kern="1200" cap="none" spc="0" normalizeH="0" baseline="0" noProof="0">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　　</a:t>
            </a:r>
            <a:endPar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21" name="Rectangle 120">
            <a:extLst>
              <a:ext uri="{FF2B5EF4-FFF2-40B4-BE49-F238E27FC236}">
                <a16:creationId xmlns:a16="http://schemas.microsoft.com/office/drawing/2014/main" id="{FDFFE01B-182F-5C49-CD67-B3A989CE6C02}"/>
              </a:ext>
            </a:extLst>
          </p:cNvPr>
          <p:cNvSpPr/>
          <p:nvPr/>
        </p:nvSpPr>
        <p:spPr>
          <a:xfrm>
            <a:off x="3278841" y="4953619"/>
            <a:ext cx="1729523" cy="92333"/>
          </a:xfrm>
          <a:prstGeom prst="rect">
            <a:avLst/>
          </a:prstGeom>
          <a:solidFill>
            <a:schemeClr val="accent5">
              <a:lumMod val="40000"/>
              <a:lumOff val="60000"/>
              <a:alpha val="69804"/>
            </a:schemeClr>
          </a:solidFill>
          <a:ln w="9525" cap="flat" cmpd="sng" algn="ctr">
            <a:solidFill>
              <a:schemeClr val="accent5">
                <a:lumMod val="60000"/>
                <a:lumOff val="40000"/>
              </a:scheme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12" b="0" i="0" u="none" strike="noStrike" kern="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4G/5G integrated HSS/HLR rebuild</a:t>
            </a:r>
          </a:p>
        </p:txBody>
      </p:sp>
      <p:sp>
        <p:nvSpPr>
          <p:cNvPr id="137" name="Rectangle 136">
            <a:extLst>
              <a:ext uri="{FF2B5EF4-FFF2-40B4-BE49-F238E27FC236}">
                <a16:creationId xmlns:a16="http://schemas.microsoft.com/office/drawing/2014/main" id="{E456D6E5-293E-13DB-29B8-95A7F813873A}"/>
              </a:ext>
            </a:extLst>
          </p:cNvPr>
          <p:cNvSpPr/>
          <p:nvPr/>
        </p:nvSpPr>
        <p:spPr>
          <a:xfrm>
            <a:off x="3135870" y="4185523"/>
            <a:ext cx="1977943" cy="923576"/>
          </a:xfrm>
          <a:prstGeom prst="rect">
            <a:avLst/>
          </a:prstGeom>
          <a:no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38" name="TextBox 137">
            <a:extLst>
              <a:ext uri="{FF2B5EF4-FFF2-40B4-BE49-F238E27FC236}">
                <a16:creationId xmlns:a16="http://schemas.microsoft.com/office/drawing/2014/main" id="{F431DDC3-226A-2F34-3646-BB264F2B3E5F}"/>
              </a:ext>
            </a:extLst>
          </p:cNvPr>
          <p:cNvSpPr txBox="1"/>
          <p:nvPr/>
        </p:nvSpPr>
        <p:spPr>
          <a:xfrm>
            <a:off x="3298059" y="4127627"/>
            <a:ext cx="1656513" cy="123111"/>
          </a:xfrm>
          <a:prstGeom prst="rect">
            <a:avLst/>
          </a:prstGeom>
          <a:solidFill>
            <a:schemeClr val="bg1"/>
          </a:solidFill>
          <a:ln>
            <a:solidFill>
              <a:schemeClr val="tx2">
                <a:lumMod val="75000"/>
                <a:lumOff val="25000"/>
              </a:schemeClr>
            </a:solidFill>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64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Build on KYANOS (breakdown)</a:t>
            </a:r>
            <a:endParaRPr kumimoji="0" lang="en-US" sz="64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43" name="Rectangle 142">
            <a:extLst>
              <a:ext uri="{FF2B5EF4-FFF2-40B4-BE49-F238E27FC236}">
                <a16:creationId xmlns:a16="http://schemas.microsoft.com/office/drawing/2014/main" id="{EACB0D45-9087-7393-475B-A661AE68F65A}"/>
              </a:ext>
            </a:extLst>
          </p:cNvPr>
          <p:cNvSpPr/>
          <p:nvPr/>
        </p:nvSpPr>
        <p:spPr>
          <a:xfrm>
            <a:off x="2032000" y="1029236"/>
            <a:ext cx="3029708" cy="582567"/>
          </a:xfrm>
          <a:prstGeom prst="rect">
            <a:avLst/>
          </a:prstGeom>
          <a:solidFill>
            <a:schemeClr val="bg1">
              <a:lumMod val="65000"/>
            </a:schemeClr>
          </a:solid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47" name="Rectangle 146">
            <a:extLst>
              <a:ext uri="{FF2B5EF4-FFF2-40B4-BE49-F238E27FC236}">
                <a16:creationId xmlns:a16="http://schemas.microsoft.com/office/drawing/2014/main" id="{5FA51FE0-849F-E40A-ABF2-6D6ABA81BA8B}"/>
              </a:ext>
            </a:extLst>
          </p:cNvPr>
          <p:cNvSpPr/>
          <p:nvPr/>
        </p:nvSpPr>
        <p:spPr>
          <a:xfrm>
            <a:off x="1861012" y="1199932"/>
            <a:ext cx="609835" cy="241882"/>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LV603A/B</a:t>
            </a:r>
            <a:endParaRPr kumimoji="0" lang="en-US" sz="64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148" name="Rectangle 147">
            <a:extLst>
              <a:ext uri="{FF2B5EF4-FFF2-40B4-BE49-F238E27FC236}">
                <a16:creationId xmlns:a16="http://schemas.microsoft.com/office/drawing/2014/main" id="{BFC31F8A-D66D-C29F-52A1-6ADEF3512FCE}"/>
              </a:ext>
            </a:extLst>
          </p:cNvPr>
          <p:cNvSpPr/>
          <p:nvPr/>
        </p:nvSpPr>
        <p:spPr>
          <a:xfrm>
            <a:off x="6753981" y="1023545"/>
            <a:ext cx="2137500" cy="520598"/>
          </a:xfrm>
          <a:prstGeom prst="rect">
            <a:avLst/>
          </a:prstGeom>
          <a:solidFill>
            <a:schemeClr val="bg1">
              <a:lumMod val="65000"/>
            </a:schemeClr>
          </a:solid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49" name="Rectangle 148">
            <a:extLst>
              <a:ext uri="{FF2B5EF4-FFF2-40B4-BE49-F238E27FC236}">
                <a16:creationId xmlns:a16="http://schemas.microsoft.com/office/drawing/2014/main" id="{A80405A7-4490-D63B-3EFB-46423240F5AD}"/>
              </a:ext>
            </a:extLst>
          </p:cNvPr>
          <p:cNvSpPr/>
          <p:nvPr/>
        </p:nvSpPr>
        <p:spPr>
          <a:xfrm>
            <a:off x="6400818" y="1126110"/>
            <a:ext cx="525026" cy="312023"/>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LV604</a:t>
            </a:r>
          </a:p>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ja-JP" altLang="en-US"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Not PO</a:t>
            </a:r>
            <a:endParaRPr kumimoji="0" lang="en-US" sz="64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150" name="Rectangle 149">
            <a:extLst>
              <a:ext uri="{FF2B5EF4-FFF2-40B4-BE49-F238E27FC236}">
                <a16:creationId xmlns:a16="http://schemas.microsoft.com/office/drawing/2014/main" id="{B6A9A880-01C4-908F-6937-34C86CE61647}"/>
              </a:ext>
            </a:extLst>
          </p:cNvPr>
          <p:cNvSpPr/>
          <p:nvPr/>
        </p:nvSpPr>
        <p:spPr>
          <a:xfrm>
            <a:off x="6977900" y="3623872"/>
            <a:ext cx="2138103" cy="307264"/>
          </a:xfrm>
          <a:prstGeom prst="rect">
            <a:avLst/>
          </a:prstGeom>
          <a:solidFill>
            <a:schemeClr val="bg1">
              <a:lumMod val="65000"/>
            </a:schemeClr>
          </a:solid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52" name="Rectangle 151">
            <a:extLst>
              <a:ext uri="{FF2B5EF4-FFF2-40B4-BE49-F238E27FC236}">
                <a16:creationId xmlns:a16="http://schemas.microsoft.com/office/drawing/2014/main" id="{A932D664-EED5-7EAC-4096-8DCB5A429A4E}"/>
              </a:ext>
            </a:extLst>
          </p:cNvPr>
          <p:cNvSpPr/>
          <p:nvPr/>
        </p:nvSpPr>
        <p:spPr>
          <a:xfrm>
            <a:off x="6574830" y="3332884"/>
            <a:ext cx="540000" cy="307264"/>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LV607</a:t>
            </a:r>
          </a:p>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ja-JP" altLang="en-US"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Not PO</a:t>
            </a:r>
            <a:endParaRPr kumimoji="0" lang="en-US" sz="64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157" name="Rectangle 87">
            <a:extLst>
              <a:ext uri="{FF2B5EF4-FFF2-40B4-BE49-F238E27FC236}">
                <a16:creationId xmlns:a16="http://schemas.microsoft.com/office/drawing/2014/main" id="{ACFD3C97-2C71-429A-D162-E4203529F792}"/>
              </a:ext>
            </a:extLst>
          </p:cNvPr>
          <p:cNvSpPr/>
          <p:nvPr/>
        </p:nvSpPr>
        <p:spPr>
          <a:xfrm>
            <a:off x="7665145" y="1226394"/>
            <a:ext cx="881664" cy="76944"/>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40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OAM migration</a:t>
            </a:r>
            <a:endParaRPr kumimoji="0" lang="en-US" altLang="ja-JP" sz="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58" name="Oval 157">
            <a:extLst>
              <a:ext uri="{FF2B5EF4-FFF2-40B4-BE49-F238E27FC236}">
                <a16:creationId xmlns:a16="http://schemas.microsoft.com/office/drawing/2014/main" id="{CB9B508F-0B92-D2F4-68A4-0C89AE3B8288}"/>
              </a:ext>
            </a:extLst>
          </p:cNvPr>
          <p:cNvSpPr/>
          <p:nvPr/>
        </p:nvSpPr>
        <p:spPr>
          <a:xfrm>
            <a:off x="7489997" y="1205947"/>
            <a:ext cx="170383" cy="117426"/>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5-4</a:t>
            </a:r>
          </a:p>
        </p:txBody>
      </p:sp>
      <p:sp>
        <p:nvSpPr>
          <p:cNvPr id="6" name="Rectangle 5">
            <a:extLst>
              <a:ext uri="{FF2B5EF4-FFF2-40B4-BE49-F238E27FC236}">
                <a16:creationId xmlns:a16="http://schemas.microsoft.com/office/drawing/2014/main" id="{67E2EC19-1C08-CD1D-515C-C1F7B4C57EAE}"/>
              </a:ext>
            </a:extLst>
          </p:cNvPr>
          <p:cNvSpPr/>
          <p:nvPr/>
        </p:nvSpPr>
        <p:spPr>
          <a:xfrm>
            <a:off x="2804441" y="1140324"/>
            <a:ext cx="2034047" cy="76944"/>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5G-SOGW Upgrade in Provisioning Migration</a:t>
            </a:r>
            <a:r>
              <a:rPr kumimoji="0" lang="en-US" altLang="ja-JP" sz="512" b="0" i="0" u="none" strike="noStrike" kern="1200" cap="none" spc="0" normalizeH="0" baseline="0" noProof="0">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  </a:t>
            </a:r>
          </a:p>
        </p:txBody>
      </p:sp>
      <p:sp>
        <p:nvSpPr>
          <p:cNvPr id="7" name="Rectangle 6">
            <a:extLst>
              <a:ext uri="{FF2B5EF4-FFF2-40B4-BE49-F238E27FC236}">
                <a16:creationId xmlns:a16="http://schemas.microsoft.com/office/drawing/2014/main" id="{CFA53583-305A-F98F-C4EB-D6BAE95C2B11}"/>
              </a:ext>
            </a:extLst>
          </p:cNvPr>
          <p:cNvSpPr/>
          <p:nvPr/>
        </p:nvSpPr>
        <p:spPr>
          <a:xfrm>
            <a:off x="2843489" y="1474073"/>
            <a:ext cx="2076813" cy="76944"/>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4G-SOGW Upgrade in Provisioning Migration</a:t>
            </a:r>
          </a:p>
        </p:txBody>
      </p:sp>
      <p:sp>
        <p:nvSpPr>
          <p:cNvPr id="10" name="Oval 9">
            <a:extLst>
              <a:ext uri="{FF2B5EF4-FFF2-40B4-BE49-F238E27FC236}">
                <a16:creationId xmlns:a16="http://schemas.microsoft.com/office/drawing/2014/main" id="{39D1F87B-24E1-19CB-5B66-B9B11D8574E6}"/>
              </a:ext>
            </a:extLst>
          </p:cNvPr>
          <p:cNvSpPr/>
          <p:nvPr/>
        </p:nvSpPr>
        <p:spPr>
          <a:xfrm>
            <a:off x="2489450" y="1106347"/>
            <a:ext cx="301003" cy="132264"/>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5-2-1</a:t>
            </a:r>
          </a:p>
        </p:txBody>
      </p:sp>
      <p:sp>
        <p:nvSpPr>
          <p:cNvPr id="11" name="Oval 10">
            <a:extLst>
              <a:ext uri="{FF2B5EF4-FFF2-40B4-BE49-F238E27FC236}">
                <a16:creationId xmlns:a16="http://schemas.microsoft.com/office/drawing/2014/main" id="{6943E566-BC4E-4EC4-F7DB-D048CCF0241D}"/>
              </a:ext>
            </a:extLst>
          </p:cNvPr>
          <p:cNvSpPr/>
          <p:nvPr/>
        </p:nvSpPr>
        <p:spPr>
          <a:xfrm>
            <a:off x="2528804" y="1445671"/>
            <a:ext cx="301003" cy="132264"/>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5-2-2</a:t>
            </a:r>
          </a:p>
        </p:txBody>
      </p:sp>
      <p:sp>
        <p:nvSpPr>
          <p:cNvPr id="45" name="Rectangle 44">
            <a:extLst>
              <a:ext uri="{FF2B5EF4-FFF2-40B4-BE49-F238E27FC236}">
                <a16:creationId xmlns:a16="http://schemas.microsoft.com/office/drawing/2014/main" id="{3C4F2FB5-AFCE-F037-6A6A-EA1EABED2C9F}"/>
              </a:ext>
            </a:extLst>
          </p:cNvPr>
          <p:cNvSpPr/>
          <p:nvPr/>
        </p:nvSpPr>
        <p:spPr>
          <a:xfrm>
            <a:off x="2794802" y="3079906"/>
            <a:ext cx="1994999" cy="506894"/>
          </a:xfrm>
          <a:prstGeom prst="rect">
            <a:avLst/>
          </a:prstGeom>
          <a:solidFill>
            <a:srgbClr val="FFFF00"/>
          </a:solid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35" name="Oval 34">
            <a:extLst>
              <a:ext uri="{FF2B5EF4-FFF2-40B4-BE49-F238E27FC236}">
                <a16:creationId xmlns:a16="http://schemas.microsoft.com/office/drawing/2014/main" id="{C7D1025A-BCC2-5D0D-21B7-2C6D06DBB7B2}"/>
              </a:ext>
            </a:extLst>
          </p:cNvPr>
          <p:cNvSpPr/>
          <p:nvPr/>
        </p:nvSpPr>
        <p:spPr>
          <a:xfrm>
            <a:off x="3024220" y="4937291"/>
            <a:ext cx="301003" cy="13226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4-6-4</a:t>
            </a:r>
          </a:p>
        </p:txBody>
      </p:sp>
      <p:sp>
        <p:nvSpPr>
          <p:cNvPr id="74" name="TextBox 73">
            <a:extLst>
              <a:ext uri="{FF2B5EF4-FFF2-40B4-BE49-F238E27FC236}">
                <a16:creationId xmlns:a16="http://schemas.microsoft.com/office/drawing/2014/main" id="{E08020D3-595F-95FB-C022-73CB3A84B988}"/>
              </a:ext>
            </a:extLst>
          </p:cNvPr>
          <p:cNvSpPr txBox="1"/>
          <p:nvPr/>
        </p:nvSpPr>
        <p:spPr>
          <a:xfrm>
            <a:off x="8053291" y="362475"/>
            <a:ext cx="960584" cy="184666"/>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960" b="0" i="0" u="none" strike="noStrike" kern="1200" cap="none" spc="0" normalizeH="0" baseline="0" noProof="1">
                <a:ln>
                  <a:noFill/>
                </a:ln>
                <a:solidFill>
                  <a:srgbClr val="FF0000"/>
                </a:solidFill>
                <a:effectLst/>
                <a:uLnTx/>
                <a:uFillTx/>
                <a:latin typeface="Meiryo UI" panose="020B0604030504040204" pitchFamily="50" charset="-128"/>
                <a:ea typeface="Meiryo UI" panose="020B0604030504040204" pitchFamily="50" charset="-128"/>
                <a:cs typeface="+mn-cs"/>
              </a:rPr>
              <a:t>Version 2025/4/21</a:t>
            </a:r>
          </a:p>
        </p:txBody>
      </p:sp>
      <p:sp>
        <p:nvSpPr>
          <p:cNvPr id="89" name="Rectangle 88">
            <a:extLst>
              <a:ext uri="{FF2B5EF4-FFF2-40B4-BE49-F238E27FC236}">
                <a16:creationId xmlns:a16="http://schemas.microsoft.com/office/drawing/2014/main" id="{FD399EB6-4DED-C3D9-57A3-7DC6FC88526F}"/>
              </a:ext>
            </a:extLst>
          </p:cNvPr>
          <p:cNvSpPr/>
          <p:nvPr/>
        </p:nvSpPr>
        <p:spPr>
          <a:xfrm>
            <a:off x="7131370" y="1343937"/>
            <a:ext cx="1670115" cy="155467"/>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914355" rtl="0" eaLnBrk="1" fontAlgn="base" latinLnBrk="0" hangingPunct="1">
              <a:lnSpc>
                <a:spcPts val="600"/>
              </a:lnSpc>
              <a:spcBef>
                <a:spcPct val="0"/>
              </a:spcBef>
              <a:spcAft>
                <a:spcPct val="0"/>
              </a:spcAft>
              <a:buClrTx/>
              <a:buSzTx/>
              <a:buFontTx/>
              <a:buNone/>
              <a:tabLst/>
              <a:defRPr/>
            </a:pPr>
            <a:r>
              <a:rPr kumimoji="0"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4G SO GW EIR IMEI Prefix Double Probi</a:t>
            </a:r>
            <a:endParaRPr kumimoji="0"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p>
            <a:pPr marL="0" marR="0" lvl="0" indent="0" algn="ctr" defTabSz="914355" rtl="0" eaLnBrk="1" fontAlgn="base" latinLnBrk="0" hangingPunct="1">
              <a:lnSpc>
                <a:spcPts val="600"/>
              </a:lnSpc>
              <a:spcBef>
                <a:spcPct val="0"/>
              </a:spcBef>
              <a:spcAft>
                <a:spcPct val="0"/>
              </a:spcAft>
              <a:buClrTx/>
              <a:buSzTx/>
              <a:buFontTx/>
              <a:buNone/>
              <a:tabLst/>
              <a:defRPr/>
            </a:pPr>
            <a:r>
              <a:rPr kumimoji="0"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 Model information transfer stop (V/K-LAB verification/commercial application)</a:t>
            </a:r>
          </a:p>
        </p:txBody>
      </p:sp>
      <p:sp>
        <p:nvSpPr>
          <p:cNvPr id="31" name="Rectangle 30">
            <a:extLst>
              <a:ext uri="{FF2B5EF4-FFF2-40B4-BE49-F238E27FC236}">
                <a16:creationId xmlns:a16="http://schemas.microsoft.com/office/drawing/2014/main" id="{068B3357-56CF-5342-64DF-D1505FA7E25E}"/>
              </a:ext>
            </a:extLst>
          </p:cNvPr>
          <p:cNvSpPr/>
          <p:nvPr/>
        </p:nvSpPr>
        <p:spPr>
          <a:xfrm>
            <a:off x="2997548" y="1251069"/>
            <a:ext cx="1883707" cy="76944"/>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5G-SOGW eps area deleted/SDP upper limit value changed</a:t>
            </a:r>
            <a:endParaRPr kumimoji="0" lang="en-US" altLang="ja-JP" sz="512" b="0" i="0" u="none" strike="noStrike" kern="1200" cap="none" spc="0" normalizeH="0" baseline="0" noProof="0">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40" name="Rectangle 39">
            <a:extLst>
              <a:ext uri="{FF2B5EF4-FFF2-40B4-BE49-F238E27FC236}">
                <a16:creationId xmlns:a16="http://schemas.microsoft.com/office/drawing/2014/main" id="{23777BDE-4122-2D1A-C83C-A9EA9EC305E0}"/>
              </a:ext>
            </a:extLst>
          </p:cNvPr>
          <p:cNvSpPr/>
          <p:nvPr/>
        </p:nvSpPr>
        <p:spPr>
          <a:xfrm>
            <a:off x="4223128" y="3617333"/>
            <a:ext cx="1754489" cy="269138"/>
          </a:xfrm>
          <a:prstGeom prst="rect">
            <a:avLst/>
          </a:prstGeom>
          <a:solidFill>
            <a:schemeClr val="bg1">
              <a:lumMod val="65000"/>
            </a:schemeClr>
          </a:solid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41" name="Rectangle 40">
            <a:extLst>
              <a:ext uri="{FF2B5EF4-FFF2-40B4-BE49-F238E27FC236}">
                <a16:creationId xmlns:a16="http://schemas.microsoft.com/office/drawing/2014/main" id="{D440CC28-6AC4-112C-1441-C1BF94044C70}"/>
              </a:ext>
            </a:extLst>
          </p:cNvPr>
          <p:cNvSpPr/>
          <p:nvPr/>
        </p:nvSpPr>
        <p:spPr>
          <a:xfrm>
            <a:off x="5420810" y="3732320"/>
            <a:ext cx="1087639" cy="303629"/>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LV633</a:t>
            </a:r>
          </a:p>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August 2025 PO desired</a:t>
            </a:r>
            <a:endParaRPr kumimoji="0" lang="en-US" sz="64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52" name="Rectangle 51">
            <a:extLst>
              <a:ext uri="{FF2B5EF4-FFF2-40B4-BE49-F238E27FC236}">
                <a16:creationId xmlns:a16="http://schemas.microsoft.com/office/drawing/2014/main" id="{69A3F494-AB84-08E0-D08D-D8E9A8D5AE1C}"/>
              </a:ext>
            </a:extLst>
          </p:cNvPr>
          <p:cNvSpPr/>
          <p:nvPr/>
        </p:nvSpPr>
        <p:spPr>
          <a:xfrm>
            <a:off x="2765755" y="1696757"/>
            <a:ext cx="4329177" cy="1202575"/>
          </a:xfrm>
          <a:prstGeom prst="rect">
            <a:avLst/>
          </a:prstGeom>
          <a:solidFill>
            <a:schemeClr val="bg1">
              <a:lumMod val="65000"/>
            </a:schemeClr>
          </a:solid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42" name="TextBox 41">
            <a:extLst>
              <a:ext uri="{FF2B5EF4-FFF2-40B4-BE49-F238E27FC236}">
                <a16:creationId xmlns:a16="http://schemas.microsoft.com/office/drawing/2014/main" id="{F8D36B29-23A1-AB24-325A-1FEAC8517B48}"/>
              </a:ext>
            </a:extLst>
          </p:cNvPr>
          <p:cNvSpPr txBox="1"/>
          <p:nvPr/>
        </p:nvSpPr>
        <p:spPr>
          <a:xfrm>
            <a:off x="6666179" y="4012048"/>
            <a:ext cx="2441424" cy="707886"/>
          </a:xfrm>
          <a:prstGeom prst="rect">
            <a:avLst/>
          </a:prstGeom>
          <a:noFill/>
          <a:ln>
            <a:noFill/>
          </a:ln>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altLang="ja-JP" sz="64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*Proxy connection (Voice Migration Step3/Dia Migration Step3/MAP Migration Step3/SBI Migration Step6) and DB migration (Voice Migration Step6/Dia Migration Step9/MAP Migration Step8/SBI Migration Step9) are included.</a:t>
            </a:r>
            <a:endParaRPr kumimoji="0" lang="en-US" sz="64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2" name="Rectangle 11">
            <a:extLst>
              <a:ext uri="{FF2B5EF4-FFF2-40B4-BE49-F238E27FC236}">
                <a16:creationId xmlns:a16="http://schemas.microsoft.com/office/drawing/2014/main" id="{498DD9C2-F177-0AB0-58EF-21156E8AE7D8}"/>
              </a:ext>
            </a:extLst>
          </p:cNvPr>
          <p:cNvSpPr/>
          <p:nvPr/>
        </p:nvSpPr>
        <p:spPr>
          <a:xfrm>
            <a:off x="2761782" y="3629599"/>
            <a:ext cx="1398487" cy="269138"/>
          </a:xfrm>
          <a:prstGeom prst="rect">
            <a:avLst/>
          </a:prstGeom>
          <a:solidFill>
            <a:srgbClr val="FFFF00"/>
          </a:solid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4" name="Rectangle 13">
            <a:extLst>
              <a:ext uri="{FF2B5EF4-FFF2-40B4-BE49-F238E27FC236}">
                <a16:creationId xmlns:a16="http://schemas.microsoft.com/office/drawing/2014/main" id="{62D6B055-BF64-B953-64AB-5725D71D290A}"/>
              </a:ext>
            </a:extLst>
          </p:cNvPr>
          <p:cNvSpPr/>
          <p:nvPr/>
        </p:nvSpPr>
        <p:spPr>
          <a:xfrm>
            <a:off x="3016988" y="3165522"/>
            <a:ext cx="936000" cy="92333"/>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V Lab build/test</a:t>
            </a:r>
          </a:p>
        </p:txBody>
      </p:sp>
      <p:sp>
        <p:nvSpPr>
          <p:cNvPr id="26" name="Rectangle 25">
            <a:extLst>
              <a:ext uri="{FF2B5EF4-FFF2-40B4-BE49-F238E27FC236}">
                <a16:creationId xmlns:a16="http://schemas.microsoft.com/office/drawing/2014/main" id="{01385D19-A037-3C2A-DBCD-DCC7A5060944}"/>
              </a:ext>
            </a:extLst>
          </p:cNvPr>
          <p:cNvSpPr/>
          <p:nvPr/>
        </p:nvSpPr>
        <p:spPr>
          <a:xfrm>
            <a:off x="3479961" y="3275949"/>
            <a:ext cx="856105" cy="92333"/>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KDDI Lab build/test</a:t>
            </a:r>
          </a:p>
        </p:txBody>
      </p:sp>
      <p:sp>
        <p:nvSpPr>
          <p:cNvPr id="27" name="Rectangle 26">
            <a:extLst>
              <a:ext uri="{FF2B5EF4-FFF2-40B4-BE49-F238E27FC236}">
                <a16:creationId xmlns:a16="http://schemas.microsoft.com/office/drawing/2014/main" id="{7E784F50-F1F8-9B17-534D-EF1B25E7A045}"/>
              </a:ext>
            </a:extLst>
          </p:cNvPr>
          <p:cNvSpPr/>
          <p:nvPr/>
        </p:nvSpPr>
        <p:spPr>
          <a:xfrm>
            <a:off x="3934351" y="3394500"/>
            <a:ext cx="823919" cy="92333"/>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ja-JP" altLang="en-US"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Commercial system build</a:t>
            </a:r>
            <a:endParaRPr kumimoji="0" lang="en-US" altLang="ja-JP"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 name="Oval 21">
            <a:extLst>
              <a:ext uri="{FF2B5EF4-FFF2-40B4-BE49-F238E27FC236}">
                <a16:creationId xmlns:a16="http://schemas.microsoft.com/office/drawing/2014/main" id="{27F1B2A0-C05C-742B-4C59-C0853114206B}"/>
              </a:ext>
            </a:extLst>
          </p:cNvPr>
          <p:cNvSpPr/>
          <p:nvPr/>
        </p:nvSpPr>
        <p:spPr>
          <a:xfrm>
            <a:off x="2877722" y="3059659"/>
            <a:ext cx="302552" cy="132238"/>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4-6-3</a:t>
            </a:r>
          </a:p>
        </p:txBody>
      </p:sp>
      <p:sp>
        <p:nvSpPr>
          <p:cNvPr id="98" name="Rectangle 97">
            <a:extLst>
              <a:ext uri="{FF2B5EF4-FFF2-40B4-BE49-F238E27FC236}">
                <a16:creationId xmlns:a16="http://schemas.microsoft.com/office/drawing/2014/main" id="{47BAEF07-0945-B31B-AEEF-ABCBAE1EC4C1}"/>
              </a:ext>
            </a:extLst>
          </p:cNvPr>
          <p:cNvSpPr/>
          <p:nvPr/>
        </p:nvSpPr>
        <p:spPr>
          <a:xfrm>
            <a:off x="2877722" y="3681531"/>
            <a:ext cx="1247587" cy="98489"/>
          </a:xfrm>
          <a:prstGeom prst="rect">
            <a:avLst/>
          </a:prstGeom>
          <a:solidFill>
            <a:schemeClr val="tx2">
              <a:lumMod val="10000"/>
              <a:lumOff val="9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ja-JP" altLang="en-US"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Overall design HLD</a:t>
            </a:r>
            <a:endParaRPr kumimoji="0" lang="en-US" sz="512" b="0" i="0" u="none" strike="noStrike" kern="120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7" name="Rectangle 36">
            <a:extLst>
              <a:ext uri="{FF2B5EF4-FFF2-40B4-BE49-F238E27FC236}">
                <a16:creationId xmlns:a16="http://schemas.microsoft.com/office/drawing/2014/main" id="{77E1031D-F756-0478-725D-A7372DF25B1C}"/>
              </a:ext>
            </a:extLst>
          </p:cNvPr>
          <p:cNvSpPr/>
          <p:nvPr/>
        </p:nvSpPr>
        <p:spPr>
          <a:xfrm>
            <a:off x="2416279" y="3223372"/>
            <a:ext cx="564946" cy="220591"/>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LV618A/B</a:t>
            </a:r>
          </a:p>
        </p:txBody>
      </p:sp>
      <p:sp>
        <p:nvSpPr>
          <p:cNvPr id="9" name="Rectangle 8">
            <a:extLst>
              <a:ext uri="{FF2B5EF4-FFF2-40B4-BE49-F238E27FC236}">
                <a16:creationId xmlns:a16="http://schemas.microsoft.com/office/drawing/2014/main" id="{04D08B02-25A0-27F7-5CC8-9F92A783F62B}"/>
              </a:ext>
            </a:extLst>
          </p:cNvPr>
          <p:cNvSpPr/>
          <p:nvPr/>
        </p:nvSpPr>
        <p:spPr>
          <a:xfrm>
            <a:off x="2329623" y="3666604"/>
            <a:ext cx="493031" cy="181221"/>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LV553-C</a:t>
            </a:r>
          </a:p>
        </p:txBody>
      </p:sp>
      <p:sp>
        <p:nvSpPr>
          <p:cNvPr id="136" name="Oval 135">
            <a:extLst>
              <a:ext uri="{FF2B5EF4-FFF2-40B4-BE49-F238E27FC236}">
                <a16:creationId xmlns:a16="http://schemas.microsoft.com/office/drawing/2014/main" id="{A6C89CB7-AD69-F5BC-C4D9-5714399E89C9}"/>
              </a:ext>
            </a:extLst>
          </p:cNvPr>
          <p:cNvSpPr/>
          <p:nvPr/>
        </p:nvSpPr>
        <p:spPr>
          <a:xfrm>
            <a:off x="2832105" y="3764910"/>
            <a:ext cx="170383" cy="117426"/>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3-3</a:t>
            </a:r>
          </a:p>
        </p:txBody>
      </p:sp>
      <p:sp>
        <p:nvSpPr>
          <p:cNvPr id="5" name="Rectangle 4">
            <a:extLst>
              <a:ext uri="{FF2B5EF4-FFF2-40B4-BE49-F238E27FC236}">
                <a16:creationId xmlns:a16="http://schemas.microsoft.com/office/drawing/2014/main" id="{FFFA4F0B-7EF2-4FE1-0573-89645D25767E}"/>
              </a:ext>
            </a:extLst>
          </p:cNvPr>
          <p:cNvSpPr/>
          <p:nvPr/>
        </p:nvSpPr>
        <p:spPr>
          <a:xfrm>
            <a:off x="5337669" y="2662350"/>
            <a:ext cx="1327157" cy="199089"/>
          </a:xfrm>
          <a:prstGeom prst="rect">
            <a:avLst/>
          </a:prstGeom>
          <a:solidFill>
            <a:srgbClr val="001135">
              <a:alpha val="69804"/>
            </a:srgbClr>
          </a:solidFill>
          <a:ln w="9525"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84"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Signaling path changed at peer node(SBI, Diameter) for 5GC</a:t>
            </a:r>
          </a:p>
        </p:txBody>
      </p:sp>
      <p:sp>
        <p:nvSpPr>
          <p:cNvPr id="43" name="TextBox 42">
            <a:extLst>
              <a:ext uri="{FF2B5EF4-FFF2-40B4-BE49-F238E27FC236}">
                <a16:creationId xmlns:a16="http://schemas.microsoft.com/office/drawing/2014/main" id="{6EA5F6AA-9A98-1E89-98E6-33A76ED53C08}"/>
              </a:ext>
            </a:extLst>
          </p:cNvPr>
          <p:cNvSpPr txBox="1"/>
          <p:nvPr/>
        </p:nvSpPr>
        <p:spPr>
          <a:xfrm>
            <a:off x="4020504" y="2624030"/>
            <a:ext cx="1304844" cy="110800"/>
          </a:xfrm>
          <a:prstGeom prst="rect">
            <a:avLst/>
          </a:prstGeom>
          <a:solidFill>
            <a:srgbClr val="FFFFFF">
              <a:alpha val="50196"/>
            </a:srgbClr>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576" b="0" i="0" u="none" strike="noStrike" kern="1200" cap="none" spc="0" normalizeH="0" baseline="0" noProof="1">
                <a:ln>
                  <a:noFill/>
                </a:ln>
                <a:solidFill>
                  <a:srgbClr val="F47F31">
                    <a:lumMod val="50000"/>
                  </a:srgbClr>
                </a:solidFill>
                <a:effectLst/>
                <a:uLnTx/>
                <a:uFillTx/>
                <a:latin typeface="Meiryo UI" panose="020B0604030504040204" pitchFamily="50" charset="-128"/>
                <a:ea typeface="Meiryo UI" panose="020B0604030504040204" pitchFamily="50" charset="-128"/>
                <a:cs typeface="+mn-cs"/>
              </a:rPr>
              <a:t>[5GC-SDM→ Integrated SDM Migration]</a:t>
            </a:r>
            <a:endParaRPr kumimoji="0" lang="en-GB" sz="576" b="0" i="0" u="none" strike="noStrike" kern="1200" cap="none" spc="0" normalizeH="0" baseline="0" noProof="0">
              <a:ln>
                <a:noFill/>
              </a:ln>
              <a:solidFill>
                <a:srgbClr val="F47F31">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5" name="Rectangle 14">
            <a:extLst>
              <a:ext uri="{FF2B5EF4-FFF2-40B4-BE49-F238E27FC236}">
                <a16:creationId xmlns:a16="http://schemas.microsoft.com/office/drawing/2014/main" id="{287B54FA-E41A-A52D-F121-7C9EDEBC309E}"/>
              </a:ext>
            </a:extLst>
          </p:cNvPr>
          <p:cNvSpPr/>
          <p:nvPr/>
        </p:nvSpPr>
        <p:spPr>
          <a:xfrm>
            <a:off x="3479960" y="1781280"/>
            <a:ext cx="3167873" cy="76944"/>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914355" rtl="0" eaLnBrk="1" fontAlgn="base" latinLnBrk="0" hangingPunct="1">
              <a:lnSpc>
                <a:spcPts val="600"/>
              </a:lnSpc>
              <a:spcBef>
                <a:spcPct val="0"/>
              </a:spcBef>
              <a:spcAft>
                <a:spcPct val="0"/>
              </a:spcAft>
              <a:buClrTx/>
              <a:buSzTx/>
              <a:buFontTx/>
              <a:buNone/>
              <a:tabLst/>
              <a:defRPr/>
            </a:pPr>
            <a:r>
              <a:rPr kumimoji="0"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Voice Migration</a:t>
            </a:r>
            <a:r>
              <a:rPr kumimoji="0"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p>
        </p:txBody>
      </p:sp>
      <p:sp>
        <p:nvSpPr>
          <p:cNvPr id="16" name="Rectangle 15">
            <a:extLst>
              <a:ext uri="{FF2B5EF4-FFF2-40B4-BE49-F238E27FC236}">
                <a16:creationId xmlns:a16="http://schemas.microsoft.com/office/drawing/2014/main" id="{423B8A99-20D6-4560-4DC3-7003D4D90786}"/>
              </a:ext>
            </a:extLst>
          </p:cNvPr>
          <p:cNvSpPr/>
          <p:nvPr/>
        </p:nvSpPr>
        <p:spPr>
          <a:xfrm>
            <a:off x="3479956" y="2017096"/>
            <a:ext cx="3167873" cy="76944"/>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914355" rtl="0" eaLnBrk="1" fontAlgn="base" latinLnBrk="0" hangingPunct="1">
              <a:lnSpc>
                <a:spcPts val="600"/>
              </a:lnSpc>
              <a:spcBef>
                <a:spcPct val="0"/>
              </a:spcBef>
              <a:spcAft>
                <a:spcPct val="0"/>
              </a:spcAft>
              <a:buClrTx/>
              <a:buSzTx/>
              <a:buFontTx/>
              <a:buNone/>
              <a:tabLst/>
              <a:defRPr/>
            </a:pPr>
            <a:r>
              <a:rPr kumimoji="0"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Diameter Migration</a:t>
            </a:r>
            <a:endParaRPr kumimoji="0"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7" name="Rectangle 16">
            <a:extLst>
              <a:ext uri="{FF2B5EF4-FFF2-40B4-BE49-F238E27FC236}">
                <a16:creationId xmlns:a16="http://schemas.microsoft.com/office/drawing/2014/main" id="{1D1327CE-E828-94FF-4D56-09E6CAA7B697}"/>
              </a:ext>
            </a:extLst>
          </p:cNvPr>
          <p:cNvSpPr/>
          <p:nvPr/>
        </p:nvSpPr>
        <p:spPr>
          <a:xfrm>
            <a:off x="3479955" y="2279236"/>
            <a:ext cx="3167874" cy="76944"/>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914355" rtl="0" eaLnBrk="1" fontAlgn="base" latinLnBrk="0" hangingPunct="1">
              <a:lnSpc>
                <a:spcPts val="600"/>
              </a:lnSpc>
              <a:spcBef>
                <a:spcPct val="0"/>
              </a:spcBef>
              <a:spcAft>
                <a:spcPct val="0"/>
              </a:spcAft>
              <a:buClrTx/>
              <a:buSzTx/>
              <a:buFontTx/>
              <a:buNone/>
              <a:tabLst/>
              <a:defRPr/>
            </a:pPr>
            <a:r>
              <a:rPr kumimoji="0"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SBI Migration</a:t>
            </a:r>
            <a:r>
              <a:rPr kumimoji="0"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p>
        </p:txBody>
      </p:sp>
      <p:sp>
        <p:nvSpPr>
          <p:cNvPr id="19" name="Oval 18">
            <a:extLst>
              <a:ext uri="{FF2B5EF4-FFF2-40B4-BE49-F238E27FC236}">
                <a16:creationId xmlns:a16="http://schemas.microsoft.com/office/drawing/2014/main" id="{924837A4-85D1-4E93-4A3B-6F1F229F764D}"/>
              </a:ext>
            </a:extLst>
          </p:cNvPr>
          <p:cNvSpPr/>
          <p:nvPr/>
        </p:nvSpPr>
        <p:spPr>
          <a:xfrm>
            <a:off x="3108700" y="1991431"/>
            <a:ext cx="318272" cy="133987"/>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5-2-5</a:t>
            </a:r>
          </a:p>
        </p:txBody>
      </p:sp>
      <p:sp>
        <p:nvSpPr>
          <p:cNvPr id="24" name="Oval 23">
            <a:extLst>
              <a:ext uri="{FF2B5EF4-FFF2-40B4-BE49-F238E27FC236}">
                <a16:creationId xmlns:a16="http://schemas.microsoft.com/office/drawing/2014/main" id="{AC4AADC9-5907-671B-5EA2-A0921362750C}"/>
              </a:ext>
            </a:extLst>
          </p:cNvPr>
          <p:cNvSpPr/>
          <p:nvPr/>
        </p:nvSpPr>
        <p:spPr>
          <a:xfrm>
            <a:off x="3094296" y="2259322"/>
            <a:ext cx="318272" cy="133987"/>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5-2-7</a:t>
            </a:r>
          </a:p>
        </p:txBody>
      </p:sp>
      <p:sp>
        <p:nvSpPr>
          <p:cNvPr id="25" name="Oval 24">
            <a:extLst>
              <a:ext uri="{FF2B5EF4-FFF2-40B4-BE49-F238E27FC236}">
                <a16:creationId xmlns:a16="http://schemas.microsoft.com/office/drawing/2014/main" id="{5CC2C0DD-D5E6-C831-756D-C648E90ED1C6}"/>
              </a:ext>
            </a:extLst>
          </p:cNvPr>
          <p:cNvSpPr/>
          <p:nvPr/>
        </p:nvSpPr>
        <p:spPr>
          <a:xfrm>
            <a:off x="3094622" y="1737982"/>
            <a:ext cx="318272" cy="133987"/>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5-2-3</a:t>
            </a:r>
          </a:p>
        </p:txBody>
      </p:sp>
      <p:sp>
        <p:nvSpPr>
          <p:cNvPr id="13" name="Rectangle 12">
            <a:extLst>
              <a:ext uri="{FF2B5EF4-FFF2-40B4-BE49-F238E27FC236}">
                <a16:creationId xmlns:a16="http://schemas.microsoft.com/office/drawing/2014/main" id="{7B0060A9-7E11-4FC9-B9AB-E5BE70A40C9E}"/>
              </a:ext>
            </a:extLst>
          </p:cNvPr>
          <p:cNvSpPr/>
          <p:nvPr/>
        </p:nvSpPr>
        <p:spPr>
          <a:xfrm>
            <a:off x="3479955" y="2150214"/>
            <a:ext cx="3160807" cy="76944"/>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914355" rtl="0" eaLnBrk="1" fontAlgn="base" latinLnBrk="0" hangingPunct="1">
              <a:lnSpc>
                <a:spcPts val="600"/>
              </a:lnSpc>
              <a:spcBef>
                <a:spcPct val="0"/>
              </a:spcBef>
              <a:spcAft>
                <a:spcPct val="0"/>
              </a:spcAft>
              <a:buClrTx/>
              <a:buSzTx/>
              <a:buFontTx/>
              <a:buNone/>
              <a:tabLst/>
              <a:defRPr/>
            </a:pPr>
            <a:r>
              <a:rPr kumimoji="0"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MAP Migration</a:t>
            </a:r>
            <a:r>
              <a:rPr kumimoji="0"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p>
        </p:txBody>
      </p:sp>
      <p:sp>
        <p:nvSpPr>
          <p:cNvPr id="29" name="Oval 28">
            <a:extLst>
              <a:ext uri="{FF2B5EF4-FFF2-40B4-BE49-F238E27FC236}">
                <a16:creationId xmlns:a16="http://schemas.microsoft.com/office/drawing/2014/main" id="{6FB48185-22FF-9AD9-9B50-A369CC83FCBC}"/>
              </a:ext>
            </a:extLst>
          </p:cNvPr>
          <p:cNvSpPr/>
          <p:nvPr/>
        </p:nvSpPr>
        <p:spPr>
          <a:xfrm>
            <a:off x="3102042" y="2122148"/>
            <a:ext cx="318272" cy="133987"/>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5-2-6</a:t>
            </a:r>
          </a:p>
        </p:txBody>
      </p:sp>
      <p:sp>
        <p:nvSpPr>
          <p:cNvPr id="32" name="Rectangle 31">
            <a:extLst>
              <a:ext uri="{FF2B5EF4-FFF2-40B4-BE49-F238E27FC236}">
                <a16:creationId xmlns:a16="http://schemas.microsoft.com/office/drawing/2014/main" id="{F24FC743-1B0F-BD50-9A67-A7ACD24CB7BA}"/>
              </a:ext>
            </a:extLst>
          </p:cNvPr>
          <p:cNvSpPr/>
          <p:nvPr/>
        </p:nvSpPr>
        <p:spPr>
          <a:xfrm>
            <a:off x="3952987" y="1901711"/>
            <a:ext cx="3074019" cy="89939"/>
          </a:xfrm>
          <a:prstGeom prst="rect">
            <a:avLst/>
          </a:prstGeom>
          <a:solidFill>
            <a:schemeClr val="accent5">
              <a:lumMod val="40000"/>
              <a:lumOff val="60000"/>
              <a:alpha val="69804"/>
            </a:schemeClr>
          </a:solidFill>
          <a:ln w="9525" cap="flat" cmpd="sng" algn="ctr">
            <a:solidFill>
              <a:schemeClr val="accent5">
                <a:lumMod val="60000"/>
                <a:lumOff val="40000"/>
              </a:scheme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12" b="0" i="0" u="none" strike="noStrike" kern="0" cap="none" spc="0" normalizeH="0" baseline="0" noProof="1">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rPr>
              <a:t>Proxy Connection (SDL-SDL) + DB Migration (*)</a:t>
            </a:r>
            <a:endParaRPr kumimoji="1" lang="en-US" altLang="ja-JP" sz="512" b="0" i="0" u="none" strike="noStrike" kern="0" cap="none" spc="0" normalizeH="0" baseline="0" noProof="0">
              <a:ln>
                <a:noFill/>
              </a:ln>
              <a:solidFill>
                <a:srgbClr val="7D33F2">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4" name="Oval 33">
            <a:extLst>
              <a:ext uri="{FF2B5EF4-FFF2-40B4-BE49-F238E27FC236}">
                <a16:creationId xmlns:a16="http://schemas.microsoft.com/office/drawing/2014/main" id="{C37FA878-102C-81FB-B435-49196B8689B7}"/>
              </a:ext>
            </a:extLst>
          </p:cNvPr>
          <p:cNvSpPr/>
          <p:nvPr/>
        </p:nvSpPr>
        <p:spPr>
          <a:xfrm>
            <a:off x="3092822" y="1865375"/>
            <a:ext cx="318272" cy="133987"/>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5-2-4</a:t>
            </a:r>
          </a:p>
        </p:txBody>
      </p:sp>
      <p:sp>
        <p:nvSpPr>
          <p:cNvPr id="54" name="Rectangle 53">
            <a:extLst>
              <a:ext uri="{FF2B5EF4-FFF2-40B4-BE49-F238E27FC236}">
                <a16:creationId xmlns:a16="http://schemas.microsoft.com/office/drawing/2014/main" id="{2AB748C0-8896-A7CD-A48B-4DC596122C08}"/>
              </a:ext>
            </a:extLst>
          </p:cNvPr>
          <p:cNvSpPr/>
          <p:nvPr/>
        </p:nvSpPr>
        <p:spPr>
          <a:xfrm>
            <a:off x="6256421" y="2396654"/>
            <a:ext cx="391859" cy="230832"/>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914355" rtl="0" eaLnBrk="1" fontAlgn="base" latinLnBrk="0" hangingPunct="1">
              <a:lnSpc>
                <a:spcPts val="600"/>
              </a:lnSpc>
              <a:spcBef>
                <a:spcPct val="0"/>
              </a:spcBef>
              <a:spcAft>
                <a:spcPct val="0"/>
              </a:spcAft>
              <a:buClrTx/>
              <a:buSzTx/>
              <a:buFontTx/>
              <a:buNone/>
              <a:tabLst/>
              <a:defRPr/>
            </a:pPr>
            <a:r>
              <a:rPr kumimoji="0"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Provisioning Remaining Migration Preparation</a:t>
            </a:r>
            <a:r>
              <a:rPr kumimoji="0"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p>
        </p:txBody>
      </p:sp>
      <p:sp>
        <p:nvSpPr>
          <p:cNvPr id="58" name="Oval 57">
            <a:extLst>
              <a:ext uri="{FF2B5EF4-FFF2-40B4-BE49-F238E27FC236}">
                <a16:creationId xmlns:a16="http://schemas.microsoft.com/office/drawing/2014/main" id="{52A4C7B4-EDFC-DAE0-1F90-BD2FB934A4E4}"/>
              </a:ext>
            </a:extLst>
          </p:cNvPr>
          <p:cNvSpPr/>
          <p:nvPr/>
        </p:nvSpPr>
        <p:spPr>
          <a:xfrm>
            <a:off x="5951227" y="2469299"/>
            <a:ext cx="301003" cy="132264"/>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5-2-1</a:t>
            </a:r>
          </a:p>
        </p:txBody>
      </p:sp>
      <p:sp>
        <p:nvSpPr>
          <p:cNvPr id="53" name="Rectangle 52">
            <a:extLst>
              <a:ext uri="{FF2B5EF4-FFF2-40B4-BE49-F238E27FC236}">
                <a16:creationId xmlns:a16="http://schemas.microsoft.com/office/drawing/2014/main" id="{4EF381D4-508D-6229-5394-BA2780FD1D3D}"/>
              </a:ext>
            </a:extLst>
          </p:cNvPr>
          <p:cNvSpPr/>
          <p:nvPr/>
        </p:nvSpPr>
        <p:spPr>
          <a:xfrm>
            <a:off x="2602855" y="2479185"/>
            <a:ext cx="1155133" cy="303629"/>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LV623-A/B</a:t>
            </a:r>
          </a:p>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PO</a:t>
            </a:r>
            <a:r>
              <a:rPr kumimoji="0" lang="en-US" altLang="ja-JP" sz="640" b="0" i="0" u="none" strike="noStrike" kern="1200" cap="none" spc="0" normalizeH="0" baseline="0" noProof="1">
                <a:ln>
                  <a:noFill/>
                </a:ln>
                <a:solidFill>
                  <a:srgbClr val="FFFFFF"/>
                </a:solidFill>
                <a:effectLst/>
                <a:uLnTx/>
                <a:uFillTx/>
                <a:latin typeface="Nokia Pure Text Light"/>
                <a:ea typeface="+mn-ea"/>
                <a:cs typeface="+mn-cs"/>
              </a:rPr>
              <a:t> </a:t>
            </a:r>
            <a:r>
              <a:rPr kumimoji="0" lang="ja-JP" altLang="en-US"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Received</a:t>
            </a:r>
            <a:r>
              <a:rPr kumimoji="0" lang="en-US" altLang="ja-JP" sz="640" b="0" i="0" u="none" strike="noStrike" kern="1200" cap="none" spc="0" normalizeH="0" baseline="0" noProof="1">
                <a:ln>
                  <a:noFill/>
                </a:ln>
                <a:solidFill>
                  <a:srgbClr val="FFFFFF"/>
                </a:solidFill>
                <a:effectLst/>
                <a:uLnTx/>
                <a:uFillTx/>
                <a:latin typeface="Nokia Pure Text Light"/>
                <a:ea typeface="+mn-ea"/>
                <a:cs typeface="+mn-cs"/>
              </a:rPr>
              <a:t> </a:t>
            </a: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April</a:t>
            </a:r>
            <a:r>
              <a:rPr kumimoji="0" lang="en-US" altLang="ja-JP" sz="640" b="0" i="0" u="none" strike="noStrike" kern="1200" cap="none" spc="0" normalizeH="0" baseline="0" noProof="1">
                <a:ln>
                  <a:noFill/>
                </a:ln>
                <a:solidFill>
                  <a:srgbClr val="FFFFFF"/>
                </a:solidFill>
                <a:effectLst/>
                <a:uLnTx/>
                <a:uFillTx/>
                <a:latin typeface="Nokia Pure Text Light"/>
                <a:ea typeface="+mn-ea"/>
                <a:cs typeface="+mn-cs"/>
              </a:rPr>
              <a:t> </a:t>
            </a:r>
            <a:r>
              <a:rPr kumimoji="0" lang="en-US" altLang="ja-JP" sz="64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30</a:t>
            </a:r>
            <a:r>
              <a:rPr kumimoji="0" lang="en-US" altLang="ja-JP" sz="640" b="0" i="0" u="none" strike="noStrike" kern="1200" cap="none" spc="0" normalizeH="0" baseline="0" noProof="1">
                <a:ln>
                  <a:noFill/>
                </a:ln>
                <a:solidFill>
                  <a:srgbClr val="FFFFFF"/>
                </a:solidFill>
                <a:effectLst/>
                <a:uLnTx/>
                <a:uFillTx/>
                <a:latin typeface="Nokia Pure Text Light"/>
                <a:ea typeface="+mn-ea"/>
                <a:cs typeface="+mn-cs"/>
              </a:rPr>
              <a:t>, 2025</a:t>
            </a:r>
            <a:endParaRPr kumimoji="0" lang="en-US" sz="64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8" name="Rectangle 7">
            <a:extLst>
              <a:ext uri="{FF2B5EF4-FFF2-40B4-BE49-F238E27FC236}">
                <a16:creationId xmlns:a16="http://schemas.microsoft.com/office/drawing/2014/main" id="{E824151D-D086-7FC6-AD88-B9B3D7357D29}"/>
              </a:ext>
            </a:extLst>
          </p:cNvPr>
          <p:cNvSpPr/>
          <p:nvPr/>
        </p:nvSpPr>
        <p:spPr>
          <a:xfrm>
            <a:off x="4384405" y="3685701"/>
            <a:ext cx="953264" cy="92333"/>
          </a:xfrm>
          <a:prstGeom prst="rect">
            <a:avLst/>
          </a:prstGeom>
          <a:solidFill>
            <a:schemeClr val="tx2">
              <a:lumMod val="50000"/>
              <a:lumOff val="50000"/>
            </a:schemeClr>
          </a:solidFill>
          <a:ln w="9525">
            <a:solidFill>
              <a:schemeClr val="tx1">
                <a:lumMod val="50000"/>
              </a:schemeClr>
            </a:solidFill>
            <a:prstDash val="solid"/>
          </a:ln>
        </p:spPr>
        <p:txBody>
          <a:bodyPr wrap="squar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Tx/>
              <a:buNone/>
              <a:tabLst>
                <a:tab pos="180000" algn="l"/>
              </a:tabLst>
              <a:defRPr/>
            </a:pPr>
            <a:r>
              <a:rPr kumimoji="0" lang="ja-JP" altLang="en-US"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Construction of maintenance environment</a:t>
            </a:r>
            <a:endParaRPr kumimoji="0" lang="en-US" altLang="ja-JP"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30" name="Oval 29">
            <a:extLst>
              <a:ext uri="{FF2B5EF4-FFF2-40B4-BE49-F238E27FC236}">
                <a16:creationId xmlns:a16="http://schemas.microsoft.com/office/drawing/2014/main" id="{E19972B3-31A3-9298-8DFA-6A9F05043890}"/>
              </a:ext>
            </a:extLst>
          </p:cNvPr>
          <p:cNvSpPr/>
          <p:nvPr/>
        </p:nvSpPr>
        <p:spPr>
          <a:xfrm>
            <a:off x="4307777" y="3670936"/>
            <a:ext cx="302552" cy="132238"/>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4-6-5</a:t>
            </a:r>
          </a:p>
        </p:txBody>
      </p:sp>
      <p:sp>
        <p:nvSpPr>
          <p:cNvPr id="55" name="TextBox 54">
            <a:extLst>
              <a:ext uri="{FF2B5EF4-FFF2-40B4-BE49-F238E27FC236}">
                <a16:creationId xmlns:a16="http://schemas.microsoft.com/office/drawing/2014/main" id="{7C8ADAB2-DCFF-D1CB-9C58-C111DD0BAAF3}"/>
              </a:ext>
            </a:extLst>
          </p:cNvPr>
          <p:cNvSpPr txBox="1"/>
          <p:nvPr/>
        </p:nvSpPr>
        <p:spPr>
          <a:xfrm>
            <a:off x="7414032" y="3885224"/>
            <a:ext cx="65" cy="80791"/>
          </a:xfrm>
          <a:prstGeom prst="rect">
            <a:avLst/>
          </a:prstGeom>
          <a:solidFill>
            <a:schemeClr val="bg1">
              <a:lumMod val="85000"/>
              <a:alpha val="69804"/>
            </a:schemeClr>
          </a:solidFill>
          <a:ln>
            <a:noFill/>
          </a:ln>
        </p:spPr>
        <p:txBody>
          <a:bodyPr wrap="none" lIns="0" tIns="0" rIns="0" bIns="0" rtlCol="0">
            <a:spAutoFit/>
          </a:bodyPr>
          <a:lstStyle/>
          <a:p>
            <a:pPr marL="0" marR="0" lvl="0" indent="0" algn="l" defTabSz="135000" rtl="0" eaLnBrk="1" fontAlgn="base" latinLnBrk="0" hangingPunct="1">
              <a:lnSpc>
                <a:spcPct val="100000"/>
              </a:lnSpc>
              <a:spcBef>
                <a:spcPct val="0"/>
              </a:spcBef>
              <a:spcAft>
                <a:spcPts val="225"/>
              </a:spcAft>
              <a:buClrTx/>
              <a:buSzTx/>
              <a:buFontTx/>
              <a:buNone/>
              <a:tabLst>
                <a:tab pos="135000" algn="l"/>
              </a:tabLst>
              <a:defRPr/>
            </a:pPr>
            <a:endParaRPr kumimoji="0" lang="en-GB" sz="420" b="0" i="0" u="none" strike="noStrike" kern="1200" cap="none" spc="0" normalizeH="0" baseline="0" noProof="0">
              <a:ln>
                <a:noFill/>
              </a:ln>
              <a:solidFill>
                <a:srgbClr val="CCCCCC">
                  <a:lumMod val="10000"/>
                </a:srgbClr>
              </a:solidFill>
              <a:effectLst/>
              <a:uLnTx/>
              <a:uFillTx/>
              <a:latin typeface="Meiryo UI" panose="020B0604030504040204" pitchFamily="50" charset="-128"/>
              <a:ea typeface="Meiryo UI" panose="020B0604030504040204" pitchFamily="50" charset="-128"/>
              <a:cs typeface="+mn-cs"/>
            </a:endParaRPr>
          </a:p>
        </p:txBody>
      </p:sp>
      <p:sp>
        <p:nvSpPr>
          <p:cNvPr id="81" name="Rectangle 87">
            <a:extLst>
              <a:ext uri="{FF2B5EF4-FFF2-40B4-BE49-F238E27FC236}">
                <a16:creationId xmlns:a16="http://schemas.microsoft.com/office/drawing/2014/main" id="{459EE3A1-4C57-8581-26F2-84FBF919307E}"/>
              </a:ext>
            </a:extLst>
          </p:cNvPr>
          <p:cNvSpPr/>
          <p:nvPr/>
        </p:nvSpPr>
        <p:spPr>
          <a:xfrm>
            <a:off x="7039730" y="3678015"/>
            <a:ext cx="540000" cy="180000"/>
          </a:xfrm>
          <a:prstGeom prst="rect">
            <a:avLst/>
          </a:prstGeom>
          <a:solidFill>
            <a:schemeClr val="accent5">
              <a:lumMod val="75000"/>
              <a:alpha val="69804"/>
            </a:schemeClr>
          </a:solidFill>
          <a:ln w="9525"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PCRFv</a:t>
            </a:r>
            <a:br>
              <a:rPr kumimoji="1"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br>
            <a:r>
              <a:rPr kumimoji="1" lang="en-US" altLang="ja-JP"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TEG</a:t>
            </a:r>
          </a:p>
        </p:txBody>
      </p:sp>
      <p:sp>
        <p:nvSpPr>
          <p:cNvPr id="87" name="Rectangle 86">
            <a:extLst>
              <a:ext uri="{FF2B5EF4-FFF2-40B4-BE49-F238E27FC236}">
                <a16:creationId xmlns:a16="http://schemas.microsoft.com/office/drawing/2014/main" id="{AB514EF0-18DA-1B7A-C35A-5BC1AAE0C21B}"/>
              </a:ext>
            </a:extLst>
          </p:cNvPr>
          <p:cNvSpPr/>
          <p:nvPr/>
        </p:nvSpPr>
        <p:spPr>
          <a:xfrm>
            <a:off x="7614750" y="3678015"/>
            <a:ext cx="936000" cy="180000"/>
          </a:xfrm>
          <a:prstGeom prst="rect">
            <a:avLst/>
          </a:prstGeom>
          <a:solidFill>
            <a:srgbClr val="001135">
              <a:alpha val="69804"/>
            </a:srgbClr>
          </a:solidFill>
          <a:ln w="9525"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84"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Signaling path changed at peer node (Diameter) for 4G/5GC</a:t>
            </a:r>
          </a:p>
        </p:txBody>
      </p:sp>
      <p:sp>
        <p:nvSpPr>
          <p:cNvPr id="90" name="Rectangle 87">
            <a:extLst>
              <a:ext uri="{FF2B5EF4-FFF2-40B4-BE49-F238E27FC236}">
                <a16:creationId xmlns:a16="http://schemas.microsoft.com/office/drawing/2014/main" id="{D7D0AA7C-D20B-3081-2FEF-EC8CC35F9987}"/>
              </a:ext>
            </a:extLst>
          </p:cNvPr>
          <p:cNvSpPr/>
          <p:nvPr/>
        </p:nvSpPr>
        <p:spPr>
          <a:xfrm>
            <a:off x="8585108" y="3757215"/>
            <a:ext cx="540000" cy="100800"/>
          </a:xfrm>
          <a:prstGeom prst="rect">
            <a:avLst/>
          </a:prstGeom>
          <a:solidFill>
            <a:schemeClr val="accent5">
              <a:lumMod val="75000"/>
              <a:alpha val="69804"/>
            </a:schemeClr>
          </a:solidFill>
          <a:ln w="9525"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40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Removal of NF</a:t>
            </a:r>
          </a:p>
        </p:txBody>
      </p:sp>
      <p:sp>
        <p:nvSpPr>
          <p:cNvPr id="93" name="Oval 92">
            <a:extLst>
              <a:ext uri="{FF2B5EF4-FFF2-40B4-BE49-F238E27FC236}">
                <a16:creationId xmlns:a16="http://schemas.microsoft.com/office/drawing/2014/main" id="{875269F2-3C88-3315-4BBC-8B7C6F75F473}"/>
              </a:ext>
            </a:extLst>
          </p:cNvPr>
          <p:cNvSpPr/>
          <p:nvPr/>
        </p:nvSpPr>
        <p:spPr>
          <a:xfrm>
            <a:off x="7029639" y="3621929"/>
            <a:ext cx="170383" cy="11742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5-5</a:t>
            </a:r>
            <a:endParaRPr kumimoji="0" lang="en-US" sz="48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94" name="Oval 93">
            <a:extLst>
              <a:ext uri="{FF2B5EF4-FFF2-40B4-BE49-F238E27FC236}">
                <a16:creationId xmlns:a16="http://schemas.microsoft.com/office/drawing/2014/main" id="{C64FA9E4-F4C5-4ACF-DA56-F6A975F24D5F}"/>
              </a:ext>
            </a:extLst>
          </p:cNvPr>
          <p:cNvSpPr/>
          <p:nvPr/>
        </p:nvSpPr>
        <p:spPr>
          <a:xfrm>
            <a:off x="8533513" y="3660782"/>
            <a:ext cx="170383" cy="11742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0" lang="en-US" altLang="ja-JP" sz="480" b="1"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5-6</a:t>
            </a:r>
            <a:endParaRPr kumimoji="0" lang="en-US" sz="48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grpSp>
        <p:nvGrpSpPr>
          <p:cNvPr id="73" name="Group 72">
            <a:extLst>
              <a:ext uri="{FF2B5EF4-FFF2-40B4-BE49-F238E27FC236}">
                <a16:creationId xmlns:a16="http://schemas.microsoft.com/office/drawing/2014/main" id="{FDA2C201-1971-A69F-EE73-03791D28DB50}"/>
              </a:ext>
            </a:extLst>
          </p:cNvPr>
          <p:cNvGrpSpPr/>
          <p:nvPr/>
        </p:nvGrpSpPr>
        <p:grpSpPr>
          <a:xfrm>
            <a:off x="2025014" y="3534581"/>
            <a:ext cx="1110857" cy="1112729"/>
            <a:chOff x="2025014" y="3534581"/>
            <a:chExt cx="1110857" cy="1112729"/>
          </a:xfrm>
        </p:grpSpPr>
        <p:cxnSp>
          <p:nvCxnSpPr>
            <p:cNvPr id="106" name="Straight Arrow Connector 105">
              <a:extLst>
                <a:ext uri="{FF2B5EF4-FFF2-40B4-BE49-F238E27FC236}">
                  <a16:creationId xmlns:a16="http://schemas.microsoft.com/office/drawing/2014/main" id="{F8E37401-7122-885D-C03C-C5512CC8EC70}"/>
                </a:ext>
              </a:extLst>
            </p:cNvPr>
            <p:cNvCxnSpPr>
              <a:cxnSpLocks/>
              <a:endCxn id="137" idx="1"/>
            </p:cNvCxnSpPr>
            <p:nvPr/>
          </p:nvCxnSpPr>
          <p:spPr>
            <a:xfrm rot="16200000" flipH="1">
              <a:off x="2026156" y="3537596"/>
              <a:ext cx="1112729" cy="1106700"/>
            </a:xfrm>
            <a:prstGeom prst="bent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26326BE-E37F-1484-4B36-BBBF9718E9C6}"/>
                </a:ext>
              </a:extLst>
            </p:cNvPr>
            <p:cNvCxnSpPr>
              <a:cxnSpLocks/>
            </p:cNvCxnSpPr>
            <p:nvPr/>
          </p:nvCxnSpPr>
          <p:spPr>
            <a:xfrm>
              <a:off x="2025014" y="3538737"/>
              <a:ext cx="234800" cy="127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569ECB99-7061-9CE1-C496-976470D03332}"/>
              </a:ext>
            </a:extLst>
          </p:cNvPr>
          <p:cNvSpPr txBox="1"/>
          <p:nvPr/>
        </p:nvSpPr>
        <p:spPr>
          <a:xfrm>
            <a:off x="658809" y="4132989"/>
            <a:ext cx="1507120" cy="523220"/>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120" b="1" i="0" u="none" strike="noStrike" kern="1200" cap="none" spc="0" normalizeH="0" baseline="0" noProof="1">
                <a:ln>
                  <a:noFill/>
                </a:ln>
                <a:solidFill>
                  <a:srgbClr val="005AFF"/>
                </a:solidFill>
                <a:effectLst/>
                <a:uLnTx/>
                <a:uFillTx/>
                <a:latin typeface="Meiryo UI" panose="020B0604030504040204" pitchFamily="50" charset="-128"/>
                <a:ea typeface="Meiryo UI" panose="020B0604030504040204" pitchFamily="50" charset="-128"/>
                <a:cs typeface="+mn-cs"/>
              </a:rPr>
              <a:t>Project scope</a:t>
            </a:r>
            <a:br>
              <a:rPr kumimoji="0" lang="en-US" altLang="ja-JP" sz="1120" b="1"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ja-JP" altLang="en-US" sz="1120" b="1" i="0" u="none" strike="noStrike" kern="1200" cap="none" spc="0" normalizeH="0" baseline="0" noProof="1">
                <a:ln>
                  <a:noFill/>
                </a:ln>
                <a:solidFill>
                  <a:srgbClr val="005AFF"/>
                </a:solidFill>
                <a:effectLst/>
                <a:uLnTx/>
                <a:uFillTx/>
                <a:latin typeface="Meiryo UI" panose="020B0604030504040204" pitchFamily="50" charset="-128"/>
                <a:ea typeface="Meiryo UI" panose="020B0604030504040204" pitchFamily="50" charset="-128"/>
                <a:cs typeface="+mn-cs"/>
              </a:rPr>
              <a:t>and node breakdown</a:t>
            </a:r>
            <a:endParaRPr kumimoji="0" lang="en-US" sz="1120" b="1" i="0" u="none" strike="noStrike" kern="1200" cap="none" spc="0" normalizeH="0" baseline="0" noProof="0">
              <a:ln>
                <a:noFill/>
              </a:ln>
              <a:solidFill>
                <a:srgbClr val="005AFF"/>
              </a:solidFill>
              <a:effectLst/>
              <a:uLnTx/>
              <a:uFillTx/>
              <a:latin typeface="Nokia Pure Text Light"/>
              <a:ea typeface="+mn-ea"/>
              <a:cs typeface="+mn-cs"/>
            </a:endParaRPr>
          </a:p>
        </p:txBody>
      </p:sp>
      <p:grpSp>
        <p:nvGrpSpPr>
          <p:cNvPr id="72" name="Group 71">
            <a:extLst>
              <a:ext uri="{FF2B5EF4-FFF2-40B4-BE49-F238E27FC236}">
                <a16:creationId xmlns:a16="http://schemas.microsoft.com/office/drawing/2014/main" id="{3EBC9269-5479-463C-D883-97B34C4E58F0}"/>
              </a:ext>
            </a:extLst>
          </p:cNvPr>
          <p:cNvGrpSpPr/>
          <p:nvPr/>
        </p:nvGrpSpPr>
        <p:grpSpPr>
          <a:xfrm>
            <a:off x="2267859" y="3030139"/>
            <a:ext cx="2570629" cy="913465"/>
            <a:chOff x="2267859" y="3017671"/>
            <a:chExt cx="2570629" cy="913465"/>
          </a:xfrm>
        </p:grpSpPr>
        <p:cxnSp>
          <p:nvCxnSpPr>
            <p:cNvPr id="28" name="Straight Connector 27">
              <a:extLst>
                <a:ext uri="{FF2B5EF4-FFF2-40B4-BE49-F238E27FC236}">
                  <a16:creationId xmlns:a16="http://schemas.microsoft.com/office/drawing/2014/main" id="{AE3C8FCC-695B-9EF0-8A9F-022950778914}"/>
                </a:ext>
              </a:extLst>
            </p:cNvPr>
            <p:cNvCxnSpPr>
              <a:cxnSpLocks/>
            </p:cNvCxnSpPr>
            <p:nvPr/>
          </p:nvCxnSpPr>
          <p:spPr>
            <a:xfrm flipV="1">
              <a:off x="2271621" y="3017671"/>
              <a:ext cx="0" cy="91346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C825E27-20AF-CF7A-8C3A-959C0E290887}"/>
                </a:ext>
              </a:extLst>
            </p:cNvPr>
            <p:cNvCxnSpPr>
              <a:cxnSpLocks/>
            </p:cNvCxnSpPr>
            <p:nvPr/>
          </p:nvCxnSpPr>
          <p:spPr>
            <a:xfrm>
              <a:off x="2267859" y="3028816"/>
              <a:ext cx="2570629" cy="1213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9D3E265-1AF2-F2CF-1BF3-807DB7DD0833}"/>
                </a:ext>
              </a:extLst>
            </p:cNvPr>
            <p:cNvCxnSpPr>
              <a:cxnSpLocks/>
            </p:cNvCxnSpPr>
            <p:nvPr/>
          </p:nvCxnSpPr>
          <p:spPr>
            <a:xfrm>
              <a:off x="2274778" y="3920228"/>
              <a:ext cx="188549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AC5DF91-5DFD-4423-FD21-22E762DD8FC5}"/>
                </a:ext>
              </a:extLst>
            </p:cNvPr>
            <p:cNvCxnSpPr>
              <a:cxnSpLocks/>
            </p:cNvCxnSpPr>
            <p:nvPr/>
          </p:nvCxnSpPr>
          <p:spPr>
            <a:xfrm flipV="1">
              <a:off x="4823047" y="3029783"/>
              <a:ext cx="0" cy="57749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49E6080-B28A-7AC2-A3B9-4ADEE6A78256}"/>
                </a:ext>
              </a:extLst>
            </p:cNvPr>
            <p:cNvCxnSpPr>
              <a:cxnSpLocks/>
            </p:cNvCxnSpPr>
            <p:nvPr/>
          </p:nvCxnSpPr>
          <p:spPr>
            <a:xfrm flipV="1">
              <a:off x="4160269" y="3607281"/>
              <a:ext cx="0" cy="32385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2E5F5F7-77C2-EFC9-CEE4-961BB43DA1E6}"/>
                </a:ext>
              </a:extLst>
            </p:cNvPr>
            <p:cNvCxnSpPr>
              <a:cxnSpLocks/>
            </p:cNvCxnSpPr>
            <p:nvPr/>
          </p:nvCxnSpPr>
          <p:spPr>
            <a:xfrm flipV="1">
              <a:off x="4173090" y="3606150"/>
              <a:ext cx="665398" cy="639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 name="Text Placeholder 6">
            <a:extLst>
              <a:ext uri="{FF2B5EF4-FFF2-40B4-BE49-F238E27FC236}">
                <a16:creationId xmlns:a16="http://schemas.microsoft.com/office/drawing/2014/main" id="{48316632-5163-5436-872B-EEA4B98350A3}"/>
              </a:ext>
            </a:extLst>
          </p:cNvPr>
          <p:cNvSpPr>
            <a:spLocks noGrp="1"/>
          </p:cNvSpPr>
          <p:nvPr>
            <p:ph type="body" sz="quarter" idx="12"/>
          </p:nvPr>
        </p:nvSpPr>
        <p:spPr>
          <a:xfrm>
            <a:off x="220646" y="73665"/>
            <a:ext cx="8308800" cy="340654"/>
          </a:xfrm>
        </p:spPr>
        <p:txBody>
          <a:bodyPr/>
          <a:lstStyle/>
          <a:p>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2.</a:t>
            </a:r>
            <a:r>
              <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rPr>
              <a:t> </a:t>
            </a:r>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Project Scope</a:t>
            </a:r>
            <a:endPar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
        <p:nvSpPr>
          <p:cNvPr id="3" name="Rectangle 2">
            <a:extLst>
              <a:ext uri="{FF2B5EF4-FFF2-40B4-BE49-F238E27FC236}">
                <a16:creationId xmlns:a16="http://schemas.microsoft.com/office/drawing/2014/main" id="{FF20606A-3F5C-1271-6E74-25B639169020}"/>
              </a:ext>
            </a:extLst>
          </p:cNvPr>
          <p:cNvSpPr/>
          <p:nvPr/>
        </p:nvSpPr>
        <p:spPr>
          <a:xfrm>
            <a:off x="6791253" y="11910"/>
            <a:ext cx="2350347" cy="2158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0"/>
              </a:spcAft>
              <a:buClrTx/>
              <a:buSzPct val="100000"/>
              <a:buFontTx/>
              <a:buNone/>
              <a:tabLst/>
              <a:defRPr/>
            </a:pPr>
            <a:r>
              <a:rPr kumimoji="0" lang="ja-JP" altLang="en-US" sz="8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Excerpt from our company Pre-Sales Proposal</a:t>
            </a:r>
            <a:endParaRPr kumimoji="0" lang="en-US" sz="8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585968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ABE58-6405-876A-7892-46D829373B31}"/>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EE091208-E869-9607-B167-7706FC620064}"/>
              </a:ext>
            </a:extLst>
          </p:cNvPr>
          <p:cNvSpPr>
            <a:spLocks noGrp="1"/>
          </p:cNvSpPr>
          <p:nvPr>
            <p:ph type="body" sz="quarter" idx="11"/>
          </p:nvPr>
        </p:nvSpPr>
        <p:spPr>
          <a:xfrm>
            <a:off x="417600" y="2296904"/>
            <a:ext cx="8308800" cy="359694"/>
          </a:xfrm>
        </p:spPr>
        <p:txBody>
          <a:bodyPr/>
          <a:lstStyle/>
          <a:p>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3.</a:t>
            </a:r>
            <a:r>
              <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rPr>
              <a:t> </a:t>
            </a:r>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Solution Overview</a:t>
            </a:r>
            <a:endPar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4150227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232F3-28AC-DFCF-F4E0-3F6DC80C3D52}"/>
            </a:ext>
          </a:extLst>
        </p:cNvPr>
        <p:cNvGrpSpPr/>
        <p:nvPr/>
      </p:nvGrpSpPr>
      <p:grpSpPr>
        <a:xfrm>
          <a:off x="0" y="0"/>
          <a:ext cx="0" cy="0"/>
          <a:chOff x="0" y="0"/>
          <a:chExt cx="0" cy="0"/>
        </a:xfrm>
      </p:grpSpPr>
      <p:pic>
        <p:nvPicPr>
          <p:cNvPr id="98" name="Picture 97">
            <a:extLst>
              <a:ext uri="{FF2B5EF4-FFF2-40B4-BE49-F238E27FC236}">
                <a16:creationId xmlns:a16="http://schemas.microsoft.com/office/drawing/2014/main" id="{DB32BC0D-4E03-F371-503F-8A3BA221289E}"/>
              </a:ext>
            </a:extLst>
          </p:cNvPr>
          <p:cNvPicPr>
            <a:picLocks noChangeAspect="1"/>
          </p:cNvPicPr>
          <p:nvPr/>
        </p:nvPicPr>
        <p:blipFill>
          <a:blip r:embed="rId2"/>
          <a:srcRect/>
          <a:stretch/>
        </p:blipFill>
        <p:spPr>
          <a:xfrm>
            <a:off x="99455" y="2998589"/>
            <a:ext cx="290919" cy="290919"/>
          </a:xfrm>
          <a:prstGeom prst="rect">
            <a:avLst/>
          </a:prstGeom>
          <a:solidFill>
            <a:srgbClr val="0000FF"/>
          </a:solidFill>
          <a:ln w="6350">
            <a:noFill/>
          </a:ln>
        </p:spPr>
      </p:pic>
      <p:sp>
        <p:nvSpPr>
          <p:cNvPr id="99" name="TextBox 98">
            <a:extLst>
              <a:ext uri="{FF2B5EF4-FFF2-40B4-BE49-F238E27FC236}">
                <a16:creationId xmlns:a16="http://schemas.microsoft.com/office/drawing/2014/main" id="{B9A59928-BDA9-708A-B090-80418DE9E2A8}"/>
              </a:ext>
            </a:extLst>
          </p:cNvPr>
          <p:cNvSpPr txBox="1"/>
          <p:nvPr/>
        </p:nvSpPr>
        <p:spPr>
          <a:xfrm>
            <a:off x="165567" y="3008411"/>
            <a:ext cx="158698"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DRA</a:t>
            </a:r>
          </a:p>
        </p:txBody>
      </p:sp>
      <p:sp>
        <p:nvSpPr>
          <p:cNvPr id="102" name="TextBox 101">
            <a:extLst>
              <a:ext uri="{FF2B5EF4-FFF2-40B4-BE49-F238E27FC236}">
                <a16:creationId xmlns:a16="http://schemas.microsoft.com/office/drawing/2014/main" id="{2276F48B-974D-1853-5B00-D352014F80BA}"/>
              </a:ext>
            </a:extLst>
          </p:cNvPr>
          <p:cNvSpPr txBox="1"/>
          <p:nvPr/>
        </p:nvSpPr>
        <p:spPr>
          <a:xfrm>
            <a:off x="179193" y="3185942"/>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982" name="Picture 981">
            <a:extLst>
              <a:ext uri="{FF2B5EF4-FFF2-40B4-BE49-F238E27FC236}">
                <a16:creationId xmlns:a16="http://schemas.microsoft.com/office/drawing/2014/main" id="{9BE816D7-F376-6EDD-CBA1-3B64DE484832}"/>
              </a:ext>
            </a:extLst>
          </p:cNvPr>
          <p:cNvPicPr>
            <a:picLocks noChangeAspect="1"/>
          </p:cNvPicPr>
          <p:nvPr/>
        </p:nvPicPr>
        <p:blipFill>
          <a:blip r:embed="rId3"/>
          <a:srcRect/>
          <a:stretch/>
        </p:blipFill>
        <p:spPr>
          <a:xfrm>
            <a:off x="3789524" y="1358199"/>
            <a:ext cx="261827" cy="261827"/>
          </a:xfrm>
          <a:prstGeom prst="rect">
            <a:avLst/>
          </a:prstGeom>
        </p:spPr>
      </p:pic>
      <p:sp>
        <p:nvSpPr>
          <p:cNvPr id="984" name="TextBox 983">
            <a:extLst>
              <a:ext uri="{FF2B5EF4-FFF2-40B4-BE49-F238E27FC236}">
                <a16:creationId xmlns:a16="http://schemas.microsoft.com/office/drawing/2014/main" id="{78FF411A-E820-A340-1BD3-D2B8B0326534}"/>
              </a:ext>
            </a:extLst>
          </p:cNvPr>
          <p:cNvSpPr txBox="1"/>
          <p:nvPr/>
        </p:nvSpPr>
        <p:spPr>
          <a:xfrm>
            <a:off x="3759336" y="1376433"/>
            <a:ext cx="322203"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Assurance</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85" name="TextBox 984">
            <a:extLst>
              <a:ext uri="{FF2B5EF4-FFF2-40B4-BE49-F238E27FC236}">
                <a16:creationId xmlns:a16="http://schemas.microsoft.com/office/drawing/2014/main" id="{A04CC5C3-1032-98BC-F623-F84EB2C47219}"/>
              </a:ext>
            </a:extLst>
          </p:cNvPr>
          <p:cNvSpPr txBox="1"/>
          <p:nvPr/>
        </p:nvSpPr>
        <p:spPr>
          <a:xfrm>
            <a:off x="3865861" y="1522036"/>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NAC</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40" name="Rectangle 939">
            <a:extLst>
              <a:ext uri="{FF2B5EF4-FFF2-40B4-BE49-F238E27FC236}">
                <a16:creationId xmlns:a16="http://schemas.microsoft.com/office/drawing/2014/main" id="{A5E41F33-3D5B-FBC9-7EC6-7BF2306ECA45}"/>
              </a:ext>
            </a:extLst>
          </p:cNvPr>
          <p:cNvSpPr/>
          <p:nvPr/>
        </p:nvSpPr>
        <p:spPr>
          <a:xfrm>
            <a:off x="3085532" y="1336799"/>
            <a:ext cx="1336229" cy="2032570"/>
          </a:xfrm>
          <a:prstGeom prst="rect">
            <a:avLst/>
          </a:prstGeom>
          <a:solidFill>
            <a:schemeClr val="accent3">
              <a:lumMod val="20000"/>
              <a:lumOff val="80000"/>
              <a:alpha val="89804"/>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3" name="Rectangle 2">
            <a:extLst>
              <a:ext uri="{FF2B5EF4-FFF2-40B4-BE49-F238E27FC236}">
                <a16:creationId xmlns:a16="http://schemas.microsoft.com/office/drawing/2014/main" id="{63564615-6D5C-08A5-5BEF-41B35FAC0897}"/>
              </a:ext>
            </a:extLst>
          </p:cNvPr>
          <p:cNvSpPr/>
          <p:nvPr/>
        </p:nvSpPr>
        <p:spPr>
          <a:xfrm>
            <a:off x="4465549" y="1336799"/>
            <a:ext cx="3286215" cy="2648364"/>
          </a:xfrm>
          <a:prstGeom prst="rect">
            <a:avLst/>
          </a:prstGeom>
          <a:solidFill>
            <a:srgbClr val="E5D6FC">
              <a:alpha val="89804"/>
            </a:srgb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4" name="Footer Placeholder 3">
            <a:extLst>
              <a:ext uri="{FF2B5EF4-FFF2-40B4-BE49-F238E27FC236}">
                <a16:creationId xmlns:a16="http://schemas.microsoft.com/office/drawing/2014/main" id="{970C34B4-8D3C-2057-C625-084392FA3EDD}"/>
              </a:ext>
            </a:extLst>
          </p:cNvPr>
          <p:cNvSpPr>
            <a:spLocks noGrp="1"/>
          </p:cNvSpPr>
          <p:nvPr>
            <p:ph type="ftr" sz="quarter" idx="3"/>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altLang="ja-JP" sz="640" b="0" i="0" u="none" strike="noStrike" kern="1200" cap="none" spc="0" normalizeH="0" baseline="0" noProof="1">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rPr>
              <a:t>CONFIDENTIAL</a:t>
            </a:r>
          </a:p>
        </p:txBody>
      </p:sp>
      <p:sp>
        <p:nvSpPr>
          <p:cNvPr id="809" name="TextBox 808">
            <a:extLst>
              <a:ext uri="{FF2B5EF4-FFF2-40B4-BE49-F238E27FC236}">
                <a16:creationId xmlns:a16="http://schemas.microsoft.com/office/drawing/2014/main" id="{D3F4D7E2-FAB9-89C8-2D9A-E20F2ADC2752}"/>
              </a:ext>
            </a:extLst>
          </p:cNvPr>
          <p:cNvSpPr txBox="1"/>
          <p:nvPr/>
        </p:nvSpPr>
        <p:spPr>
          <a:xfrm>
            <a:off x="94695" y="1000793"/>
            <a:ext cx="1412246" cy="307777"/>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800" b="0" i="0" u="none" strike="noStrike" kern="1200" cap="none" spc="0" normalizeH="0" baseline="0" noProof="1">
                <a:ln>
                  <a:noFill/>
                </a:ln>
                <a:solidFill>
                  <a:srgbClr val="005AFF"/>
                </a:solidFill>
                <a:effectLst/>
                <a:uLnTx/>
                <a:uFillTx/>
                <a:latin typeface="Meiryo UI" panose="020B0604030504040204" pitchFamily="50" charset="-128"/>
                <a:ea typeface="Meiryo UI" panose="020B0604030504040204" pitchFamily="50" charset="-128"/>
                <a:cs typeface="+mn-cs"/>
              </a:rPr>
              <a:t>■5GC</a:t>
            </a:r>
            <a:br>
              <a:rPr kumimoji="0" lang="en-US" altLang="ja-JP" sz="8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ja-JP" altLang="en-US" sz="800" b="0" i="0" u="none" strike="noStrike" kern="1200" cap="none" spc="0" normalizeH="0" baseline="0" noProof="1">
                <a:ln>
                  <a:noFill/>
                </a:ln>
                <a:solidFill>
                  <a:srgbClr val="005AFF"/>
                </a:solidFill>
                <a:effectLst/>
                <a:uLnTx/>
                <a:uFillTx/>
                <a:latin typeface="Meiryo UI" panose="020B0604030504040204" pitchFamily="50" charset="-128"/>
                <a:ea typeface="Meiryo UI" panose="020B0604030504040204" pitchFamily="50" charset="-128"/>
                <a:cs typeface="+mn-cs"/>
              </a:rPr>
              <a:t>Existing system built on HaaS</a:t>
            </a:r>
            <a:endParaRPr kumimoji="0" lang="en-GB" sz="8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endParaRPr>
          </a:p>
        </p:txBody>
      </p:sp>
      <p:sp>
        <p:nvSpPr>
          <p:cNvPr id="64" name="TextBox 63">
            <a:extLst>
              <a:ext uri="{FF2B5EF4-FFF2-40B4-BE49-F238E27FC236}">
                <a16:creationId xmlns:a16="http://schemas.microsoft.com/office/drawing/2014/main" id="{794D0443-0D5E-F581-0544-AA66A4A10FD8}"/>
              </a:ext>
            </a:extLst>
          </p:cNvPr>
          <p:cNvSpPr txBox="1"/>
          <p:nvPr/>
        </p:nvSpPr>
        <p:spPr>
          <a:xfrm>
            <a:off x="4460951" y="1009705"/>
            <a:ext cx="1360950" cy="307777"/>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Tx/>
              <a:buNone/>
              <a:tabLst>
                <a:tab pos="180000" algn="l"/>
              </a:tabLst>
              <a:defRPr/>
            </a:pPr>
            <a:r>
              <a:rPr kumimoji="0" lang="ja-JP" altLang="en-US" sz="800" b="0" i="0" u="none" strike="noStrike" kern="1200" cap="none" spc="0" normalizeH="0" baseline="0" noProof="1">
                <a:ln>
                  <a:noFill/>
                </a:ln>
                <a:solidFill>
                  <a:srgbClr val="E03DCD"/>
                </a:solidFill>
                <a:effectLst/>
                <a:uLnTx/>
                <a:uFillTx/>
                <a:latin typeface="Meiryo UI" panose="020B0604030504040204" pitchFamily="50" charset="-128"/>
                <a:ea typeface="Meiryo UI" panose="020B0604030504040204" pitchFamily="50" charset="-128"/>
                <a:cs typeface="+mn-cs"/>
              </a:rPr>
              <a:t>■4G/5G integration</a:t>
            </a:r>
            <a:br>
              <a:rPr kumimoji="0" lang="en-US" altLang="ja-JP" sz="800" b="0" i="0" u="none" strike="noStrike" kern="1200" cap="none" spc="0" normalizeH="0" baseline="0" noProof="0">
                <a:ln>
                  <a:noFill/>
                </a:ln>
                <a:solidFill>
                  <a:srgbClr val="E03DCD"/>
                </a:solidFill>
                <a:effectLst/>
                <a:uLnTx/>
                <a:uFillTx/>
                <a:latin typeface="Meiryo UI" panose="020B0604030504040204" pitchFamily="50" charset="-128"/>
                <a:ea typeface="Meiryo UI" panose="020B0604030504040204" pitchFamily="50" charset="-128"/>
                <a:cs typeface="+mn-cs"/>
              </a:rPr>
            </a:br>
            <a:r>
              <a:rPr kumimoji="0" lang="ja-JP" altLang="en-US" sz="800" b="0" i="0" u="none" strike="noStrike" kern="1200" cap="none" spc="0" normalizeH="0" baseline="0" noProof="1">
                <a:ln>
                  <a:noFill/>
                </a:ln>
                <a:solidFill>
                  <a:srgbClr val="E03DCD"/>
                </a:solidFill>
                <a:effectLst/>
                <a:uLnTx/>
                <a:uFillTx/>
                <a:latin typeface="Meiryo UI" panose="020B0604030504040204" pitchFamily="50" charset="-128"/>
                <a:ea typeface="Meiryo UI" panose="020B0604030504040204" pitchFamily="50" charset="-128"/>
                <a:cs typeface="+mn-cs"/>
              </a:rPr>
              <a:t>System built on </a:t>
            </a:r>
            <a:r>
              <a:rPr kumimoji="0" lang="en-US" altLang="ja-JP" sz="800" b="1" i="0" u="none" strike="noStrike" kern="1200" cap="none" spc="0" normalizeH="0" baseline="0" noProof="1">
                <a:ln>
                  <a:noFill/>
                </a:ln>
                <a:solidFill>
                  <a:srgbClr val="E03DCD"/>
                </a:solidFill>
                <a:effectLst/>
                <a:uLnTx/>
                <a:uFillTx/>
                <a:latin typeface="Meiryo UI" panose="020B0604030504040204" pitchFamily="50" charset="-128"/>
                <a:ea typeface="Meiryo UI" panose="020B0604030504040204" pitchFamily="50" charset="-128"/>
                <a:cs typeface="+mn-cs"/>
              </a:rPr>
              <a:t>KYANOS</a:t>
            </a:r>
            <a:endParaRPr kumimoji="0" lang="en-GB" altLang="ja-JP" sz="800" b="0" i="0" u="none" strike="noStrike" kern="1200" cap="none" spc="0" normalizeH="0" baseline="0" noProof="0">
              <a:ln>
                <a:noFill/>
              </a:ln>
              <a:solidFill>
                <a:srgbClr val="E03DCD"/>
              </a:solidFill>
              <a:effectLst/>
              <a:uLnTx/>
              <a:uFillTx/>
              <a:latin typeface="Meiryo UI" panose="020B0604030504040204" pitchFamily="50" charset="-128"/>
              <a:ea typeface="Meiryo UI" panose="020B0604030504040204" pitchFamily="50" charset="-128"/>
              <a:cs typeface="+mn-cs"/>
            </a:endParaRPr>
          </a:p>
        </p:txBody>
      </p:sp>
      <p:sp>
        <p:nvSpPr>
          <p:cNvPr id="126" name="TextBox 125">
            <a:extLst>
              <a:ext uri="{FF2B5EF4-FFF2-40B4-BE49-F238E27FC236}">
                <a16:creationId xmlns:a16="http://schemas.microsoft.com/office/drawing/2014/main" id="{0D9F4B46-F297-97ED-460B-C47E41C1AA56}"/>
              </a:ext>
            </a:extLst>
          </p:cNvPr>
          <p:cNvSpPr txBox="1"/>
          <p:nvPr/>
        </p:nvSpPr>
        <p:spPr>
          <a:xfrm>
            <a:off x="8144931" y="979167"/>
            <a:ext cx="660437" cy="307777"/>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800" b="0" i="0" u="none" strike="noStrike" kern="1200" cap="none" spc="0" normalizeH="0" baseline="0" noProof="1">
                <a:ln>
                  <a:noFill/>
                </a:ln>
                <a:solidFill>
                  <a:srgbClr val="666666"/>
                </a:solidFill>
                <a:effectLst/>
                <a:uLnTx/>
                <a:uFillTx/>
                <a:latin typeface="Meiryo UI" panose="020B0604030504040204" pitchFamily="50" charset="-128"/>
                <a:ea typeface="Meiryo UI" panose="020B0604030504040204" pitchFamily="50" charset="-128"/>
                <a:cs typeface="+mn-cs"/>
              </a:rPr>
              <a:t>■4G SDM</a:t>
            </a:r>
            <a:br>
              <a:rPr kumimoji="0" lang="en-US" altLang="ja-JP" sz="800" b="0" i="0" u="none" strike="noStrike" kern="1200" cap="none" spc="0" normalizeH="0" baseline="0" noProof="0">
                <a:ln>
                  <a:noFill/>
                </a:ln>
                <a:solidFill>
                  <a:srgbClr val="666666"/>
                </a:solidFill>
                <a:effectLst/>
                <a:uLnTx/>
                <a:uFillTx/>
                <a:latin typeface="Meiryo UI" panose="020B0604030504040204" pitchFamily="50" charset="-128"/>
                <a:ea typeface="Meiryo UI" panose="020B0604030504040204" pitchFamily="50" charset="-128"/>
                <a:cs typeface="+mn-cs"/>
              </a:rPr>
            </a:br>
            <a:r>
              <a:rPr kumimoji="0" lang="ja-JP" altLang="en-US" sz="800" b="0" i="0" u="none" strike="noStrike" kern="1200" cap="none" spc="0" normalizeH="0" baseline="0" noProof="1">
                <a:ln>
                  <a:noFill/>
                </a:ln>
                <a:solidFill>
                  <a:srgbClr val="666666"/>
                </a:solidFill>
                <a:effectLst/>
                <a:uLnTx/>
                <a:uFillTx/>
                <a:latin typeface="Meiryo UI" panose="020B0604030504040204" pitchFamily="50" charset="-128"/>
                <a:ea typeface="Meiryo UI" panose="020B0604030504040204" pitchFamily="50" charset="-128"/>
                <a:cs typeface="+mn-cs"/>
              </a:rPr>
              <a:t>existing system</a:t>
            </a:r>
            <a:endParaRPr kumimoji="0" lang="en-GB" sz="800" b="0" i="0" u="none" strike="noStrike" kern="1200" cap="none" spc="0" normalizeH="0" baseline="0" noProof="0">
              <a:ln>
                <a:noFill/>
              </a:ln>
              <a:solidFill>
                <a:srgbClr val="666666"/>
              </a:solidFill>
              <a:effectLst/>
              <a:uLnTx/>
              <a:uFillTx/>
              <a:latin typeface="Meiryo UI" panose="020B0604030504040204" pitchFamily="50" charset="-128"/>
              <a:ea typeface="Meiryo UI" panose="020B0604030504040204" pitchFamily="50" charset="-128"/>
              <a:cs typeface="+mn-cs"/>
            </a:endParaRPr>
          </a:p>
        </p:txBody>
      </p:sp>
      <p:pic>
        <p:nvPicPr>
          <p:cNvPr id="14" name="Picture 13">
            <a:extLst>
              <a:ext uri="{FF2B5EF4-FFF2-40B4-BE49-F238E27FC236}">
                <a16:creationId xmlns:a16="http://schemas.microsoft.com/office/drawing/2014/main" id="{7E85C8F6-FEDA-BF18-0C2A-18D37D39C724}"/>
              </a:ext>
            </a:extLst>
          </p:cNvPr>
          <p:cNvPicPr>
            <a:picLocks noChangeAspect="1"/>
          </p:cNvPicPr>
          <p:nvPr/>
        </p:nvPicPr>
        <p:blipFill>
          <a:blip r:embed="rId4"/>
          <a:srcRect/>
          <a:stretch/>
        </p:blipFill>
        <p:spPr>
          <a:xfrm>
            <a:off x="6365823" y="3019800"/>
            <a:ext cx="261827" cy="256887"/>
          </a:xfrm>
          <a:prstGeom prst="rect">
            <a:avLst/>
          </a:prstGeom>
        </p:spPr>
      </p:pic>
      <p:sp>
        <p:nvSpPr>
          <p:cNvPr id="15" name="TextBox 14">
            <a:extLst>
              <a:ext uri="{FF2B5EF4-FFF2-40B4-BE49-F238E27FC236}">
                <a16:creationId xmlns:a16="http://schemas.microsoft.com/office/drawing/2014/main" id="{29C66E2E-F08D-62EB-1960-2200F80841D1}"/>
              </a:ext>
            </a:extLst>
          </p:cNvPr>
          <p:cNvSpPr txBox="1"/>
          <p:nvPr/>
        </p:nvSpPr>
        <p:spPr>
          <a:xfrm>
            <a:off x="6314811" y="3027378"/>
            <a:ext cx="352661"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ELK Search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23" name="TextBox 22">
            <a:extLst>
              <a:ext uri="{FF2B5EF4-FFF2-40B4-BE49-F238E27FC236}">
                <a16:creationId xmlns:a16="http://schemas.microsoft.com/office/drawing/2014/main" id="{9E6155B2-EDE3-D458-88EA-7215E92E1E65}"/>
              </a:ext>
            </a:extLst>
          </p:cNvPr>
          <p:cNvSpPr txBox="1"/>
          <p:nvPr/>
        </p:nvSpPr>
        <p:spPr>
          <a:xfrm>
            <a:off x="6256977" y="3172980"/>
            <a:ext cx="474489"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Mirroring Serv. V</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24" name="Picture 23">
            <a:extLst>
              <a:ext uri="{FF2B5EF4-FFF2-40B4-BE49-F238E27FC236}">
                <a16:creationId xmlns:a16="http://schemas.microsoft.com/office/drawing/2014/main" id="{FB5D41B3-7202-2822-4124-3D0B8BA8D130}"/>
              </a:ext>
            </a:extLst>
          </p:cNvPr>
          <p:cNvPicPr>
            <a:picLocks noChangeAspect="1"/>
          </p:cNvPicPr>
          <p:nvPr/>
        </p:nvPicPr>
        <p:blipFill>
          <a:blip r:embed="rId4"/>
          <a:srcRect/>
          <a:stretch/>
        </p:blipFill>
        <p:spPr>
          <a:xfrm>
            <a:off x="6177867" y="1361250"/>
            <a:ext cx="261827" cy="256887"/>
          </a:xfrm>
          <a:prstGeom prst="rect">
            <a:avLst/>
          </a:prstGeom>
        </p:spPr>
      </p:pic>
      <p:sp>
        <p:nvSpPr>
          <p:cNvPr id="25" name="TextBox 24">
            <a:extLst>
              <a:ext uri="{FF2B5EF4-FFF2-40B4-BE49-F238E27FC236}">
                <a16:creationId xmlns:a16="http://schemas.microsoft.com/office/drawing/2014/main" id="{209F076F-DB71-4181-101F-761DDB943790}"/>
              </a:ext>
            </a:extLst>
          </p:cNvPr>
          <p:cNvSpPr txBox="1"/>
          <p:nvPr/>
        </p:nvSpPr>
        <p:spPr>
          <a:xfrm>
            <a:off x="6144485" y="1368828"/>
            <a:ext cx="317395"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DB Search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26" name="TextBox 25">
            <a:extLst>
              <a:ext uri="{FF2B5EF4-FFF2-40B4-BE49-F238E27FC236}">
                <a16:creationId xmlns:a16="http://schemas.microsoft.com/office/drawing/2014/main" id="{619F1C83-8FEC-1633-0E48-E1779434E983}"/>
              </a:ext>
            </a:extLst>
          </p:cNvPr>
          <p:cNvSpPr txBox="1"/>
          <p:nvPr/>
        </p:nvSpPr>
        <p:spPr>
          <a:xfrm>
            <a:off x="6123521" y="1514431"/>
            <a:ext cx="365485"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Search Serv.</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6" name="Rectangle 15">
            <a:extLst>
              <a:ext uri="{FF2B5EF4-FFF2-40B4-BE49-F238E27FC236}">
                <a16:creationId xmlns:a16="http://schemas.microsoft.com/office/drawing/2014/main" id="{0CA6FBA8-B3A0-4201-F8EE-DC7927B45E25}"/>
              </a:ext>
            </a:extLst>
          </p:cNvPr>
          <p:cNvSpPr/>
          <p:nvPr/>
        </p:nvSpPr>
        <p:spPr>
          <a:xfrm>
            <a:off x="82760" y="1336799"/>
            <a:ext cx="2969001" cy="2032570"/>
          </a:xfrm>
          <a:prstGeom prst="rect">
            <a:avLst/>
          </a:prstGeom>
          <a:solidFill>
            <a:srgbClr val="DDE9FF">
              <a:alpha val="89804"/>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pic>
        <p:nvPicPr>
          <p:cNvPr id="7" name="Picture 6">
            <a:extLst>
              <a:ext uri="{FF2B5EF4-FFF2-40B4-BE49-F238E27FC236}">
                <a16:creationId xmlns:a16="http://schemas.microsoft.com/office/drawing/2014/main" id="{900192E5-505E-8180-D30C-5360989A6633}"/>
              </a:ext>
            </a:extLst>
          </p:cNvPr>
          <p:cNvPicPr>
            <a:picLocks noChangeAspect="1"/>
          </p:cNvPicPr>
          <p:nvPr/>
        </p:nvPicPr>
        <p:blipFill>
          <a:blip r:embed="rId5"/>
          <a:srcRect/>
          <a:stretch/>
        </p:blipFill>
        <p:spPr>
          <a:xfrm>
            <a:off x="1617302" y="1859060"/>
            <a:ext cx="290919" cy="290919"/>
          </a:xfrm>
          <a:prstGeom prst="rect">
            <a:avLst/>
          </a:prstGeom>
          <a:solidFill>
            <a:srgbClr val="0000FF"/>
          </a:solidFill>
        </p:spPr>
      </p:pic>
      <p:sp>
        <p:nvSpPr>
          <p:cNvPr id="18" name="TextBox 17">
            <a:extLst>
              <a:ext uri="{FF2B5EF4-FFF2-40B4-BE49-F238E27FC236}">
                <a16:creationId xmlns:a16="http://schemas.microsoft.com/office/drawing/2014/main" id="{9A4ED0D7-AE37-4F9C-D83C-6E0DF449CCBC}"/>
              </a:ext>
            </a:extLst>
          </p:cNvPr>
          <p:cNvSpPr txBox="1"/>
          <p:nvPr/>
        </p:nvSpPr>
        <p:spPr>
          <a:xfrm>
            <a:off x="1683413" y="1879669"/>
            <a:ext cx="158698" cy="107722"/>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UDR</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553" name="TextBox 552">
            <a:extLst>
              <a:ext uri="{FF2B5EF4-FFF2-40B4-BE49-F238E27FC236}">
                <a16:creationId xmlns:a16="http://schemas.microsoft.com/office/drawing/2014/main" id="{8A342E19-FAA0-8FD6-1E1A-FFF10B6B2D4C}"/>
              </a:ext>
            </a:extLst>
          </p:cNvPr>
          <p:cNvSpPr txBox="1"/>
          <p:nvPr/>
        </p:nvSpPr>
        <p:spPr>
          <a:xfrm>
            <a:off x="1698792" y="2046207"/>
            <a:ext cx="121828"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SDL</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9" name="Picture 18">
            <a:extLst>
              <a:ext uri="{FF2B5EF4-FFF2-40B4-BE49-F238E27FC236}">
                <a16:creationId xmlns:a16="http://schemas.microsoft.com/office/drawing/2014/main" id="{DF02D3F7-C0B3-B467-7283-DF16CD7EC1F3}"/>
              </a:ext>
            </a:extLst>
          </p:cNvPr>
          <p:cNvPicPr>
            <a:picLocks noChangeAspect="1"/>
          </p:cNvPicPr>
          <p:nvPr/>
        </p:nvPicPr>
        <p:blipFill>
          <a:blip r:embed="rId6"/>
          <a:srcRect/>
          <a:stretch/>
        </p:blipFill>
        <p:spPr>
          <a:xfrm>
            <a:off x="5534732" y="2310596"/>
            <a:ext cx="290919" cy="290919"/>
          </a:xfrm>
          <a:prstGeom prst="rect">
            <a:avLst/>
          </a:prstGeom>
          <a:solidFill>
            <a:srgbClr val="0000FF"/>
          </a:solidFill>
          <a:ln w="19050">
            <a:noFill/>
          </a:ln>
        </p:spPr>
      </p:pic>
      <p:pic>
        <p:nvPicPr>
          <p:cNvPr id="28" name="Picture 27">
            <a:extLst>
              <a:ext uri="{FF2B5EF4-FFF2-40B4-BE49-F238E27FC236}">
                <a16:creationId xmlns:a16="http://schemas.microsoft.com/office/drawing/2014/main" id="{7DD1A2D5-CF4A-5F1F-DD9B-AE602B576085}"/>
              </a:ext>
            </a:extLst>
          </p:cNvPr>
          <p:cNvPicPr>
            <a:picLocks noChangeAspect="1"/>
          </p:cNvPicPr>
          <p:nvPr/>
        </p:nvPicPr>
        <p:blipFill>
          <a:blip r:embed="rId6"/>
          <a:srcRect/>
          <a:stretch/>
        </p:blipFill>
        <p:spPr>
          <a:xfrm>
            <a:off x="5900823" y="2310596"/>
            <a:ext cx="290919" cy="290919"/>
          </a:xfrm>
          <a:prstGeom prst="rect">
            <a:avLst/>
          </a:prstGeom>
          <a:solidFill>
            <a:srgbClr val="0000FF"/>
          </a:solidFill>
          <a:ln w="19050">
            <a:noFill/>
          </a:ln>
        </p:spPr>
      </p:pic>
      <p:pic>
        <p:nvPicPr>
          <p:cNvPr id="595" name="Picture 594">
            <a:extLst>
              <a:ext uri="{FF2B5EF4-FFF2-40B4-BE49-F238E27FC236}">
                <a16:creationId xmlns:a16="http://schemas.microsoft.com/office/drawing/2014/main" id="{52955DB7-9DCE-DBED-622A-443778E8E91D}"/>
              </a:ext>
            </a:extLst>
          </p:cNvPr>
          <p:cNvPicPr>
            <a:picLocks noChangeAspect="1"/>
          </p:cNvPicPr>
          <p:nvPr/>
        </p:nvPicPr>
        <p:blipFill>
          <a:blip r:embed="rId7"/>
          <a:srcRect/>
          <a:stretch/>
        </p:blipFill>
        <p:spPr>
          <a:xfrm>
            <a:off x="1775972" y="1357354"/>
            <a:ext cx="261827" cy="261828"/>
          </a:xfrm>
          <a:prstGeom prst="rect">
            <a:avLst/>
          </a:prstGeom>
        </p:spPr>
      </p:pic>
      <p:sp>
        <p:nvSpPr>
          <p:cNvPr id="598" name="TextBox 597">
            <a:extLst>
              <a:ext uri="{FF2B5EF4-FFF2-40B4-BE49-F238E27FC236}">
                <a16:creationId xmlns:a16="http://schemas.microsoft.com/office/drawing/2014/main" id="{BD60524D-BB75-6DFA-E1AE-591A332698FA}"/>
              </a:ext>
            </a:extLst>
          </p:cNvPr>
          <p:cNvSpPr txBox="1"/>
          <p:nvPr/>
        </p:nvSpPr>
        <p:spPr>
          <a:xfrm>
            <a:off x="1838758" y="1367402"/>
            <a:ext cx="136255"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EMS</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08" name="TextBox 607">
            <a:extLst>
              <a:ext uri="{FF2B5EF4-FFF2-40B4-BE49-F238E27FC236}">
                <a16:creationId xmlns:a16="http://schemas.microsoft.com/office/drawing/2014/main" id="{AD3B4146-8BEC-A94E-09F5-3B742A6533CD}"/>
              </a:ext>
            </a:extLst>
          </p:cNvPr>
          <p:cNvSpPr txBox="1"/>
          <p:nvPr/>
        </p:nvSpPr>
        <p:spPr>
          <a:xfrm>
            <a:off x="1823453" y="1513004"/>
            <a:ext cx="189154"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NetAct</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613" name="Picture 612">
            <a:extLst>
              <a:ext uri="{FF2B5EF4-FFF2-40B4-BE49-F238E27FC236}">
                <a16:creationId xmlns:a16="http://schemas.microsoft.com/office/drawing/2014/main" id="{E7B21C0B-6397-1597-5061-C109D67FF000}"/>
              </a:ext>
            </a:extLst>
          </p:cNvPr>
          <p:cNvPicPr>
            <a:picLocks noChangeAspect="1"/>
          </p:cNvPicPr>
          <p:nvPr/>
        </p:nvPicPr>
        <p:blipFill>
          <a:blip r:embed="rId8"/>
          <a:srcRect/>
          <a:stretch/>
        </p:blipFill>
        <p:spPr>
          <a:xfrm>
            <a:off x="2084384" y="1354578"/>
            <a:ext cx="261827" cy="261828"/>
          </a:xfrm>
          <a:prstGeom prst="rect">
            <a:avLst/>
          </a:prstGeom>
        </p:spPr>
      </p:pic>
      <p:sp>
        <p:nvSpPr>
          <p:cNvPr id="614" name="TextBox 613">
            <a:extLst>
              <a:ext uri="{FF2B5EF4-FFF2-40B4-BE49-F238E27FC236}">
                <a16:creationId xmlns:a16="http://schemas.microsoft.com/office/drawing/2014/main" id="{69DEE1BB-63FD-4F01-AFDF-ED8344FCC939}"/>
              </a:ext>
            </a:extLst>
          </p:cNvPr>
          <p:cNvSpPr txBox="1"/>
          <p:nvPr/>
        </p:nvSpPr>
        <p:spPr>
          <a:xfrm>
            <a:off x="2147972" y="1367402"/>
            <a:ext cx="134652"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B&amp;R</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15" name="TextBox 614">
            <a:extLst>
              <a:ext uri="{FF2B5EF4-FFF2-40B4-BE49-F238E27FC236}">
                <a16:creationId xmlns:a16="http://schemas.microsoft.com/office/drawing/2014/main" id="{8E7EF0B8-5FFC-64FF-E19D-878898B7F0A6}"/>
              </a:ext>
            </a:extLst>
          </p:cNvPr>
          <p:cNvSpPr txBox="1"/>
          <p:nvPr/>
        </p:nvSpPr>
        <p:spPr>
          <a:xfrm>
            <a:off x="2147987" y="1513004"/>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ARC</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594" name="Picture 593">
            <a:extLst>
              <a:ext uri="{FF2B5EF4-FFF2-40B4-BE49-F238E27FC236}">
                <a16:creationId xmlns:a16="http://schemas.microsoft.com/office/drawing/2014/main" id="{137C13AB-F3D9-6073-E33C-D2DFA9B468A4}"/>
              </a:ext>
            </a:extLst>
          </p:cNvPr>
          <p:cNvPicPr>
            <a:picLocks noChangeAspect="1"/>
          </p:cNvPicPr>
          <p:nvPr/>
        </p:nvPicPr>
        <p:blipFill>
          <a:blip r:embed="rId8"/>
          <a:srcRect/>
          <a:stretch/>
        </p:blipFill>
        <p:spPr>
          <a:xfrm>
            <a:off x="1125198" y="1357354"/>
            <a:ext cx="261827" cy="261828"/>
          </a:xfrm>
          <a:prstGeom prst="rect">
            <a:avLst/>
          </a:prstGeom>
        </p:spPr>
      </p:pic>
      <p:sp>
        <p:nvSpPr>
          <p:cNvPr id="599" name="TextBox 598">
            <a:extLst>
              <a:ext uri="{FF2B5EF4-FFF2-40B4-BE49-F238E27FC236}">
                <a16:creationId xmlns:a16="http://schemas.microsoft.com/office/drawing/2014/main" id="{D47F3E36-B3F8-D26D-0949-C65470D7977E}"/>
              </a:ext>
            </a:extLst>
          </p:cNvPr>
          <p:cNvSpPr txBox="1"/>
          <p:nvPr/>
        </p:nvSpPr>
        <p:spPr>
          <a:xfrm>
            <a:off x="1127070" y="1367402"/>
            <a:ext cx="258084"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Log, H/C</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09" name="TextBox 608">
            <a:extLst>
              <a:ext uri="{FF2B5EF4-FFF2-40B4-BE49-F238E27FC236}">
                <a16:creationId xmlns:a16="http://schemas.microsoft.com/office/drawing/2014/main" id="{2A1CEAAD-4680-B11A-7E2C-13B8A27120D7}"/>
              </a:ext>
            </a:extLst>
          </p:cNvPr>
          <p:cNvSpPr txBox="1"/>
          <p:nvPr/>
        </p:nvSpPr>
        <p:spPr>
          <a:xfrm>
            <a:off x="1098229" y="1513004"/>
            <a:ext cx="31258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Cust. Serv.</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616" name="Picture 615">
            <a:extLst>
              <a:ext uri="{FF2B5EF4-FFF2-40B4-BE49-F238E27FC236}">
                <a16:creationId xmlns:a16="http://schemas.microsoft.com/office/drawing/2014/main" id="{CD92B1AD-33F8-AB8E-9CA4-B94316837C72}"/>
              </a:ext>
            </a:extLst>
          </p:cNvPr>
          <p:cNvPicPr>
            <a:picLocks noChangeAspect="1"/>
          </p:cNvPicPr>
          <p:nvPr/>
        </p:nvPicPr>
        <p:blipFill>
          <a:blip r:embed="rId7"/>
          <a:srcRect/>
          <a:stretch/>
        </p:blipFill>
        <p:spPr>
          <a:xfrm>
            <a:off x="1453027" y="1349167"/>
            <a:ext cx="261827" cy="261828"/>
          </a:xfrm>
          <a:prstGeom prst="rect">
            <a:avLst/>
          </a:prstGeom>
        </p:spPr>
      </p:pic>
      <p:sp>
        <p:nvSpPr>
          <p:cNvPr id="617" name="TextBox 616">
            <a:extLst>
              <a:ext uri="{FF2B5EF4-FFF2-40B4-BE49-F238E27FC236}">
                <a16:creationId xmlns:a16="http://schemas.microsoft.com/office/drawing/2014/main" id="{61A505F6-5790-0606-CFB7-E925710CA9B8}"/>
              </a:ext>
            </a:extLst>
          </p:cNvPr>
          <p:cNvSpPr txBox="1"/>
          <p:nvPr/>
        </p:nvSpPr>
        <p:spPr>
          <a:xfrm>
            <a:off x="1422839" y="1367402"/>
            <a:ext cx="322203"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Assurance</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18" name="TextBox 617">
            <a:extLst>
              <a:ext uri="{FF2B5EF4-FFF2-40B4-BE49-F238E27FC236}">
                <a16:creationId xmlns:a16="http://schemas.microsoft.com/office/drawing/2014/main" id="{EEF7F5C3-AFB4-DAEF-71E5-5F0B81EE0109}"/>
              </a:ext>
            </a:extLst>
          </p:cNvPr>
          <p:cNvSpPr txBox="1"/>
          <p:nvPr/>
        </p:nvSpPr>
        <p:spPr>
          <a:xfrm>
            <a:off x="1529364" y="1513004"/>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NAC</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47" name="Picture 46">
            <a:extLst>
              <a:ext uri="{FF2B5EF4-FFF2-40B4-BE49-F238E27FC236}">
                <a16:creationId xmlns:a16="http://schemas.microsoft.com/office/drawing/2014/main" id="{001FF930-CE1E-2E4F-A2E8-FD4FC400E9F6}"/>
              </a:ext>
            </a:extLst>
          </p:cNvPr>
          <p:cNvPicPr>
            <a:picLocks noChangeAspect="1"/>
          </p:cNvPicPr>
          <p:nvPr/>
        </p:nvPicPr>
        <p:blipFill>
          <a:blip r:embed="rId9"/>
          <a:srcRect/>
          <a:stretch/>
        </p:blipFill>
        <p:spPr>
          <a:xfrm>
            <a:off x="1617302" y="2305761"/>
            <a:ext cx="290919" cy="290919"/>
          </a:xfrm>
          <a:prstGeom prst="rect">
            <a:avLst/>
          </a:prstGeom>
          <a:solidFill>
            <a:srgbClr val="0000FF"/>
          </a:solidFill>
          <a:ln w="19050">
            <a:noFill/>
          </a:ln>
        </p:spPr>
      </p:pic>
      <p:pic>
        <p:nvPicPr>
          <p:cNvPr id="48" name="Picture 47">
            <a:extLst>
              <a:ext uri="{FF2B5EF4-FFF2-40B4-BE49-F238E27FC236}">
                <a16:creationId xmlns:a16="http://schemas.microsoft.com/office/drawing/2014/main" id="{1BD3E401-1A7E-E3F9-7ACC-439601ED7DEB}"/>
              </a:ext>
            </a:extLst>
          </p:cNvPr>
          <p:cNvPicPr>
            <a:picLocks noChangeAspect="1"/>
          </p:cNvPicPr>
          <p:nvPr/>
        </p:nvPicPr>
        <p:blipFill>
          <a:blip r:embed="rId9"/>
          <a:srcRect/>
          <a:stretch/>
        </p:blipFill>
        <p:spPr>
          <a:xfrm>
            <a:off x="1983394" y="2305761"/>
            <a:ext cx="290919" cy="290919"/>
          </a:xfrm>
          <a:prstGeom prst="rect">
            <a:avLst/>
          </a:prstGeom>
          <a:solidFill>
            <a:srgbClr val="0000FF"/>
          </a:solidFill>
          <a:ln w="19050">
            <a:noFill/>
          </a:ln>
        </p:spPr>
      </p:pic>
      <p:pic>
        <p:nvPicPr>
          <p:cNvPr id="49" name="Picture 48">
            <a:extLst>
              <a:ext uri="{FF2B5EF4-FFF2-40B4-BE49-F238E27FC236}">
                <a16:creationId xmlns:a16="http://schemas.microsoft.com/office/drawing/2014/main" id="{7A5DC738-1E20-1DAB-CBA0-CBF6B571FC52}"/>
              </a:ext>
            </a:extLst>
          </p:cNvPr>
          <p:cNvPicPr>
            <a:picLocks noChangeAspect="1"/>
          </p:cNvPicPr>
          <p:nvPr/>
        </p:nvPicPr>
        <p:blipFill>
          <a:blip r:embed="rId9"/>
          <a:srcRect/>
          <a:stretch/>
        </p:blipFill>
        <p:spPr>
          <a:xfrm>
            <a:off x="2349485" y="2305761"/>
            <a:ext cx="290919" cy="290919"/>
          </a:xfrm>
          <a:prstGeom prst="rect">
            <a:avLst/>
          </a:prstGeom>
          <a:solidFill>
            <a:srgbClr val="0000FF"/>
          </a:solidFill>
          <a:ln w="19050">
            <a:noFill/>
          </a:ln>
        </p:spPr>
      </p:pic>
      <p:pic>
        <p:nvPicPr>
          <p:cNvPr id="56" name="Picture 55">
            <a:extLst>
              <a:ext uri="{FF2B5EF4-FFF2-40B4-BE49-F238E27FC236}">
                <a16:creationId xmlns:a16="http://schemas.microsoft.com/office/drawing/2014/main" id="{5632ABBD-7E10-DF93-6211-0DA85F18A15D}"/>
              </a:ext>
            </a:extLst>
          </p:cNvPr>
          <p:cNvPicPr>
            <a:picLocks noChangeAspect="1"/>
          </p:cNvPicPr>
          <p:nvPr/>
        </p:nvPicPr>
        <p:blipFill>
          <a:blip r:embed="rId10"/>
          <a:srcRect/>
          <a:stretch/>
        </p:blipFill>
        <p:spPr>
          <a:xfrm>
            <a:off x="865828" y="2305761"/>
            <a:ext cx="280110" cy="286070"/>
          </a:xfrm>
          <a:prstGeom prst="rect">
            <a:avLst/>
          </a:prstGeom>
          <a:solidFill>
            <a:srgbClr val="0000FF"/>
          </a:solidFill>
          <a:ln w="19050">
            <a:noFill/>
          </a:ln>
        </p:spPr>
      </p:pic>
      <p:sp>
        <p:nvSpPr>
          <p:cNvPr id="21" name="TextBox 20">
            <a:extLst>
              <a:ext uri="{FF2B5EF4-FFF2-40B4-BE49-F238E27FC236}">
                <a16:creationId xmlns:a16="http://schemas.microsoft.com/office/drawing/2014/main" id="{B3B36720-51DC-A509-3D9F-431047E0E51B}"/>
              </a:ext>
            </a:extLst>
          </p:cNvPr>
          <p:cNvSpPr txBox="1"/>
          <p:nvPr/>
        </p:nvSpPr>
        <p:spPr>
          <a:xfrm>
            <a:off x="1686619" y="2308429"/>
            <a:ext cx="152285"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HSS</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HLR</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22" name="TextBox 21">
            <a:extLst>
              <a:ext uri="{FF2B5EF4-FFF2-40B4-BE49-F238E27FC236}">
                <a16:creationId xmlns:a16="http://schemas.microsoft.com/office/drawing/2014/main" id="{E090C558-02EF-BCD6-90AA-3E7C80BCB856}"/>
              </a:ext>
            </a:extLst>
          </p:cNvPr>
          <p:cNvSpPr txBox="1"/>
          <p:nvPr/>
        </p:nvSpPr>
        <p:spPr>
          <a:xfrm>
            <a:off x="2011897" y="2312547"/>
            <a:ext cx="246862" cy="107722"/>
          </a:xfrm>
          <a:prstGeom prst="rect">
            <a:avLst/>
          </a:prstGeom>
          <a:noFill/>
          <a:ln w="3175">
            <a:solidFill>
              <a:schemeClr val="tx1"/>
            </a:solidFill>
          </a:ln>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5G-EIR</a:t>
            </a:r>
          </a:p>
        </p:txBody>
      </p:sp>
      <p:sp>
        <p:nvSpPr>
          <p:cNvPr id="27" name="TextBox 26">
            <a:extLst>
              <a:ext uri="{FF2B5EF4-FFF2-40B4-BE49-F238E27FC236}">
                <a16:creationId xmlns:a16="http://schemas.microsoft.com/office/drawing/2014/main" id="{2DF1670F-80BC-0EAE-41D8-B294BF55C7F1}"/>
              </a:ext>
            </a:extLst>
          </p:cNvPr>
          <p:cNvSpPr txBox="1"/>
          <p:nvPr/>
        </p:nvSpPr>
        <p:spPr>
          <a:xfrm>
            <a:off x="2433229" y="2312547"/>
            <a:ext cx="123431" cy="107722"/>
          </a:xfrm>
          <a:prstGeom prst="rect">
            <a:avLst/>
          </a:prstGeom>
          <a:noFill/>
          <a:ln w="3175">
            <a:solidFill>
              <a:schemeClr val="tx1"/>
            </a:solidFill>
          </a:ln>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EIR</a:t>
            </a:r>
          </a:p>
        </p:txBody>
      </p:sp>
      <p:sp>
        <p:nvSpPr>
          <p:cNvPr id="38" name="TextBox 37">
            <a:extLst>
              <a:ext uri="{FF2B5EF4-FFF2-40B4-BE49-F238E27FC236}">
                <a16:creationId xmlns:a16="http://schemas.microsoft.com/office/drawing/2014/main" id="{34141B43-16FB-1650-625D-1B6ED41EA476}"/>
              </a:ext>
            </a:extLst>
          </p:cNvPr>
          <p:cNvSpPr txBox="1"/>
          <p:nvPr/>
        </p:nvSpPr>
        <p:spPr>
          <a:xfrm>
            <a:off x="884855" y="2308429"/>
            <a:ext cx="242054"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PCFv</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PCRFv</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548" name="TextBox 547">
            <a:extLst>
              <a:ext uri="{FF2B5EF4-FFF2-40B4-BE49-F238E27FC236}">
                <a16:creationId xmlns:a16="http://schemas.microsoft.com/office/drawing/2014/main" id="{B3E597C0-476E-8CF1-685F-EE1E30C2893F}"/>
              </a:ext>
            </a:extLst>
          </p:cNvPr>
          <p:cNvSpPr txBox="1"/>
          <p:nvPr/>
        </p:nvSpPr>
        <p:spPr>
          <a:xfrm>
            <a:off x="1627929" y="2540578"/>
            <a:ext cx="270908" cy="184666"/>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5AFF"/>
                </a:highlight>
                <a:uLnTx/>
                <a:uFillTx/>
                <a:latin typeface="Arial Narrow" panose="020B0606020202030204" pitchFamily="34" charset="0"/>
                <a:ea typeface="Meiryo UI" panose="020B0604030504040204" pitchFamily="50" charset="-128"/>
                <a:cs typeface="Meiryo UI" panose="020B0604030504040204" pitchFamily="50" charset="-128"/>
              </a:rPr>
              <a:t>Registers</a:t>
            </a:r>
            <a:br>
              <a:rPr kumimoji="1" lang="en-US" altLang="ja-JP" sz="480" b="0" i="0" u="none" strike="noStrike" kern="1200" cap="none" spc="0" normalizeH="0" baseline="0" noProof="0">
                <a:ln>
                  <a:noFill/>
                </a:ln>
                <a:solidFill>
                  <a:srgbClr val="FFFFFF"/>
                </a:solidFill>
                <a:effectLst/>
                <a:highlight>
                  <a:srgbClr val="005A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480" b="0" i="0" u="none" strike="noStrike" kern="1200" cap="none" spc="0" normalizeH="0" baseline="0" noProof="1">
                <a:ln>
                  <a:noFill/>
                </a:ln>
                <a:solidFill>
                  <a:srgbClr val="FFFFFF"/>
                </a:solidFill>
                <a:effectLst/>
                <a:highlight>
                  <a:srgbClr val="005AFF"/>
                </a:highlight>
                <a:uLnTx/>
                <a:uFillTx/>
                <a:latin typeface="Arial Narrow" panose="020B0606020202030204" pitchFamily="34" charset="0"/>
                <a:ea typeface="Meiryo UI" panose="020B0604030504040204" pitchFamily="50" charset="-128"/>
                <a:cs typeface="Meiryo UI" panose="020B0604030504040204" pitchFamily="50" charset="-128"/>
              </a:rPr>
              <a:t>HSS/HLR</a:t>
            </a:r>
            <a:endParaRPr kumimoji="1" lang="ja-JP" altLang="en-US" sz="480" b="0" i="0" u="none" strike="noStrike" kern="1200" cap="none" spc="0" normalizeH="0" baseline="0" noProof="0">
              <a:ln>
                <a:noFill/>
              </a:ln>
              <a:solidFill>
                <a:srgbClr val="FFFFFF"/>
              </a:solidFill>
              <a:effectLst/>
              <a:highlight>
                <a:srgbClr val="005A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550" name="TextBox 549">
            <a:extLst>
              <a:ext uri="{FF2B5EF4-FFF2-40B4-BE49-F238E27FC236}">
                <a16:creationId xmlns:a16="http://schemas.microsoft.com/office/drawing/2014/main" id="{9CE6251B-D84B-43A5-9E4E-A54A9E322C37}"/>
              </a:ext>
            </a:extLst>
          </p:cNvPr>
          <p:cNvSpPr txBox="1"/>
          <p:nvPr/>
        </p:nvSpPr>
        <p:spPr>
          <a:xfrm>
            <a:off x="2016988" y="2540578"/>
            <a:ext cx="245259"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One-EIR</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551" name="TextBox 550">
            <a:extLst>
              <a:ext uri="{FF2B5EF4-FFF2-40B4-BE49-F238E27FC236}">
                <a16:creationId xmlns:a16="http://schemas.microsoft.com/office/drawing/2014/main" id="{9D9B298F-9FBA-26C2-82D6-9E02E9CF67A0}"/>
              </a:ext>
            </a:extLst>
          </p:cNvPr>
          <p:cNvSpPr txBox="1"/>
          <p:nvPr/>
        </p:nvSpPr>
        <p:spPr>
          <a:xfrm>
            <a:off x="943203" y="2540578"/>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NPC</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552" name="TextBox 551">
            <a:extLst>
              <a:ext uri="{FF2B5EF4-FFF2-40B4-BE49-F238E27FC236}">
                <a16:creationId xmlns:a16="http://schemas.microsoft.com/office/drawing/2014/main" id="{816C7DDA-A7B6-CCC4-A5CB-84499936ACAC}"/>
              </a:ext>
            </a:extLst>
          </p:cNvPr>
          <p:cNvSpPr txBox="1"/>
          <p:nvPr/>
        </p:nvSpPr>
        <p:spPr>
          <a:xfrm>
            <a:off x="2368842" y="2540578"/>
            <a:ext cx="245259"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One-EIR</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cxnSp>
        <p:nvCxnSpPr>
          <p:cNvPr id="886" name="Straight Connector 885">
            <a:extLst>
              <a:ext uri="{FF2B5EF4-FFF2-40B4-BE49-F238E27FC236}">
                <a16:creationId xmlns:a16="http://schemas.microsoft.com/office/drawing/2014/main" id="{852BEE35-A16A-06FB-6D4A-F44256B2B64B}"/>
              </a:ext>
            </a:extLst>
          </p:cNvPr>
          <p:cNvCxnSpPr>
            <a:cxnSpLocks/>
            <a:stCxn id="46" idx="3"/>
            <a:endCxn id="47" idx="1"/>
          </p:cNvCxnSpPr>
          <p:nvPr/>
        </p:nvCxnSpPr>
        <p:spPr>
          <a:xfrm>
            <a:off x="1542130" y="2451220"/>
            <a:ext cx="75172"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D5D18903-9E8A-8C73-7FF7-B9237270E022}"/>
              </a:ext>
            </a:extLst>
          </p:cNvPr>
          <p:cNvSpPr/>
          <p:nvPr/>
        </p:nvSpPr>
        <p:spPr>
          <a:xfrm>
            <a:off x="57154" y="2891752"/>
            <a:ext cx="380866" cy="532265"/>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pic>
        <p:nvPicPr>
          <p:cNvPr id="221" name="Picture 220" descr="WHonDB-RGB-16.png">
            <a:extLst>
              <a:ext uri="{FF2B5EF4-FFF2-40B4-BE49-F238E27FC236}">
                <a16:creationId xmlns:a16="http://schemas.microsoft.com/office/drawing/2014/main" id="{EEBFB4B2-865D-5190-1A21-562B16D12DC8}"/>
              </a:ext>
            </a:extLst>
          </p:cNvPr>
          <p:cNvPicPr>
            <a:picLocks noChangeAspect="1"/>
          </p:cNvPicPr>
          <p:nvPr/>
        </p:nvPicPr>
        <p:blipFill>
          <a:blip r:embed="rId11"/>
          <a:stretch>
            <a:fillRect/>
          </a:stretch>
        </p:blipFill>
        <p:spPr>
          <a:xfrm>
            <a:off x="513742" y="3625260"/>
            <a:ext cx="290919" cy="290919"/>
          </a:xfrm>
          <a:prstGeom prst="rect">
            <a:avLst/>
          </a:prstGeom>
        </p:spPr>
      </p:pic>
      <p:sp>
        <p:nvSpPr>
          <p:cNvPr id="226" name="TextBox 225">
            <a:extLst>
              <a:ext uri="{FF2B5EF4-FFF2-40B4-BE49-F238E27FC236}">
                <a16:creationId xmlns:a16="http://schemas.microsoft.com/office/drawing/2014/main" id="{64B42BAE-EF7A-D0F6-577F-2E0140543983}"/>
              </a:ext>
            </a:extLst>
          </p:cNvPr>
          <p:cNvSpPr txBox="1"/>
          <p:nvPr/>
        </p:nvSpPr>
        <p:spPr>
          <a:xfrm>
            <a:off x="508242" y="3632719"/>
            <a:ext cx="294953"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GW-STP</a:t>
            </a:r>
            <a:endParaRPr kumimoji="1" lang="ja-JP" altLang="en-US"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endParaRPr>
          </a:p>
        </p:txBody>
      </p:sp>
      <p:pic>
        <p:nvPicPr>
          <p:cNvPr id="223" name="Picture 222">
            <a:extLst>
              <a:ext uri="{FF2B5EF4-FFF2-40B4-BE49-F238E27FC236}">
                <a16:creationId xmlns:a16="http://schemas.microsoft.com/office/drawing/2014/main" id="{5388B8B9-940B-86A6-7479-458C9AA862B9}"/>
              </a:ext>
            </a:extLst>
          </p:cNvPr>
          <p:cNvPicPr>
            <a:picLocks noChangeAspect="1"/>
          </p:cNvPicPr>
          <p:nvPr/>
        </p:nvPicPr>
        <p:blipFill>
          <a:blip r:embed="rId12"/>
          <a:srcRect/>
          <a:stretch/>
        </p:blipFill>
        <p:spPr>
          <a:xfrm>
            <a:off x="962540" y="3625260"/>
            <a:ext cx="284454" cy="290919"/>
          </a:xfrm>
          <a:prstGeom prst="rect">
            <a:avLst/>
          </a:prstGeom>
        </p:spPr>
      </p:pic>
      <p:sp>
        <p:nvSpPr>
          <p:cNvPr id="227" name="TextBox 226">
            <a:extLst>
              <a:ext uri="{FF2B5EF4-FFF2-40B4-BE49-F238E27FC236}">
                <a16:creationId xmlns:a16="http://schemas.microsoft.com/office/drawing/2014/main" id="{4108C969-4557-46D4-7280-FB0DF26BC921}"/>
              </a:ext>
            </a:extLst>
          </p:cNvPr>
          <p:cNvSpPr txBox="1"/>
          <p:nvPr/>
        </p:nvSpPr>
        <p:spPr>
          <a:xfrm>
            <a:off x="1045931" y="3632719"/>
            <a:ext cx="131446"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IMS</a:t>
            </a:r>
            <a:endParaRPr kumimoji="1" lang="ja-JP" altLang="en-US"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endParaRPr>
          </a:p>
        </p:txBody>
      </p:sp>
      <p:pic>
        <p:nvPicPr>
          <p:cNvPr id="222" name="Picture 221">
            <a:extLst>
              <a:ext uri="{FF2B5EF4-FFF2-40B4-BE49-F238E27FC236}">
                <a16:creationId xmlns:a16="http://schemas.microsoft.com/office/drawing/2014/main" id="{76166CB3-7F97-4400-3D12-DF0F8A886344}"/>
              </a:ext>
            </a:extLst>
          </p:cNvPr>
          <p:cNvPicPr>
            <a:picLocks noChangeAspect="1"/>
          </p:cNvPicPr>
          <p:nvPr/>
        </p:nvPicPr>
        <p:blipFill>
          <a:blip r:embed="rId13"/>
          <a:srcRect/>
          <a:stretch/>
        </p:blipFill>
        <p:spPr>
          <a:xfrm>
            <a:off x="1843157" y="3625260"/>
            <a:ext cx="290919" cy="290919"/>
          </a:xfrm>
          <a:prstGeom prst="rect">
            <a:avLst/>
          </a:prstGeom>
        </p:spPr>
      </p:pic>
      <p:sp>
        <p:nvSpPr>
          <p:cNvPr id="228" name="TextBox 227">
            <a:extLst>
              <a:ext uri="{FF2B5EF4-FFF2-40B4-BE49-F238E27FC236}">
                <a16:creationId xmlns:a16="http://schemas.microsoft.com/office/drawing/2014/main" id="{6A9D65DE-7C11-AF9E-971C-E9EC6C36B205}"/>
              </a:ext>
            </a:extLst>
          </p:cNvPr>
          <p:cNvSpPr txBox="1"/>
          <p:nvPr/>
        </p:nvSpPr>
        <p:spPr>
          <a:xfrm>
            <a:off x="1944728" y="3632719"/>
            <a:ext cx="99386"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AS</a:t>
            </a:r>
            <a:endParaRPr kumimoji="1" lang="ja-JP" altLang="en-US"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endParaRPr>
          </a:p>
        </p:txBody>
      </p:sp>
      <p:pic>
        <p:nvPicPr>
          <p:cNvPr id="224" name="Picture 223">
            <a:extLst>
              <a:ext uri="{FF2B5EF4-FFF2-40B4-BE49-F238E27FC236}">
                <a16:creationId xmlns:a16="http://schemas.microsoft.com/office/drawing/2014/main" id="{9B600965-7CD5-1183-053B-09FD4745511C}"/>
              </a:ext>
            </a:extLst>
          </p:cNvPr>
          <p:cNvPicPr>
            <a:picLocks noChangeAspect="1"/>
          </p:cNvPicPr>
          <p:nvPr/>
        </p:nvPicPr>
        <p:blipFill>
          <a:blip r:embed="rId14"/>
          <a:srcRect/>
          <a:stretch/>
        </p:blipFill>
        <p:spPr>
          <a:xfrm>
            <a:off x="2291955" y="3625260"/>
            <a:ext cx="290919" cy="290919"/>
          </a:xfrm>
          <a:prstGeom prst="rect">
            <a:avLst/>
          </a:prstGeom>
        </p:spPr>
      </p:pic>
      <p:sp>
        <p:nvSpPr>
          <p:cNvPr id="229" name="TextBox 228">
            <a:extLst>
              <a:ext uri="{FF2B5EF4-FFF2-40B4-BE49-F238E27FC236}">
                <a16:creationId xmlns:a16="http://schemas.microsoft.com/office/drawing/2014/main" id="{0EF7FD71-2072-D405-4C46-2D8E82F44144}"/>
              </a:ext>
            </a:extLst>
          </p:cNvPr>
          <p:cNvSpPr txBox="1"/>
          <p:nvPr/>
        </p:nvSpPr>
        <p:spPr>
          <a:xfrm>
            <a:off x="2353107" y="3632719"/>
            <a:ext cx="171522" cy="215444"/>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AMF</a:t>
            </a:r>
            <a:br>
              <a:rPr kumimoji="1" lang="en-US" altLang="ja-JP"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b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MME</a:t>
            </a:r>
            <a:endParaRPr kumimoji="1" lang="ja-JP" altLang="en-US"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endParaRPr>
          </a:p>
        </p:txBody>
      </p:sp>
      <p:pic>
        <p:nvPicPr>
          <p:cNvPr id="225" name="Picture 224">
            <a:extLst>
              <a:ext uri="{FF2B5EF4-FFF2-40B4-BE49-F238E27FC236}">
                <a16:creationId xmlns:a16="http://schemas.microsoft.com/office/drawing/2014/main" id="{38DE9941-7993-5740-80F1-57B6BFF144E3}"/>
              </a:ext>
            </a:extLst>
          </p:cNvPr>
          <p:cNvPicPr>
            <a:picLocks noChangeAspect="1"/>
          </p:cNvPicPr>
          <p:nvPr/>
        </p:nvPicPr>
        <p:blipFill>
          <a:blip r:embed="rId15"/>
          <a:srcRect/>
          <a:stretch/>
        </p:blipFill>
        <p:spPr>
          <a:xfrm>
            <a:off x="2740754" y="3625260"/>
            <a:ext cx="284454" cy="290919"/>
          </a:xfrm>
          <a:prstGeom prst="rect">
            <a:avLst/>
          </a:prstGeom>
        </p:spPr>
      </p:pic>
      <p:sp>
        <p:nvSpPr>
          <p:cNvPr id="230" name="TextBox 229">
            <a:extLst>
              <a:ext uri="{FF2B5EF4-FFF2-40B4-BE49-F238E27FC236}">
                <a16:creationId xmlns:a16="http://schemas.microsoft.com/office/drawing/2014/main" id="{BBE311A4-3323-B884-C464-3CA9610FE8BA}"/>
              </a:ext>
            </a:extLst>
          </p:cNvPr>
          <p:cNvSpPr txBox="1"/>
          <p:nvPr/>
        </p:nvSpPr>
        <p:spPr>
          <a:xfrm>
            <a:off x="2774868" y="3632719"/>
            <a:ext cx="226023" cy="215444"/>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SMF</a:t>
            </a:r>
            <a:br>
              <a:rPr kumimoji="1" lang="en-US" altLang="ja-JP"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b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SPGW</a:t>
            </a:r>
            <a:endParaRPr kumimoji="1" lang="ja-JP" altLang="en-US"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endParaRPr>
          </a:p>
        </p:txBody>
      </p:sp>
      <p:pic>
        <p:nvPicPr>
          <p:cNvPr id="427" name="Picture 426">
            <a:extLst>
              <a:ext uri="{FF2B5EF4-FFF2-40B4-BE49-F238E27FC236}">
                <a16:creationId xmlns:a16="http://schemas.microsoft.com/office/drawing/2014/main" id="{6EA0F765-2DFF-AAB6-75B5-16C01EF4FAB0}"/>
              </a:ext>
            </a:extLst>
          </p:cNvPr>
          <p:cNvPicPr>
            <a:picLocks noChangeAspect="1"/>
          </p:cNvPicPr>
          <p:nvPr/>
        </p:nvPicPr>
        <p:blipFill>
          <a:blip r:embed="rId12"/>
          <a:srcRect/>
          <a:stretch/>
        </p:blipFill>
        <p:spPr>
          <a:xfrm>
            <a:off x="1405274" y="3623556"/>
            <a:ext cx="284454" cy="290919"/>
          </a:xfrm>
          <a:prstGeom prst="rect">
            <a:avLst/>
          </a:prstGeom>
        </p:spPr>
      </p:pic>
      <p:sp>
        <p:nvSpPr>
          <p:cNvPr id="428" name="TextBox 427">
            <a:extLst>
              <a:ext uri="{FF2B5EF4-FFF2-40B4-BE49-F238E27FC236}">
                <a16:creationId xmlns:a16="http://schemas.microsoft.com/office/drawing/2014/main" id="{966DF921-A07A-9E69-7547-69D1FF486EB6}"/>
              </a:ext>
            </a:extLst>
          </p:cNvPr>
          <p:cNvSpPr txBox="1"/>
          <p:nvPr/>
        </p:nvSpPr>
        <p:spPr>
          <a:xfrm>
            <a:off x="1417328" y="3632719"/>
            <a:ext cx="274114"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0" i="0" u="none" strike="noStrike" kern="1200" cap="none" spc="0" normalizeH="0" baseline="0" noProof="1">
                <a:ln>
                  <a:noFill/>
                </a:ln>
                <a:solidFill>
                  <a:srgbClr val="FFFFFF"/>
                </a:solidFill>
                <a:effectLst/>
                <a:highlight>
                  <a:srgbClr val="808080"/>
                </a:highlight>
                <a:uLnTx/>
                <a:uFillTx/>
                <a:latin typeface="Arial Narrow" panose="020B0606020202030204" pitchFamily="34" charset="0"/>
                <a:ea typeface="Meiryo UI" panose="020B0604030504040204" pitchFamily="50" charset="-128"/>
              </a:rPr>
              <a:t>P-CSCF</a:t>
            </a:r>
            <a:endParaRPr kumimoji="1" lang="ja-JP" altLang="en-US" sz="560" b="0" i="0" u="none" strike="noStrike" kern="1200" cap="none" spc="0" normalizeH="0" baseline="0" noProof="0">
              <a:ln>
                <a:noFill/>
              </a:ln>
              <a:solidFill>
                <a:srgbClr val="FFFFFF"/>
              </a:solidFill>
              <a:effectLst/>
              <a:highlight>
                <a:srgbClr val="808080"/>
              </a:highlight>
              <a:uLnTx/>
              <a:uFillTx/>
              <a:latin typeface="Arial Narrow" panose="020B0606020202030204" pitchFamily="34" charset="0"/>
              <a:ea typeface="Meiryo UI" panose="020B0604030504040204" pitchFamily="50" charset="-128"/>
            </a:endParaRPr>
          </a:p>
        </p:txBody>
      </p:sp>
      <p:pic>
        <p:nvPicPr>
          <p:cNvPr id="596" name="Picture 595">
            <a:extLst>
              <a:ext uri="{FF2B5EF4-FFF2-40B4-BE49-F238E27FC236}">
                <a16:creationId xmlns:a16="http://schemas.microsoft.com/office/drawing/2014/main" id="{BEC3DDAC-F0BB-8075-10F8-9792E6276BEA}"/>
              </a:ext>
            </a:extLst>
          </p:cNvPr>
          <p:cNvPicPr>
            <a:picLocks noChangeAspect="1"/>
          </p:cNvPicPr>
          <p:nvPr/>
        </p:nvPicPr>
        <p:blipFill>
          <a:blip r:embed="rId16"/>
          <a:srcRect/>
          <a:stretch/>
        </p:blipFill>
        <p:spPr>
          <a:xfrm>
            <a:off x="795575" y="1357354"/>
            <a:ext cx="261827" cy="261828"/>
          </a:xfrm>
          <a:prstGeom prst="rect">
            <a:avLst/>
          </a:prstGeom>
        </p:spPr>
      </p:pic>
      <p:sp>
        <p:nvSpPr>
          <p:cNvPr id="597" name="TextBox 596">
            <a:extLst>
              <a:ext uri="{FF2B5EF4-FFF2-40B4-BE49-F238E27FC236}">
                <a16:creationId xmlns:a16="http://schemas.microsoft.com/office/drawing/2014/main" id="{033E00D6-1EEE-30AA-CE94-8C5714BA6251}"/>
              </a:ext>
            </a:extLst>
          </p:cNvPr>
          <p:cNvSpPr txBox="1"/>
          <p:nvPr/>
        </p:nvSpPr>
        <p:spPr>
          <a:xfrm>
            <a:off x="804661" y="1367402"/>
            <a:ext cx="243656"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EDR log</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600" name="Picture 599">
            <a:extLst>
              <a:ext uri="{FF2B5EF4-FFF2-40B4-BE49-F238E27FC236}">
                <a16:creationId xmlns:a16="http://schemas.microsoft.com/office/drawing/2014/main" id="{4353DA45-DB9E-88B7-AA13-77EC8E4A3913}"/>
              </a:ext>
            </a:extLst>
          </p:cNvPr>
          <p:cNvPicPr>
            <a:picLocks noChangeAspect="1"/>
          </p:cNvPicPr>
          <p:nvPr/>
        </p:nvPicPr>
        <p:blipFill>
          <a:blip r:embed="rId17"/>
          <a:srcRect/>
          <a:stretch/>
        </p:blipFill>
        <p:spPr>
          <a:xfrm>
            <a:off x="2751028" y="1357354"/>
            <a:ext cx="261827" cy="261828"/>
          </a:xfrm>
          <a:prstGeom prst="rect">
            <a:avLst/>
          </a:prstGeom>
        </p:spPr>
      </p:pic>
      <p:sp>
        <p:nvSpPr>
          <p:cNvPr id="601" name="TextBox 600">
            <a:extLst>
              <a:ext uri="{FF2B5EF4-FFF2-40B4-BE49-F238E27FC236}">
                <a16:creationId xmlns:a16="http://schemas.microsoft.com/office/drawing/2014/main" id="{FBE0C3A6-D743-061E-ECA2-2A6FFB139FCD}"/>
              </a:ext>
            </a:extLst>
          </p:cNvPr>
          <p:cNvSpPr txBox="1"/>
          <p:nvPr/>
        </p:nvSpPr>
        <p:spPr>
          <a:xfrm>
            <a:off x="2717647" y="1367402"/>
            <a:ext cx="317395"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DB Search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602" name="Picture 601" descr="WHonDB-RGB-04.png">
            <a:extLst>
              <a:ext uri="{FF2B5EF4-FFF2-40B4-BE49-F238E27FC236}">
                <a16:creationId xmlns:a16="http://schemas.microsoft.com/office/drawing/2014/main" id="{40AE0D7D-AF40-69B6-45DD-5E17C0B9F7EF}"/>
              </a:ext>
            </a:extLst>
          </p:cNvPr>
          <p:cNvPicPr>
            <a:picLocks noChangeAspect="1"/>
          </p:cNvPicPr>
          <p:nvPr/>
        </p:nvPicPr>
        <p:blipFill>
          <a:blip r:embed="rId18"/>
          <a:stretch>
            <a:fillRect/>
          </a:stretch>
        </p:blipFill>
        <p:spPr>
          <a:xfrm>
            <a:off x="2426032" y="1357354"/>
            <a:ext cx="261827" cy="261828"/>
          </a:xfrm>
          <a:prstGeom prst="rect">
            <a:avLst/>
          </a:prstGeom>
        </p:spPr>
      </p:pic>
      <p:sp>
        <p:nvSpPr>
          <p:cNvPr id="603" name="TextBox 602">
            <a:extLst>
              <a:ext uri="{FF2B5EF4-FFF2-40B4-BE49-F238E27FC236}">
                <a16:creationId xmlns:a16="http://schemas.microsoft.com/office/drawing/2014/main" id="{588AC425-7267-939D-0046-96A9A1681E48}"/>
              </a:ext>
            </a:extLst>
          </p:cNvPr>
          <p:cNvSpPr txBox="1"/>
          <p:nvPr/>
        </p:nvSpPr>
        <p:spPr>
          <a:xfrm>
            <a:off x="2423897" y="1367402"/>
            <a:ext cx="266098"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SO/Prov.</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604" name="Picture 603">
            <a:extLst>
              <a:ext uri="{FF2B5EF4-FFF2-40B4-BE49-F238E27FC236}">
                <a16:creationId xmlns:a16="http://schemas.microsoft.com/office/drawing/2014/main" id="{0B36C37D-7E9B-627A-8466-8589E8E88CE8}"/>
              </a:ext>
            </a:extLst>
          </p:cNvPr>
          <p:cNvPicPr>
            <a:picLocks noChangeAspect="1"/>
          </p:cNvPicPr>
          <p:nvPr/>
        </p:nvPicPr>
        <p:blipFill>
          <a:blip r:embed="rId17"/>
          <a:srcRect/>
          <a:stretch/>
        </p:blipFill>
        <p:spPr>
          <a:xfrm>
            <a:off x="795575" y="1676037"/>
            <a:ext cx="261827" cy="261828"/>
          </a:xfrm>
          <a:prstGeom prst="rect">
            <a:avLst/>
          </a:prstGeom>
        </p:spPr>
      </p:pic>
      <p:sp>
        <p:nvSpPr>
          <p:cNvPr id="605" name="TextBox 604">
            <a:extLst>
              <a:ext uri="{FF2B5EF4-FFF2-40B4-BE49-F238E27FC236}">
                <a16:creationId xmlns:a16="http://schemas.microsoft.com/office/drawing/2014/main" id="{C5EF8DFB-7DC0-0C07-622F-81AABB030FDD}"/>
              </a:ext>
            </a:extLst>
          </p:cNvPr>
          <p:cNvSpPr txBox="1"/>
          <p:nvPr/>
        </p:nvSpPr>
        <p:spPr>
          <a:xfrm>
            <a:off x="544177" y="1665821"/>
            <a:ext cx="764633" cy="113236"/>
          </a:xfrm>
          <a:prstGeom prst="rect">
            <a:avLst/>
          </a:prstGeom>
          <a:noFill/>
        </p:spPr>
        <p:txBody>
          <a:bodyPr wrap="none" lIns="0" tIns="0" rIns="0" bIns="0" rtlCol="0" anchor="ctr">
            <a:spAutoFit/>
          </a:bodyPr>
          <a:lstStyle/>
          <a:p>
            <a:pPr marL="0" marR="0" lvl="0" indent="0" algn="ctr" defTabSz="360000" rtl="0" eaLnBrk="1" fontAlgn="base" latinLnBrk="0" hangingPunct="1">
              <a:lnSpc>
                <a:spcPts val="1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CHFoff/Mediator/BSS-GW</a:t>
            </a:r>
          </a:p>
        </p:txBody>
      </p:sp>
      <p:cxnSp>
        <p:nvCxnSpPr>
          <p:cNvPr id="606" name="Straight Connector 605">
            <a:extLst>
              <a:ext uri="{FF2B5EF4-FFF2-40B4-BE49-F238E27FC236}">
                <a16:creationId xmlns:a16="http://schemas.microsoft.com/office/drawing/2014/main" id="{168EB3B4-50E5-3CF8-D340-BA76010DB187}"/>
              </a:ext>
            </a:extLst>
          </p:cNvPr>
          <p:cNvCxnSpPr>
            <a:cxnSpLocks/>
            <a:stCxn id="604" idx="0"/>
            <a:endCxn id="596" idx="2"/>
          </p:cNvCxnSpPr>
          <p:nvPr/>
        </p:nvCxnSpPr>
        <p:spPr>
          <a:xfrm flipV="1">
            <a:off x="926489" y="1619181"/>
            <a:ext cx="0" cy="56856"/>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607" name="TextBox 606">
            <a:extLst>
              <a:ext uri="{FF2B5EF4-FFF2-40B4-BE49-F238E27FC236}">
                <a16:creationId xmlns:a16="http://schemas.microsoft.com/office/drawing/2014/main" id="{55300340-CA76-1119-D59D-FCB14C742A2B}"/>
              </a:ext>
            </a:extLst>
          </p:cNvPr>
          <p:cNvSpPr txBox="1"/>
          <p:nvPr/>
        </p:nvSpPr>
        <p:spPr>
          <a:xfrm>
            <a:off x="877596" y="1828111"/>
            <a:ext cx="97784"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NM</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10" name="TextBox 609">
            <a:extLst>
              <a:ext uri="{FF2B5EF4-FFF2-40B4-BE49-F238E27FC236}">
                <a16:creationId xmlns:a16="http://schemas.microsoft.com/office/drawing/2014/main" id="{5EA2CDC9-FF34-FABC-8EC2-EF766986F973}"/>
              </a:ext>
            </a:extLst>
          </p:cNvPr>
          <p:cNvSpPr txBox="1"/>
          <p:nvPr/>
        </p:nvSpPr>
        <p:spPr>
          <a:xfrm>
            <a:off x="851948" y="1513004"/>
            <a:ext cx="14908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NWR</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11" name="TextBox 610">
            <a:extLst>
              <a:ext uri="{FF2B5EF4-FFF2-40B4-BE49-F238E27FC236}">
                <a16:creationId xmlns:a16="http://schemas.microsoft.com/office/drawing/2014/main" id="{720B0E2E-3E65-DE7B-DD1C-84B9117D4699}"/>
              </a:ext>
            </a:extLst>
          </p:cNvPr>
          <p:cNvSpPr txBox="1"/>
          <p:nvPr/>
        </p:nvSpPr>
        <p:spPr>
          <a:xfrm>
            <a:off x="2696683" y="1513004"/>
            <a:ext cx="365485"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Search Serv.</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12" name="TextBox 611">
            <a:extLst>
              <a:ext uri="{FF2B5EF4-FFF2-40B4-BE49-F238E27FC236}">
                <a16:creationId xmlns:a16="http://schemas.microsoft.com/office/drawing/2014/main" id="{7C01EE53-993E-E555-2263-B6A2C38C4F6F}"/>
              </a:ext>
            </a:extLst>
          </p:cNvPr>
          <p:cNvSpPr txBox="1"/>
          <p:nvPr/>
        </p:nvSpPr>
        <p:spPr>
          <a:xfrm>
            <a:off x="2394507" y="1513004"/>
            <a:ext cx="306173"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5G-SOGW</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30" name="Picture 29">
            <a:extLst>
              <a:ext uri="{FF2B5EF4-FFF2-40B4-BE49-F238E27FC236}">
                <a16:creationId xmlns:a16="http://schemas.microsoft.com/office/drawing/2014/main" id="{73AFF296-0B16-A5AF-3174-44FE755B6930}"/>
              </a:ext>
            </a:extLst>
          </p:cNvPr>
          <p:cNvPicPr>
            <a:picLocks noChangeAspect="1"/>
          </p:cNvPicPr>
          <p:nvPr/>
        </p:nvPicPr>
        <p:blipFill>
          <a:blip r:embed="rId19"/>
          <a:srcRect/>
          <a:stretch/>
        </p:blipFill>
        <p:spPr>
          <a:xfrm>
            <a:off x="4783257" y="2316033"/>
            <a:ext cx="280110" cy="275196"/>
          </a:xfrm>
          <a:prstGeom prst="rect">
            <a:avLst/>
          </a:prstGeom>
          <a:solidFill>
            <a:srgbClr val="0000FF"/>
          </a:solidFill>
          <a:ln w="19050">
            <a:noFill/>
          </a:ln>
        </p:spPr>
      </p:pic>
      <p:sp>
        <p:nvSpPr>
          <p:cNvPr id="933" name="TextBox 932">
            <a:extLst>
              <a:ext uri="{FF2B5EF4-FFF2-40B4-BE49-F238E27FC236}">
                <a16:creationId xmlns:a16="http://schemas.microsoft.com/office/drawing/2014/main" id="{0B26D8B8-09CE-536D-DD52-3A0A6F63221B}"/>
              </a:ext>
            </a:extLst>
          </p:cNvPr>
          <p:cNvSpPr txBox="1"/>
          <p:nvPr/>
        </p:nvSpPr>
        <p:spPr>
          <a:xfrm>
            <a:off x="5583210" y="2313264"/>
            <a:ext cx="193964"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vHSS</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vHLR</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34" name="TextBox 933">
            <a:extLst>
              <a:ext uri="{FF2B5EF4-FFF2-40B4-BE49-F238E27FC236}">
                <a16:creationId xmlns:a16="http://schemas.microsoft.com/office/drawing/2014/main" id="{15DE8EF9-81DD-67E2-94AC-AAC793D35A6F}"/>
              </a:ext>
            </a:extLst>
          </p:cNvPr>
          <p:cNvSpPr txBox="1"/>
          <p:nvPr/>
        </p:nvSpPr>
        <p:spPr>
          <a:xfrm>
            <a:off x="5929327" y="2322634"/>
            <a:ext cx="246862" cy="215444"/>
          </a:xfrm>
          <a:prstGeom prst="rect">
            <a:avLst/>
          </a:prstGeom>
          <a:noFill/>
          <a:ln w="3175">
            <a:solidFill>
              <a:schemeClr val="tx1"/>
            </a:solidFill>
          </a:ln>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5G-EIR</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EIR</a:t>
            </a:r>
          </a:p>
        </p:txBody>
      </p:sp>
      <p:sp>
        <p:nvSpPr>
          <p:cNvPr id="939" name="TextBox 938">
            <a:extLst>
              <a:ext uri="{FF2B5EF4-FFF2-40B4-BE49-F238E27FC236}">
                <a16:creationId xmlns:a16="http://schemas.microsoft.com/office/drawing/2014/main" id="{55856360-E1C3-E1FC-FFCA-A1BA6CE094B1}"/>
              </a:ext>
            </a:extLst>
          </p:cNvPr>
          <p:cNvSpPr txBox="1"/>
          <p:nvPr/>
        </p:nvSpPr>
        <p:spPr>
          <a:xfrm>
            <a:off x="4802285" y="2313264"/>
            <a:ext cx="242054"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PCFv</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PCRFv</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36" name="TextBox 35">
            <a:extLst>
              <a:ext uri="{FF2B5EF4-FFF2-40B4-BE49-F238E27FC236}">
                <a16:creationId xmlns:a16="http://schemas.microsoft.com/office/drawing/2014/main" id="{9FCCE98B-AD60-78B9-2506-3CBDF98EA99C}"/>
              </a:ext>
            </a:extLst>
          </p:cNvPr>
          <p:cNvSpPr txBox="1"/>
          <p:nvPr/>
        </p:nvSpPr>
        <p:spPr>
          <a:xfrm>
            <a:off x="5934417" y="2545414"/>
            <a:ext cx="245259"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One-EIR</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cxnSp>
        <p:nvCxnSpPr>
          <p:cNvPr id="65" name="Straight Connector 64">
            <a:extLst>
              <a:ext uri="{FF2B5EF4-FFF2-40B4-BE49-F238E27FC236}">
                <a16:creationId xmlns:a16="http://schemas.microsoft.com/office/drawing/2014/main" id="{F5CBC814-0F25-8165-5654-5F652D8BD5EA}"/>
              </a:ext>
            </a:extLst>
          </p:cNvPr>
          <p:cNvCxnSpPr>
            <a:cxnSpLocks/>
            <a:stCxn id="17" idx="3"/>
            <a:endCxn id="19" idx="1"/>
          </p:cNvCxnSpPr>
          <p:nvPr/>
        </p:nvCxnSpPr>
        <p:spPr>
          <a:xfrm>
            <a:off x="5459560" y="2456056"/>
            <a:ext cx="75172"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94A35F31-1D6C-67F9-AFB7-EDEA8B7DD721}"/>
              </a:ext>
            </a:extLst>
          </p:cNvPr>
          <p:cNvSpPr txBox="1"/>
          <p:nvPr/>
        </p:nvSpPr>
        <p:spPr>
          <a:xfrm>
            <a:off x="5544553" y="2540578"/>
            <a:ext cx="270908" cy="184666"/>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Registers</a:t>
            </a:r>
            <a:br>
              <a:rPr kumimoji="1" lang="en-US" altLang="ja-JP"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HSS/HLR</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75" name="TextBox 74">
            <a:extLst>
              <a:ext uri="{FF2B5EF4-FFF2-40B4-BE49-F238E27FC236}">
                <a16:creationId xmlns:a16="http://schemas.microsoft.com/office/drawing/2014/main" id="{5E1299BB-453A-FF47-4033-2855E6410467}"/>
              </a:ext>
            </a:extLst>
          </p:cNvPr>
          <p:cNvSpPr txBox="1"/>
          <p:nvPr/>
        </p:nvSpPr>
        <p:spPr>
          <a:xfrm>
            <a:off x="4859826" y="2540578"/>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NPC</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956" name="Picture 955">
            <a:extLst>
              <a:ext uri="{FF2B5EF4-FFF2-40B4-BE49-F238E27FC236}">
                <a16:creationId xmlns:a16="http://schemas.microsoft.com/office/drawing/2014/main" id="{C4392599-2AA1-7691-5773-723E53824931}"/>
              </a:ext>
            </a:extLst>
          </p:cNvPr>
          <p:cNvPicPr>
            <a:picLocks noChangeAspect="1"/>
          </p:cNvPicPr>
          <p:nvPr/>
        </p:nvPicPr>
        <p:blipFill>
          <a:blip r:embed="rId10"/>
          <a:srcRect/>
          <a:stretch/>
        </p:blipFill>
        <p:spPr>
          <a:xfrm>
            <a:off x="493057" y="2310596"/>
            <a:ext cx="280110" cy="286070"/>
          </a:xfrm>
          <a:prstGeom prst="rect">
            <a:avLst/>
          </a:prstGeom>
          <a:solidFill>
            <a:srgbClr val="0000FF"/>
          </a:solidFill>
          <a:ln w="19050">
            <a:noFill/>
          </a:ln>
        </p:spPr>
      </p:pic>
      <p:sp>
        <p:nvSpPr>
          <p:cNvPr id="33" name="TextBox 32">
            <a:extLst>
              <a:ext uri="{FF2B5EF4-FFF2-40B4-BE49-F238E27FC236}">
                <a16:creationId xmlns:a16="http://schemas.microsoft.com/office/drawing/2014/main" id="{88F74889-D6C0-A7B5-80AF-74A672BAFC01}"/>
              </a:ext>
            </a:extLst>
          </p:cNvPr>
          <p:cNvSpPr txBox="1"/>
          <p:nvPr/>
        </p:nvSpPr>
        <p:spPr>
          <a:xfrm>
            <a:off x="510482" y="2313264"/>
            <a:ext cx="245259"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PCFd</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PCRFd</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39" name="TextBox 38">
            <a:extLst>
              <a:ext uri="{FF2B5EF4-FFF2-40B4-BE49-F238E27FC236}">
                <a16:creationId xmlns:a16="http://schemas.microsoft.com/office/drawing/2014/main" id="{1AB7FBF8-78C6-560D-ECCF-CD44DEF01E42}"/>
              </a:ext>
            </a:extLst>
          </p:cNvPr>
          <p:cNvSpPr txBox="1"/>
          <p:nvPr/>
        </p:nvSpPr>
        <p:spPr>
          <a:xfrm>
            <a:off x="570432" y="2545414"/>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NPC</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41" name="Picture 40">
            <a:extLst>
              <a:ext uri="{FF2B5EF4-FFF2-40B4-BE49-F238E27FC236}">
                <a16:creationId xmlns:a16="http://schemas.microsoft.com/office/drawing/2014/main" id="{1023DFF1-FDE8-47A1-4699-4DCD259ACC6F}"/>
              </a:ext>
            </a:extLst>
          </p:cNvPr>
          <p:cNvPicPr>
            <a:picLocks noChangeAspect="1"/>
          </p:cNvPicPr>
          <p:nvPr/>
        </p:nvPicPr>
        <p:blipFill>
          <a:blip r:embed="rId20"/>
          <a:srcRect/>
          <a:stretch/>
        </p:blipFill>
        <p:spPr>
          <a:xfrm>
            <a:off x="105060" y="2313597"/>
            <a:ext cx="279712" cy="286070"/>
          </a:xfrm>
          <a:prstGeom prst="rect">
            <a:avLst/>
          </a:prstGeom>
          <a:solidFill>
            <a:srgbClr val="0000FF"/>
          </a:solidFill>
          <a:ln w="19050">
            <a:noFill/>
          </a:ln>
        </p:spPr>
      </p:pic>
      <p:sp>
        <p:nvSpPr>
          <p:cNvPr id="42" name="TextBox 41">
            <a:extLst>
              <a:ext uri="{FF2B5EF4-FFF2-40B4-BE49-F238E27FC236}">
                <a16:creationId xmlns:a16="http://schemas.microsoft.com/office/drawing/2014/main" id="{62B85163-43B4-73BC-6F84-FE12489E9B41}"/>
              </a:ext>
            </a:extLst>
          </p:cNvPr>
          <p:cNvSpPr txBox="1"/>
          <p:nvPr/>
        </p:nvSpPr>
        <p:spPr>
          <a:xfrm>
            <a:off x="124691" y="2316265"/>
            <a:ext cx="240450"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CHFon</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OCS</a:t>
            </a:r>
          </a:p>
        </p:txBody>
      </p:sp>
      <p:sp>
        <p:nvSpPr>
          <p:cNvPr id="43" name="TextBox 42">
            <a:extLst>
              <a:ext uri="{FF2B5EF4-FFF2-40B4-BE49-F238E27FC236}">
                <a16:creationId xmlns:a16="http://schemas.microsoft.com/office/drawing/2014/main" id="{940627A8-744C-AC18-F8BF-8A28883610B9}"/>
              </a:ext>
            </a:extLst>
          </p:cNvPr>
          <p:cNvSpPr txBox="1"/>
          <p:nvPr/>
        </p:nvSpPr>
        <p:spPr>
          <a:xfrm>
            <a:off x="177590" y="2548413"/>
            <a:ext cx="134652"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NCC</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58" name="Picture 57">
            <a:extLst>
              <a:ext uri="{FF2B5EF4-FFF2-40B4-BE49-F238E27FC236}">
                <a16:creationId xmlns:a16="http://schemas.microsoft.com/office/drawing/2014/main" id="{CF48B07D-DEBE-E507-ABAF-D750693D8456}"/>
              </a:ext>
            </a:extLst>
          </p:cNvPr>
          <p:cNvPicPr>
            <a:picLocks noChangeAspect="1"/>
          </p:cNvPicPr>
          <p:nvPr/>
        </p:nvPicPr>
        <p:blipFill>
          <a:blip r:embed="rId17"/>
          <a:srcRect/>
          <a:stretch/>
        </p:blipFill>
        <p:spPr>
          <a:xfrm>
            <a:off x="113629" y="1356003"/>
            <a:ext cx="261827" cy="261828"/>
          </a:xfrm>
          <a:prstGeom prst="rect">
            <a:avLst/>
          </a:prstGeom>
        </p:spPr>
      </p:pic>
      <p:sp>
        <p:nvSpPr>
          <p:cNvPr id="59" name="TextBox 58">
            <a:extLst>
              <a:ext uri="{FF2B5EF4-FFF2-40B4-BE49-F238E27FC236}">
                <a16:creationId xmlns:a16="http://schemas.microsoft.com/office/drawing/2014/main" id="{1EF682BB-2C80-E144-28A6-8722E95E2125}"/>
              </a:ext>
            </a:extLst>
          </p:cNvPr>
          <p:cNvSpPr txBox="1"/>
          <p:nvPr/>
        </p:nvSpPr>
        <p:spPr>
          <a:xfrm>
            <a:off x="85043" y="1351699"/>
            <a:ext cx="318998" cy="113236"/>
          </a:xfrm>
          <a:prstGeom prst="rect">
            <a:avLst/>
          </a:prstGeom>
          <a:noFill/>
        </p:spPr>
        <p:txBody>
          <a:bodyPr wrap="none" lIns="0" tIns="0" rIns="0" bIns="0" rtlCol="0" anchor="ctr">
            <a:spAutoFit/>
          </a:bodyPr>
          <a:lstStyle/>
          <a:p>
            <a:pPr marL="0" marR="0" lvl="0" indent="0" algn="ctr" defTabSz="360000" rtl="0" eaLnBrk="1" fontAlgn="base" latinLnBrk="0" hangingPunct="1">
              <a:lnSpc>
                <a:spcPts val="1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Fulfillment</a:t>
            </a:r>
          </a:p>
        </p:txBody>
      </p:sp>
      <p:sp>
        <p:nvSpPr>
          <p:cNvPr id="60" name="TextBox 59">
            <a:extLst>
              <a:ext uri="{FF2B5EF4-FFF2-40B4-BE49-F238E27FC236}">
                <a16:creationId xmlns:a16="http://schemas.microsoft.com/office/drawing/2014/main" id="{7F63345A-3ED5-B813-23C4-6022AD107821}"/>
              </a:ext>
            </a:extLst>
          </p:cNvPr>
          <p:cNvSpPr txBox="1"/>
          <p:nvPr/>
        </p:nvSpPr>
        <p:spPr>
          <a:xfrm>
            <a:off x="200460" y="1508076"/>
            <a:ext cx="8816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FO</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72" name="Picture 71">
            <a:extLst>
              <a:ext uri="{FF2B5EF4-FFF2-40B4-BE49-F238E27FC236}">
                <a16:creationId xmlns:a16="http://schemas.microsoft.com/office/drawing/2014/main" id="{B1A7AE66-069C-4764-7717-A61B4A287189}"/>
              </a:ext>
            </a:extLst>
          </p:cNvPr>
          <p:cNvPicPr>
            <a:picLocks noChangeAspect="1"/>
          </p:cNvPicPr>
          <p:nvPr/>
        </p:nvPicPr>
        <p:blipFill>
          <a:blip r:embed="rId21"/>
          <a:srcRect/>
          <a:stretch/>
        </p:blipFill>
        <p:spPr>
          <a:xfrm>
            <a:off x="458192" y="1355825"/>
            <a:ext cx="261827" cy="261828"/>
          </a:xfrm>
          <a:prstGeom prst="rect">
            <a:avLst/>
          </a:prstGeom>
        </p:spPr>
      </p:pic>
      <p:sp>
        <p:nvSpPr>
          <p:cNvPr id="73" name="TextBox 72">
            <a:extLst>
              <a:ext uri="{FF2B5EF4-FFF2-40B4-BE49-F238E27FC236}">
                <a16:creationId xmlns:a16="http://schemas.microsoft.com/office/drawing/2014/main" id="{F7A750BC-20DC-8477-2B04-2D7CFBD5629B}"/>
              </a:ext>
            </a:extLst>
          </p:cNvPr>
          <p:cNvSpPr txBox="1"/>
          <p:nvPr/>
        </p:nvSpPr>
        <p:spPr>
          <a:xfrm>
            <a:off x="429608" y="1365873"/>
            <a:ext cx="318998"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LCM/Orch.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76" name="TextBox 75">
            <a:extLst>
              <a:ext uri="{FF2B5EF4-FFF2-40B4-BE49-F238E27FC236}">
                <a16:creationId xmlns:a16="http://schemas.microsoft.com/office/drawing/2014/main" id="{74AE36AC-0B4C-A48A-A503-2839DF9E1487}"/>
              </a:ext>
            </a:extLst>
          </p:cNvPr>
          <p:cNvSpPr txBox="1"/>
          <p:nvPr/>
        </p:nvSpPr>
        <p:spPr>
          <a:xfrm>
            <a:off x="492923" y="1511475"/>
            <a:ext cx="19236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NCOM</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928" name="Picture 927">
            <a:extLst>
              <a:ext uri="{FF2B5EF4-FFF2-40B4-BE49-F238E27FC236}">
                <a16:creationId xmlns:a16="http://schemas.microsoft.com/office/drawing/2014/main" id="{5339DAB5-8A17-D8C9-B5EA-307CFE08694F}"/>
              </a:ext>
            </a:extLst>
          </p:cNvPr>
          <p:cNvPicPr>
            <a:picLocks noChangeAspect="1"/>
          </p:cNvPicPr>
          <p:nvPr/>
        </p:nvPicPr>
        <p:blipFill>
          <a:blip r:embed="rId22"/>
          <a:srcRect/>
          <a:stretch/>
        </p:blipFill>
        <p:spPr>
          <a:xfrm>
            <a:off x="5532621" y="1857355"/>
            <a:ext cx="290919" cy="290919"/>
          </a:xfrm>
          <a:prstGeom prst="rect">
            <a:avLst/>
          </a:prstGeom>
          <a:solidFill>
            <a:srgbClr val="0000FF"/>
          </a:solidFill>
        </p:spPr>
      </p:pic>
      <p:sp>
        <p:nvSpPr>
          <p:cNvPr id="930" name="TextBox 929">
            <a:extLst>
              <a:ext uri="{FF2B5EF4-FFF2-40B4-BE49-F238E27FC236}">
                <a16:creationId xmlns:a16="http://schemas.microsoft.com/office/drawing/2014/main" id="{D2523FFF-5CC5-00B9-5D61-2A62AA33D6BB}"/>
              </a:ext>
            </a:extLst>
          </p:cNvPr>
          <p:cNvSpPr txBox="1"/>
          <p:nvPr/>
        </p:nvSpPr>
        <p:spPr>
          <a:xfrm>
            <a:off x="5598731" y="1873916"/>
            <a:ext cx="158698" cy="107722"/>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UDR</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36" name="TextBox 935">
            <a:extLst>
              <a:ext uri="{FF2B5EF4-FFF2-40B4-BE49-F238E27FC236}">
                <a16:creationId xmlns:a16="http://schemas.microsoft.com/office/drawing/2014/main" id="{5D641993-9C39-15B1-914A-9AA984BD4E1F}"/>
              </a:ext>
            </a:extLst>
          </p:cNvPr>
          <p:cNvSpPr txBox="1"/>
          <p:nvPr/>
        </p:nvSpPr>
        <p:spPr>
          <a:xfrm>
            <a:off x="5620782" y="2053403"/>
            <a:ext cx="121828"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SDL</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952" name="Picture 951">
            <a:extLst>
              <a:ext uri="{FF2B5EF4-FFF2-40B4-BE49-F238E27FC236}">
                <a16:creationId xmlns:a16="http://schemas.microsoft.com/office/drawing/2014/main" id="{F06A28B8-BE8E-D984-9BB2-CEC76F2D127B}"/>
              </a:ext>
            </a:extLst>
          </p:cNvPr>
          <p:cNvPicPr>
            <a:picLocks noChangeAspect="1"/>
          </p:cNvPicPr>
          <p:nvPr/>
        </p:nvPicPr>
        <p:blipFill>
          <a:blip r:embed="rId23"/>
          <a:srcRect/>
          <a:stretch/>
        </p:blipFill>
        <p:spPr>
          <a:xfrm>
            <a:off x="8294497" y="1854982"/>
            <a:ext cx="290919" cy="290919"/>
          </a:xfrm>
          <a:prstGeom prst="rect">
            <a:avLst/>
          </a:prstGeom>
          <a:solidFill>
            <a:srgbClr val="0000FF"/>
          </a:solidFill>
        </p:spPr>
      </p:pic>
      <p:pic>
        <p:nvPicPr>
          <p:cNvPr id="953" name="Picture 952">
            <a:extLst>
              <a:ext uri="{FF2B5EF4-FFF2-40B4-BE49-F238E27FC236}">
                <a16:creationId xmlns:a16="http://schemas.microsoft.com/office/drawing/2014/main" id="{5EE7B0D5-5AB9-F4F8-270B-FD4B8924822A}"/>
              </a:ext>
            </a:extLst>
          </p:cNvPr>
          <p:cNvPicPr>
            <a:picLocks noChangeAspect="1"/>
          </p:cNvPicPr>
          <p:nvPr/>
        </p:nvPicPr>
        <p:blipFill>
          <a:blip r:embed="rId24"/>
          <a:srcRect/>
          <a:stretch/>
        </p:blipFill>
        <p:spPr>
          <a:xfrm>
            <a:off x="8296922" y="2301683"/>
            <a:ext cx="286070" cy="290919"/>
          </a:xfrm>
          <a:prstGeom prst="rect">
            <a:avLst/>
          </a:prstGeom>
          <a:solidFill>
            <a:srgbClr val="0000FF"/>
          </a:solidFill>
          <a:ln w="19050">
            <a:noFill/>
          </a:ln>
        </p:spPr>
      </p:pic>
      <p:pic>
        <p:nvPicPr>
          <p:cNvPr id="32" name="Picture 31">
            <a:extLst>
              <a:ext uri="{FF2B5EF4-FFF2-40B4-BE49-F238E27FC236}">
                <a16:creationId xmlns:a16="http://schemas.microsoft.com/office/drawing/2014/main" id="{070FB959-9A1B-DDCD-3681-210E71DEDAFF}"/>
              </a:ext>
            </a:extLst>
          </p:cNvPr>
          <p:cNvPicPr>
            <a:picLocks noChangeAspect="1"/>
          </p:cNvPicPr>
          <p:nvPr/>
        </p:nvPicPr>
        <p:blipFill>
          <a:blip r:embed="rId24"/>
          <a:srcRect/>
          <a:stretch/>
        </p:blipFill>
        <p:spPr>
          <a:xfrm>
            <a:off x="8663013" y="2301683"/>
            <a:ext cx="286070" cy="290919"/>
          </a:xfrm>
          <a:prstGeom prst="rect">
            <a:avLst/>
          </a:prstGeom>
          <a:solidFill>
            <a:srgbClr val="0000FF"/>
          </a:solidFill>
          <a:ln w="19050">
            <a:noFill/>
          </a:ln>
        </p:spPr>
      </p:pic>
      <p:pic>
        <p:nvPicPr>
          <p:cNvPr id="40" name="Picture 39">
            <a:extLst>
              <a:ext uri="{FF2B5EF4-FFF2-40B4-BE49-F238E27FC236}">
                <a16:creationId xmlns:a16="http://schemas.microsoft.com/office/drawing/2014/main" id="{28AC29DB-2393-F8E9-630E-917A536248FF}"/>
              </a:ext>
            </a:extLst>
          </p:cNvPr>
          <p:cNvPicPr>
            <a:picLocks noChangeAspect="1"/>
          </p:cNvPicPr>
          <p:nvPr/>
        </p:nvPicPr>
        <p:blipFill>
          <a:blip r:embed="rId25"/>
          <a:srcRect/>
          <a:stretch/>
        </p:blipFill>
        <p:spPr>
          <a:xfrm>
            <a:off x="7812421" y="2304662"/>
            <a:ext cx="270615" cy="280110"/>
          </a:xfrm>
          <a:prstGeom prst="rect">
            <a:avLst/>
          </a:prstGeom>
          <a:solidFill>
            <a:srgbClr val="0000FF"/>
          </a:solidFill>
          <a:ln w="19050">
            <a:noFill/>
          </a:ln>
        </p:spPr>
      </p:pic>
      <p:pic>
        <p:nvPicPr>
          <p:cNvPr id="45" name="Picture 44">
            <a:extLst>
              <a:ext uri="{FF2B5EF4-FFF2-40B4-BE49-F238E27FC236}">
                <a16:creationId xmlns:a16="http://schemas.microsoft.com/office/drawing/2014/main" id="{E79F4463-5588-6014-6351-B738AF4A86AA}"/>
              </a:ext>
            </a:extLst>
          </p:cNvPr>
          <p:cNvPicPr>
            <a:picLocks noChangeAspect="1"/>
          </p:cNvPicPr>
          <p:nvPr/>
        </p:nvPicPr>
        <p:blipFill>
          <a:blip r:embed="rId26"/>
          <a:srcRect/>
          <a:stretch/>
        </p:blipFill>
        <p:spPr>
          <a:xfrm>
            <a:off x="7802269" y="2995490"/>
            <a:ext cx="290919" cy="290919"/>
          </a:xfrm>
          <a:prstGeom prst="rect">
            <a:avLst/>
          </a:prstGeom>
          <a:solidFill>
            <a:srgbClr val="0000FF"/>
          </a:solidFill>
          <a:ln w="6350">
            <a:noFill/>
          </a:ln>
        </p:spPr>
      </p:pic>
      <p:sp>
        <p:nvSpPr>
          <p:cNvPr id="54" name="TextBox 53">
            <a:extLst>
              <a:ext uri="{FF2B5EF4-FFF2-40B4-BE49-F238E27FC236}">
                <a16:creationId xmlns:a16="http://schemas.microsoft.com/office/drawing/2014/main" id="{BF617262-2A99-CEC1-3831-D191969681DF}"/>
              </a:ext>
            </a:extLst>
          </p:cNvPr>
          <p:cNvSpPr txBox="1"/>
          <p:nvPr/>
        </p:nvSpPr>
        <p:spPr>
          <a:xfrm>
            <a:off x="8360607" y="1871542"/>
            <a:ext cx="158698" cy="107722"/>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UDR</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57" name="TextBox 56">
            <a:extLst>
              <a:ext uri="{FF2B5EF4-FFF2-40B4-BE49-F238E27FC236}">
                <a16:creationId xmlns:a16="http://schemas.microsoft.com/office/drawing/2014/main" id="{F3041D95-55B2-BD5C-4AA2-9AF268C4FE26}"/>
              </a:ext>
            </a:extLst>
          </p:cNvPr>
          <p:cNvSpPr txBox="1"/>
          <p:nvPr/>
        </p:nvSpPr>
        <p:spPr>
          <a:xfrm>
            <a:off x="8363815" y="2306056"/>
            <a:ext cx="152285"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HSS</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HLR</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3" name="TextBox 62">
            <a:extLst>
              <a:ext uri="{FF2B5EF4-FFF2-40B4-BE49-F238E27FC236}">
                <a16:creationId xmlns:a16="http://schemas.microsoft.com/office/drawing/2014/main" id="{1D9CC29A-BBB7-151D-F1A0-D6BA15F0FEFE}"/>
              </a:ext>
            </a:extLst>
          </p:cNvPr>
          <p:cNvSpPr txBox="1"/>
          <p:nvPr/>
        </p:nvSpPr>
        <p:spPr>
          <a:xfrm>
            <a:off x="8750809" y="2310583"/>
            <a:ext cx="123431"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EIR</a:t>
            </a:r>
          </a:p>
        </p:txBody>
      </p:sp>
      <p:sp>
        <p:nvSpPr>
          <p:cNvPr id="960" name="TextBox 959">
            <a:extLst>
              <a:ext uri="{FF2B5EF4-FFF2-40B4-BE49-F238E27FC236}">
                <a16:creationId xmlns:a16="http://schemas.microsoft.com/office/drawing/2014/main" id="{1C857684-CFF3-73D0-629A-512992D0CF58}"/>
              </a:ext>
            </a:extLst>
          </p:cNvPr>
          <p:cNvSpPr txBox="1"/>
          <p:nvPr/>
        </p:nvSpPr>
        <p:spPr>
          <a:xfrm>
            <a:off x="7826702" y="2310583"/>
            <a:ext cx="242054"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PCRFv</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65" name="TextBox 964">
            <a:extLst>
              <a:ext uri="{FF2B5EF4-FFF2-40B4-BE49-F238E27FC236}">
                <a16:creationId xmlns:a16="http://schemas.microsoft.com/office/drawing/2014/main" id="{76DB99C5-B81F-BDF8-30A0-F8CCD6B8A090}"/>
              </a:ext>
            </a:extLst>
          </p:cNvPr>
          <p:cNvSpPr txBox="1"/>
          <p:nvPr/>
        </p:nvSpPr>
        <p:spPr>
          <a:xfrm>
            <a:off x="7869983" y="3007017"/>
            <a:ext cx="155491"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PDR</a:t>
            </a:r>
          </a:p>
        </p:txBody>
      </p:sp>
      <p:pic>
        <p:nvPicPr>
          <p:cNvPr id="970" name="Picture 969">
            <a:extLst>
              <a:ext uri="{FF2B5EF4-FFF2-40B4-BE49-F238E27FC236}">
                <a16:creationId xmlns:a16="http://schemas.microsoft.com/office/drawing/2014/main" id="{1A8E89B9-C3B4-9135-EAFC-DF3FE0AA8540}"/>
              </a:ext>
            </a:extLst>
          </p:cNvPr>
          <p:cNvPicPr>
            <a:picLocks noChangeAspect="1"/>
          </p:cNvPicPr>
          <p:nvPr/>
        </p:nvPicPr>
        <p:blipFill>
          <a:blip r:embed="rId7"/>
          <a:srcRect/>
          <a:stretch/>
        </p:blipFill>
        <p:spPr>
          <a:xfrm>
            <a:off x="8115607" y="1351961"/>
            <a:ext cx="261827" cy="261828"/>
          </a:xfrm>
          <a:prstGeom prst="rect">
            <a:avLst/>
          </a:prstGeom>
        </p:spPr>
      </p:pic>
      <p:pic>
        <p:nvPicPr>
          <p:cNvPr id="971" name="Picture 970">
            <a:extLst>
              <a:ext uri="{FF2B5EF4-FFF2-40B4-BE49-F238E27FC236}">
                <a16:creationId xmlns:a16="http://schemas.microsoft.com/office/drawing/2014/main" id="{C396F0B6-D558-2629-EFB6-F04F89DDF72A}"/>
              </a:ext>
            </a:extLst>
          </p:cNvPr>
          <p:cNvPicPr>
            <a:picLocks noChangeAspect="1"/>
          </p:cNvPicPr>
          <p:nvPr/>
        </p:nvPicPr>
        <p:blipFill>
          <a:blip r:embed="rId27"/>
          <a:srcRect/>
          <a:stretch/>
        </p:blipFill>
        <p:spPr>
          <a:xfrm>
            <a:off x="7816815" y="1354385"/>
            <a:ext cx="261827" cy="256978"/>
          </a:xfrm>
          <a:prstGeom prst="rect">
            <a:avLst/>
          </a:prstGeom>
        </p:spPr>
      </p:pic>
      <p:sp>
        <p:nvSpPr>
          <p:cNvPr id="972" name="TextBox 971">
            <a:extLst>
              <a:ext uri="{FF2B5EF4-FFF2-40B4-BE49-F238E27FC236}">
                <a16:creationId xmlns:a16="http://schemas.microsoft.com/office/drawing/2014/main" id="{90C95494-5C95-4C78-F5D4-F1EFADFBE29B}"/>
              </a:ext>
            </a:extLst>
          </p:cNvPr>
          <p:cNvSpPr txBox="1"/>
          <p:nvPr/>
        </p:nvSpPr>
        <p:spPr>
          <a:xfrm>
            <a:off x="7825901" y="1365028"/>
            <a:ext cx="243656"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EDR log</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73" name="TextBox 972">
            <a:extLst>
              <a:ext uri="{FF2B5EF4-FFF2-40B4-BE49-F238E27FC236}">
                <a16:creationId xmlns:a16="http://schemas.microsoft.com/office/drawing/2014/main" id="{34A43217-F2E3-E8EC-3267-65C40519DE1F}"/>
              </a:ext>
            </a:extLst>
          </p:cNvPr>
          <p:cNvSpPr txBox="1"/>
          <p:nvPr/>
        </p:nvSpPr>
        <p:spPr>
          <a:xfrm>
            <a:off x="8178393" y="1365028"/>
            <a:ext cx="136255"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EMS</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83" name="TextBox 982">
            <a:extLst>
              <a:ext uri="{FF2B5EF4-FFF2-40B4-BE49-F238E27FC236}">
                <a16:creationId xmlns:a16="http://schemas.microsoft.com/office/drawing/2014/main" id="{A0B7D4B4-1447-0CE4-F039-9B984CE5DFA0}"/>
              </a:ext>
            </a:extLst>
          </p:cNvPr>
          <p:cNvSpPr txBox="1"/>
          <p:nvPr/>
        </p:nvSpPr>
        <p:spPr>
          <a:xfrm>
            <a:off x="8697197" y="2538205"/>
            <a:ext cx="245259"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One-EIR</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87" name="TextBox 986">
            <a:extLst>
              <a:ext uri="{FF2B5EF4-FFF2-40B4-BE49-F238E27FC236}">
                <a16:creationId xmlns:a16="http://schemas.microsoft.com/office/drawing/2014/main" id="{47539946-57E8-E8B5-BB4D-6C23CAB4EDC8}"/>
              </a:ext>
            </a:extLst>
          </p:cNvPr>
          <p:cNvSpPr txBox="1"/>
          <p:nvPr/>
        </p:nvSpPr>
        <p:spPr>
          <a:xfrm>
            <a:off x="7813077" y="2538205"/>
            <a:ext cx="269304"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PCS5000</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88" name="TextBox 987">
            <a:extLst>
              <a:ext uri="{FF2B5EF4-FFF2-40B4-BE49-F238E27FC236}">
                <a16:creationId xmlns:a16="http://schemas.microsoft.com/office/drawing/2014/main" id="{D05E4664-204D-2943-7E31-B8F5DD219EF9}"/>
              </a:ext>
            </a:extLst>
          </p:cNvPr>
          <p:cNvSpPr txBox="1"/>
          <p:nvPr/>
        </p:nvSpPr>
        <p:spPr>
          <a:xfrm>
            <a:off x="8307316" y="2051028"/>
            <a:ext cx="27251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One-NDS</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89" name="TextBox 988">
            <a:extLst>
              <a:ext uri="{FF2B5EF4-FFF2-40B4-BE49-F238E27FC236}">
                <a16:creationId xmlns:a16="http://schemas.microsoft.com/office/drawing/2014/main" id="{C0534CF0-A53B-117D-D3C9-80012CDE5E5D}"/>
              </a:ext>
            </a:extLst>
          </p:cNvPr>
          <p:cNvSpPr txBox="1"/>
          <p:nvPr/>
        </p:nvSpPr>
        <p:spPr>
          <a:xfrm>
            <a:off x="7807465" y="3185890"/>
            <a:ext cx="28052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CMS8200</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90" name="TextBox 989">
            <a:extLst>
              <a:ext uri="{FF2B5EF4-FFF2-40B4-BE49-F238E27FC236}">
                <a16:creationId xmlns:a16="http://schemas.microsoft.com/office/drawing/2014/main" id="{9D4A5693-DDBE-DCFE-685A-0810C8CDD7A9}"/>
              </a:ext>
            </a:extLst>
          </p:cNvPr>
          <p:cNvSpPr txBox="1"/>
          <p:nvPr/>
        </p:nvSpPr>
        <p:spPr>
          <a:xfrm>
            <a:off x="8163089" y="1510631"/>
            <a:ext cx="189154"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NetAct</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91" name="TextBox 990">
            <a:extLst>
              <a:ext uri="{FF2B5EF4-FFF2-40B4-BE49-F238E27FC236}">
                <a16:creationId xmlns:a16="http://schemas.microsoft.com/office/drawing/2014/main" id="{7694FF6A-406D-1628-15A4-0F055CE5DD64}"/>
              </a:ext>
            </a:extLst>
          </p:cNvPr>
          <p:cNvSpPr txBox="1"/>
          <p:nvPr/>
        </p:nvSpPr>
        <p:spPr>
          <a:xfrm>
            <a:off x="7793038" y="1510631"/>
            <a:ext cx="30938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Log Server</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88" name="TextBox 87">
            <a:extLst>
              <a:ext uri="{FF2B5EF4-FFF2-40B4-BE49-F238E27FC236}">
                <a16:creationId xmlns:a16="http://schemas.microsoft.com/office/drawing/2014/main" id="{3B9CE844-F477-5BA1-CF2A-B055EB6849C2}"/>
              </a:ext>
            </a:extLst>
          </p:cNvPr>
          <p:cNvSpPr txBox="1"/>
          <p:nvPr/>
        </p:nvSpPr>
        <p:spPr>
          <a:xfrm>
            <a:off x="8308138" y="2538205"/>
            <a:ext cx="270908" cy="184666"/>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Registers</a:t>
            </a:r>
            <a:br>
              <a:rPr kumimoji="1" lang="en-US" altLang="ja-JP"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HSS/HLR</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18" name="Picture 117">
            <a:extLst>
              <a:ext uri="{FF2B5EF4-FFF2-40B4-BE49-F238E27FC236}">
                <a16:creationId xmlns:a16="http://schemas.microsoft.com/office/drawing/2014/main" id="{703E83FD-73CE-0EE7-475F-BDDDE7095656}"/>
              </a:ext>
            </a:extLst>
          </p:cNvPr>
          <p:cNvPicPr>
            <a:picLocks noChangeAspect="1"/>
          </p:cNvPicPr>
          <p:nvPr/>
        </p:nvPicPr>
        <p:blipFill>
          <a:blip r:embed="rId28"/>
          <a:srcRect/>
          <a:stretch/>
        </p:blipFill>
        <p:spPr>
          <a:xfrm>
            <a:off x="5141750" y="3635116"/>
            <a:ext cx="290919" cy="286070"/>
          </a:xfrm>
          <a:prstGeom prst="rect">
            <a:avLst/>
          </a:prstGeom>
        </p:spPr>
      </p:pic>
      <p:sp>
        <p:nvSpPr>
          <p:cNvPr id="119" name="TextBox 118">
            <a:extLst>
              <a:ext uri="{FF2B5EF4-FFF2-40B4-BE49-F238E27FC236}">
                <a16:creationId xmlns:a16="http://schemas.microsoft.com/office/drawing/2014/main" id="{C5BC48D7-689E-C526-61F4-2ED2F8CE52A0}"/>
              </a:ext>
            </a:extLst>
          </p:cNvPr>
          <p:cNvSpPr txBox="1"/>
          <p:nvPr/>
        </p:nvSpPr>
        <p:spPr>
          <a:xfrm>
            <a:off x="5146143" y="3639992"/>
            <a:ext cx="282129"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rPr>
              <a:t>SCC-AS</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endParaRPr>
          </a:p>
        </p:txBody>
      </p:sp>
      <p:pic>
        <p:nvPicPr>
          <p:cNvPr id="120" name="Picture 119">
            <a:extLst>
              <a:ext uri="{FF2B5EF4-FFF2-40B4-BE49-F238E27FC236}">
                <a16:creationId xmlns:a16="http://schemas.microsoft.com/office/drawing/2014/main" id="{0F83BE46-A011-9589-6954-609BBF61A7FC}"/>
              </a:ext>
            </a:extLst>
          </p:cNvPr>
          <p:cNvPicPr>
            <a:picLocks noChangeAspect="1"/>
          </p:cNvPicPr>
          <p:nvPr/>
        </p:nvPicPr>
        <p:blipFill>
          <a:blip r:embed="rId29"/>
          <a:srcRect/>
          <a:stretch/>
        </p:blipFill>
        <p:spPr>
          <a:xfrm>
            <a:off x="5573986" y="3632692"/>
            <a:ext cx="290919" cy="290919"/>
          </a:xfrm>
          <a:prstGeom prst="rect">
            <a:avLst/>
          </a:prstGeom>
        </p:spPr>
      </p:pic>
      <p:sp>
        <p:nvSpPr>
          <p:cNvPr id="121" name="TextBox 120">
            <a:extLst>
              <a:ext uri="{FF2B5EF4-FFF2-40B4-BE49-F238E27FC236}">
                <a16:creationId xmlns:a16="http://schemas.microsoft.com/office/drawing/2014/main" id="{30F1D52C-9C53-E6A1-623B-4980330B11FB}"/>
              </a:ext>
            </a:extLst>
          </p:cNvPr>
          <p:cNvSpPr txBox="1"/>
          <p:nvPr/>
        </p:nvSpPr>
        <p:spPr>
          <a:xfrm>
            <a:off x="5641701" y="3639992"/>
            <a:ext cx="155491"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rPr>
              <a:t>DEA</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endParaRPr>
          </a:p>
        </p:txBody>
      </p:sp>
      <p:sp>
        <p:nvSpPr>
          <p:cNvPr id="122" name="TextBox 121">
            <a:extLst>
              <a:ext uri="{FF2B5EF4-FFF2-40B4-BE49-F238E27FC236}">
                <a16:creationId xmlns:a16="http://schemas.microsoft.com/office/drawing/2014/main" id="{88A89638-4DBD-8C87-7580-AB118C6FD090}"/>
              </a:ext>
            </a:extLst>
          </p:cNvPr>
          <p:cNvSpPr txBox="1"/>
          <p:nvPr/>
        </p:nvSpPr>
        <p:spPr>
          <a:xfrm>
            <a:off x="5194783" y="3818978"/>
            <a:ext cx="166712"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NTAS</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23" name="TextBox 122">
            <a:extLst>
              <a:ext uri="{FF2B5EF4-FFF2-40B4-BE49-F238E27FC236}">
                <a16:creationId xmlns:a16="http://schemas.microsoft.com/office/drawing/2014/main" id="{48BDD6AD-81B9-BB9C-CD04-578E3DB1081F}"/>
              </a:ext>
            </a:extLst>
          </p:cNvPr>
          <p:cNvSpPr txBox="1"/>
          <p:nvPr/>
        </p:nvSpPr>
        <p:spPr>
          <a:xfrm>
            <a:off x="5650445" y="3818978"/>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74" name="TextBox 173">
            <a:extLst>
              <a:ext uri="{FF2B5EF4-FFF2-40B4-BE49-F238E27FC236}">
                <a16:creationId xmlns:a16="http://schemas.microsoft.com/office/drawing/2014/main" id="{347AFD21-68F8-852D-47C5-5F4D69744C51}"/>
              </a:ext>
            </a:extLst>
          </p:cNvPr>
          <p:cNvSpPr txBox="1"/>
          <p:nvPr/>
        </p:nvSpPr>
        <p:spPr>
          <a:xfrm>
            <a:off x="8043278" y="1732229"/>
            <a:ext cx="836768" cy="92333"/>
          </a:xfrm>
          <a:prstGeom prst="rect">
            <a:avLst/>
          </a:prstGeom>
          <a:solidFill>
            <a:schemeClr val="accent5">
              <a:lumMod val="50000"/>
            </a:schemeClr>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4G/NSA subscriber accommodation</a:t>
            </a:r>
            <a:endParaRPr kumimoji="0"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pic>
        <p:nvPicPr>
          <p:cNvPr id="941" name="Picture 940">
            <a:extLst>
              <a:ext uri="{FF2B5EF4-FFF2-40B4-BE49-F238E27FC236}">
                <a16:creationId xmlns:a16="http://schemas.microsoft.com/office/drawing/2014/main" id="{7C10C821-E1B0-9F84-69A6-BCFABAF6B496}"/>
              </a:ext>
            </a:extLst>
          </p:cNvPr>
          <p:cNvPicPr>
            <a:picLocks noChangeAspect="1"/>
          </p:cNvPicPr>
          <p:nvPr/>
        </p:nvPicPr>
        <p:blipFill>
          <a:blip r:embed="rId4"/>
          <a:srcRect/>
          <a:stretch/>
        </p:blipFill>
        <p:spPr>
          <a:xfrm>
            <a:off x="3122983" y="2328800"/>
            <a:ext cx="279712" cy="274433"/>
          </a:xfrm>
          <a:prstGeom prst="rect">
            <a:avLst/>
          </a:prstGeom>
          <a:solidFill>
            <a:srgbClr val="0000FF"/>
          </a:solidFill>
          <a:ln w="19050">
            <a:noFill/>
          </a:ln>
        </p:spPr>
      </p:pic>
      <p:pic>
        <p:nvPicPr>
          <p:cNvPr id="942" name="Picture 941">
            <a:extLst>
              <a:ext uri="{FF2B5EF4-FFF2-40B4-BE49-F238E27FC236}">
                <a16:creationId xmlns:a16="http://schemas.microsoft.com/office/drawing/2014/main" id="{CD5E59CE-C529-A769-D467-A9ECF439B2F2}"/>
              </a:ext>
            </a:extLst>
          </p:cNvPr>
          <p:cNvPicPr>
            <a:picLocks noChangeAspect="1"/>
          </p:cNvPicPr>
          <p:nvPr/>
        </p:nvPicPr>
        <p:blipFill>
          <a:blip r:embed="rId30"/>
          <a:srcRect/>
          <a:stretch/>
        </p:blipFill>
        <p:spPr>
          <a:xfrm>
            <a:off x="3513751" y="2322961"/>
            <a:ext cx="280110" cy="280110"/>
          </a:xfrm>
          <a:prstGeom prst="rect">
            <a:avLst/>
          </a:prstGeom>
          <a:solidFill>
            <a:srgbClr val="0000FF"/>
          </a:solidFill>
          <a:ln w="19050">
            <a:noFill/>
          </a:ln>
        </p:spPr>
      </p:pic>
      <p:sp>
        <p:nvSpPr>
          <p:cNvPr id="943" name="TextBox 942">
            <a:extLst>
              <a:ext uri="{FF2B5EF4-FFF2-40B4-BE49-F238E27FC236}">
                <a16:creationId xmlns:a16="http://schemas.microsoft.com/office/drawing/2014/main" id="{1B66D98B-67F9-93E9-8623-01FD8AA964E4}"/>
              </a:ext>
            </a:extLst>
          </p:cNvPr>
          <p:cNvSpPr txBox="1"/>
          <p:nvPr/>
        </p:nvSpPr>
        <p:spPr>
          <a:xfrm>
            <a:off x="3531176" y="2322650"/>
            <a:ext cx="245259"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PCFd</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PCRFd</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44" name="TextBox 943">
            <a:extLst>
              <a:ext uri="{FF2B5EF4-FFF2-40B4-BE49-F238E27FC236}">
                <a16:creationId xmlns:a16="http://schemas.microsoft.com/office/drawing/2014/main" id="{09EC9919-8B2F-D968-2501-DF3827BC1061}"/>
              </a:ext>
            </a:extLst>
          </p:cNvPr>
          <p:cNvSpPr txBox="1"/>
          <p:nvPr/>
        </p:nvSpPr>
        <p:spPr>
          <a:xfrm>
            <a:off x="3142613" y="2325651"/>
            <a:ext cx="240450"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OCS</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CHFon</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51" name="TextBox 950">
            <a:extLst>
              <a:ext uri="{FF2B5EF4-FFF2-40B4-BE49-F238E27FC236}">
                <a16:creationId xmlns:a16="http://schemas.microsoft.com/office/drawing/2014/main" id="{23D4ED72-A9F0-6930-D379-CACFC4A615A4}"/>
              </a:ext>
            </a:extLst>
          </p:cNvPr>
          <p:cNvSpPr txBox="1"/>
          <p:nvPr/>
        </p:nvSpPr>
        <p:spPr>
          <a:xfrm>
            <a:off x="3584809" y="2543222"/>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NPC</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61" name="TextBox 960">
            <a:extLst>
              <a:ext uri="{FF2B5EF4-FFF2-40B4-BE49-F238E27FC236}">
                <a16:creationId xmlns:a16="http://schemas.microsoft.com/office/drawing/2014/main" id="{66D26B8C-EFF8-CA5D-A3DF-56631A59563D}"/>
              </a:ext>
            </a:extLst>
          </p:cNvPr>
          <p:cNvSpPr txBox="1"/>
          <p:nvPr/>
        </p:nvSpPr>
        <p:spPr>
          <a:xfrm>
            <a:off x="3197912" y="2542243"/>
            <a:ext cx="134652"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NCC</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986" name="Picture 985">
            <a:extLst>
              <a:ext uri="{FF2B5EF4-FFF2-40B4-BE49-F238E27FC236}">
                <a16:creationId xmlns:a16="http://schemas.microsoft.com/office/drawing/2014/main" id="{7FAF0A41-9DD9-A713-E943-43264EF503F8}"/>
              </a:ext>
            </a:extLst>
          </p:cNvPr>
          <p:cNvPicPr>
            <a:picLocks noChangeAspect="1"/>
          </p:cNvPicPr>
          <p:nvPr/>
        </p:nvPicPr>
        <p:blipFill>
          <a:blip r:embed="rId31"/>
          <a:srcRect/>
          <a:stretch/>
        </p:blipFill>
        <p:spPr>
          <a:xfrm>
            <a:off x="3461694" y="1366385"/>
            <a:ext cx="261827" cy="261828"/>
          </a:xfrm>
          <a:prstGeom prst="rect">
            <a:avLst/>
          </a:prstGeom>
        </p:spPr>
      </p:pic>
      <p:pic>
        <p:nvPicPr>
          <p:cNvPr id="82" name="Picture 81">
            <a:extLst>
              <a:ext uri="{FF2B5EF4-FFF2-40B4-BE49-F238E27FC236}">
                <a16:creationId xmlns:a16="http://schemas.microsoft.com/office/drawing/2014/main" id="{C87290DC-F3DF-717A-4C60-E8E86404D5A7}"/>
              </a:ext>
            </a:extLst>
          </p:cNvPr>
          <p:cNvPicPr>
            <a:picLocks noChangeAspect="1"/>
          </p:cNvPicPr>
          <p:nvPr/>
        </p:nvPicPr>
        <p:blipFill>
          <a:blip r:embed="rId32"/>
          <a:srcRect/>
          <a:stretch/>
        </p:blipFill>
        <p:spPr>
          <a:xfrm>
            <a:off x="3132072" y="1366385"/>
            <a:ext cx="261827" cy="261828"/>
          </a:xfrm>
          <a:prstGeom prst="rect">
            <a:avLst/>
          </a:prstGeom>
        </p:spPr>
      </p:pic>
      <p:sp>
        <p:nvSpPr>
          <p:cNvPr id="83" name="TextBox 82">
            <a:extLst>
              <a:ext uri="{FF2B5EF4-FFF2-40B4-BE49-F238E27FC236}">
                <a16:creationId xmlns:a16="http://schemas.microsoft.com/office/drawing/2014/main" id="{8C57A106-A6EA-59EF-9210-96C44FD7A7E1}"/>
              </a:ext>
            </a:extLst>
          </p:cNvPr>
          <p:cNvSpPr txBox="1"/>
          <p:nvPr/>
        </p:nvSpPr>
        <p:spPr>
          <a:xfrm>
            <a:off x="3141158" y="1376433"/>
            <a:ext cx="243656"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EDR log</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84" name="TextBox 83">
            <a:extLst>
              <a:ext uri="{FF2B5EF4-FFF2-40B4-BE49-F238E27FC236}">
                <a16:creationId xmlns:a16="http://schemas.microsoft.com/office/drawing/2014/main" id="{7D2BB881-B592-E057-DBDE-FFD0D77BB794}"/>
              </a:ext>
            </a:extLst>
          </p:cNvPr>
          <p:cNvSpPr txBox="1"/>
          <p:nvPr/>
        </p:nvSpPr>
        <p:spPr>
          <a:xfrm>
            <a:off x="3463567" y="1376433"/>
            <a:ext cx="258084"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Log, H/C</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89" name="Picture 88">
            <a:extLst>
              <a:ext uri="{FF2B5EF4-FFF2-40B4-BE49-F238E27FC236}">
                <a16:creationId xmlns:a16="http://schemas.microsoft.com/office/drawing/2014/main" id="{D874E500-1413-A93E-2A78-17E77CA92099}"/>
              </a:ext>
            </a:extLst>
          </p:cNvPr>
          <p:cNvPicPr>
            <a:picLocks noChangeAspect="1"/>
          </p:cNvPicPr>
          <p:nvPr/>
        </p:nvPicPr>
        <p:blipFill>
          <a:blip r:embed="rId4"/>
          <a:srcRect/>
          <a:stretch/>
        </p:blipFill>
        <p:spPr>
          <a:xfrm>
            <a:off x="3132072" y="1687539"/>
            <a:ext cx="261827" cy="256887"/>
          </a:xfrm>
          <a:prstGeom prst="rect">
            <a:avLst/>
          </a:prstGeom>
        </p:spPr>
      </p:pic>
      <p:sp>
        <p:nvSpPr>
          <p:cNvPr id="106" name="TextBox 105">
            <a:extLst>
              <a:ext uri="{FF2B5EF4-FFF2-40B4-BE49-F238E27FC236}">
                <a16:creationId xmlns:a16="http://schemas.microsoft.com/office/drawing/2014/main" id="{74601E74-9618-1EDA-4DFE-0145800B5439}"/>
              </a:ext>
            </a:extLst>
          </p:cNvPr>
          <p:cNvSpPr txBox="1"/>
          <p:nvPr/>
        </p:nvSpPr>
        <p:spPr>
          <a:xfrm>
            <a:off x="3018529" y="1670017"/>
            <a:ext cx="488916" cy="113236"/>
          </a:xfrm>
          <a:prstGeom prst="rect">
            <a:avLst/>
          </a:prstGeom>
          <a:noFill/>
        </p:spPr>
        <p:txBody>
          <a:bodyPr wrap="none" lIns="0" tIns="0" rIns="0" bIns="0" rtlCol="0" anchor="ctr">
            <a:spAutoFit/>
          </a:bodyPr>
          <a:lstStyle/>
          <a:p>
            <a:pPr marL="0" marR="0" lvl="0" indent="0" algn="ctr" defTabSz="360000" rtl="0" eaLnBrk="1" fontAlgn="base" latinLnBrk="0" hangingPunct="1">
              <a:lnSpc>
                <a:spcPts val="1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CHFoff/Mediator</a:t>
            </a:r>
          </a:p>
        </p:txBody>
      </p:sp>
      <p:sp>
        <p:nvSpPr>
          <p:cNvPr id="107" name="TextBox 106">
            <a:extLst>
              <a:ext uri="{FF2B5EF4-FFF2-40B4-BE49-F238E27FC236}">
                <a16:creationId xmlns:a16="http://schemas.microsoft.com/office/drawing/2014/main" id="{BB243FCA-B928-1FCA-AB74-1848B81A7A61}"/>
              </a:ext>
            </a:extLst>
          </p:cNvPr>
          <p:cNvSpPr txBox="1"/>
          <p:nvPr/>
        </p:nvSpPr>
        <p:spPr>
          <a:xfrm>
            <a:off x="3196460" y="1837141"/>
            <a:ext cx="13305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NMd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08" name="TextBox 107">
            <a:extLst>
              <a:ext uri="{FF2B5EF4-FFF2-40B4-BE49-F238E27FC236}">
                <a16:creationId xmlns:a16="http://schemas.microsoft.com/office/drawing/2014/main" id="{3E2EC774-9B26-1EE4-E068-50FEA10CA8D6}"/>
              </a:ext>
            </a:extLst>
          </p:cNvPr>
          <p:cNvSpPr txBox="1"/>
          <p:nvPr/>
        </p:nvSpPr>
        <p:spPr>
          <a:xfrm>
            <a:off x="3412286" y="1522036"/>
            <a:ext cx="35747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Cust. Serv.D</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11" name="TextBox 110">
            <a:extLst>
              <a:ext uri="{FF2B5EF4-FFF2-40B4-BE49-F238E27FC236}">
                <a16:creationId xmlns:a16="http://schemas.microsoft.com/office/drawing/2014/main" id="{4A9FDE4B-D4F7-2470-2915-76D7A9BF61C0}"/>
              </a:ext>
            </a:extLst>
          </p:cNvPr>
          <p:cNvSpPr txBox="1"/>
          <p:nvPr/>
        </p:nvSpPr>
        <p:spPr>
          <a:xfrm>
            <a:off x="3170812" y="1522036"/>
            <a:ext cx="1843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NWRd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12" name="Picture 111">
            <a:extLst>
              <a:ext uri="{FF2B5EF4-FFF2-40B4-BE49-F238E27FC236}">
                <a16:creationId xmlns:a16="http://schemas.microsoft.com/office/drawing/2014/main" id="{0D2FF857-BFF7-8B74-4C94-9D6C299C0210}"/>
              </a:ext>
            </a:extLst>
          </p:cNvPr>
          <p:cNvPicPr>
            <a:picLocks noChangeAspect="1"/>
          </p:cNvPicPr>
          <p:nvPr/>
        </p:nvPicPr>
        <p:blipFill>
          <a:blip r:embed="rId33"/>
          <a:srcRect/>
          <a:stretch/>
        </p:blipFill>
        <p:spPr>
          <a:xfrm>
            <a:off x="4112468" y="1366385"/>
            <a:ext cx="261827" cy="261828"/>
          </a:xfrm>
          <a:prstGeom prst="rect">
            <a:avLst/>
          </a:prstGeom>
        </p:spPr>
      </p:pic>
      <p:sp>
        <p:nvSpPr>
          <p:cNvPr id="113" name="TextBox 112">
            <a:extLst>
              <a:ext uri="{FF2B5EF4-FFF2-40B4-BE49-F238E27FC236}">
                <a16:creationId xmlns:a16="http://schemas.microsoft.com/office/drawing/2014/main" id="{35268DAA-78E9-DCD5-4AB1-9490C26ED2D4}"/>
              </a:ext>
            </a:extLst>
          </p:cNvPr>
          <p:cNvSpPr txBox="1"/>
          <p:nvPr/>
        </p:nvSpPr>
        <p:spPr>
          <a:xfrm>
            <a:off x="4082301" y="1371598"/>
            <a:ext cx="306174"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EMS, B&amp;R</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14" name="TextBox 113">
            <a:extLst>
              <a:ext uri="{FF2B5EF4-FFF2-40B4-BE49-F238E27FC236}">
                <a16:creationId xmlns:a16="http://schemas.microsoft.com/office/drawing/2014/main" id="{A1CF0D00-5974-E1E1-F8DE-D01392D65540}"/>
              </a:ext>
            </a:extLst>
          </p:cNvPr>
          <p:cNvSpPr txBox="1"/>
          <p:nvPr/>
        </p:nvSpPr>
        <p:spPr>
          <a:xfrm>
            <a:off x="4166383" y="1517200"/>
            <a:ext cx="160301"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NZEd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80" name="TextBox 179">
            <a:extLst>
              <a:ext uri="{FF2B5EF4-FFF2-40B4-BE49-F238E27FC236}">
                <a16:creationId xmlns:a16="http://schemas.microsoft.com/office/drawing/2014/main" id="{7438994C-263B-40F9-27C1-D201CC1DF00F}"/>
              </a:ext>
            </a:extLst>
          </p:cNvPr>
          <p:cNvSpPr txBox="1"/>
          <p:nvPr/>
        </p:nvSpPr>
        <p:spPr>
          <a:xfrm>
            <a:off x="3077261" y="1006745"/>
            <a:ext cx="1360950" cy="307777"/>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Tx/>
              <a:buNone/>
              <a:tabLst>
                <a:tab pos="180000" algn="l"/>
              </a:tabLst>
              <a:defRPr/>
            </a:pPr>
            <a:r>
              <a:rPr kumimoji="0" lang="ja-JP" altLang="en-US" sz="800" b="0" i="0" u="none" strike="noStrike" kern="1200" cap="none" spc="0" normalizeH="0" baseline="0" noProof="1">
                <a:ln>
                  <a:noFill/>
                </a:ln>
                <a:solidFill>
                  <a:srgbClr val="37CC73">
                    <a:lumMod val="75000"/>
                  </a:srgbClr>
                </a:solidFill>
                <a:effectLst/>
                <a:uLnTx/>
                <a:uFillTx/>
                <a:latin typeface="Meiryo UI" panose="020B0604030504040204" pitchFamily="50" charset="-128"/>
                <a:ea typeface="Meiryo UI" panose="020B0604030504040204" pitchFamily="50" charset="-128"/>
                <a:cs typeface="+mn-cs"/>
              </a:rPr>
              <a:t>■NCC/NPC</a:t>
            </a:r>
            <a:br>
              <a:rPr kumimoji="0" lang="en-US" altLang="ja-JP" sz="800" b="0" i="0" u="none" strike="noStrike" kern="1200" cap="none" spc="0" normalizeH="0" baseline="0" noProof="0">
                <a:ln>
                  <a:noFill/>
                </a:ln>
                <a:solidFill>
                  <a:srgbClr val="37CC73">
                    <a:lumMod val="75000"/>
                  </a:srgbClr>
                </a:solidFill>
                <a:effectLst/>
                <a:uLnTx/>
                <a:uFillTx/>
                <a:latin typeface="Meiryo UI" panose="020B0604030504040204" pitchFamily="50" charset="-128"/>
                <a:ea typeface="Meiryo UI" panose="020B0604030504040204" pitchFamily="50" charset="-128"/>
                <a:cs typeface="+mn-cs"/>
              </a:rPr>
            </a:br>
            <a:r>
              <a:rPr kumimoji="0" lang="ja-JP" altLang="en-US" sz="800" b="0" i="0" u="none" strike="noStrike" kern="1200" cap="none" spc="0" normalizeH="0" baseline="0" noProof="1">
                <a:ln>
                  <a:noFill/>
                </a:ln>
                <a:solidFill>
                  <a:srgbClr val="37CC73">
                    <a:lumMod val="75000"/>
                  </a:srgbClr>
                </a:solidFill>
                <a:effectLst/>
                <a:uLnTx/>
                <a:uFillTx/>
                <a:latin typeface="Meiryo UI" panose="020B0604030504040204" pitchFamily="50" charset="-128"/>
                <a:ea typeface="Meiryo UI" panose="020B0604030504040204" pitchFamily="50" charset="-128"/>
                <a:cs typeface="+mn-cs"/>
              </a:rPr>
              <a:t>System built on </a:t>
            </a:r>
            <a:r>
              <a:rPr kumimoji="0" lang="en-US" altLang="ja-JP" sz="800" b="1" i="0" u="none" strike="noStrike" kern="1200" cap="none" spc="0" normalizeH="0" baseline="0" noProof="1">
                <a:ln>
                  <a:noFill/>
                </a:ln>
                <a:solidFill>
                  <a:srgbClr val="37CC73">
                    <a:lumMod val="75000"/>
                  </a:srgbClr>
                </a:solidFill>
                <a:effectLst/>
                <a:uLnTx/>
                <a:uFillTx/>
                <a:latin typeface="Meiryo UI" panose="020B0604030504040204" pitchFamily="50" charset="-128"/>
                <a:ea typeface="Meiryo UI" panose="020B0604030504040204" pitchFamily="50" charset="-128"/>
                <a:cs typeface="+mn-cs"/>
              </a:rPr>
              <a:t>KYANOS</a:t>
            </a:r>
            <a:endParaRPr kumimoji="0" lang="en-GB" altLang="ja-JP" sz="800" b="0" i="0" u="none" strike="noStrike" kern="1200" cap="none" spc="0" normalizeH="0" baseline="0" noProof="0">
              <a:ln>
                <a:noFill/>
              </a:ln>
              <a:solidFill>
                <a:srgbClr val="37CC73">
                  <a:lumMod val="75000"/>
                </a:srgbClr>
              </a:solidFill>
              <a:effectLst/>
              <a:uLnTx/>
              <a:uFillTx/>
              <a:latin typeface="Meiryo UI" panose="020B0604030504040204" pitchFamily="50" charset="-128"/>
              <a:ea typeface="Meiryo UI" panose="020B0604030504040204" pitchFamily="50" charset="-128"/>
              <a:cs typeface="+mn-cs"/>
            </a:endParaRPr>
          </a:p>
        </p:txBody>
      </p:sp>
      <p:sp>
        <p:nvSpPr>
          <p:cNvPr id="181" name="TextBox 180">
            <a:extLst>
              <a:ext uri="{FF2B5EF4-FFF2-40B4-BE49-F238E27FC236}">
                <a16:creationId xmlns:a16="http://schemas.microsoft.com/office/drawing/2014/main" id="{63D9843A-B929-A25B-1D69-E150410BB27C}"/>
              </a:ext>
            </a:extLst>
          </p:cNvPr>
          <p:cNvSpPr txBox="1"/>
          <p:nvPr/>
        </p:nvSpPr>
        <p:spPr>
          <a:xfrm>
            <a:off x="6682288" y="997703"/>
            <a:ext cx="1360950" cy="307777"/>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80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■4G SDM</a:t>
            </a:r>
            <a:br>
              <a:rPr kumimoji="0" lang="en-US" altLang="ja-JP" sz="8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br>
            <a:r>
              <a:rPr kumimoji="0" lang="ja-JP" altLang="en-US" sz="800" b="0"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System built on </a:t>
            </a:r>
            <a:r>
              <a:rPr kumimoji="0" lang="en-US" altLang="ja-JP" sz="800" b="1" i="0" u="none" strike="noStrike" kern="1200" cap="none" spc="0" normalizeH="0" baseline="0" noProof="1">
                <a:ln>
                  <a:noFill/>
                </a:ln>
                <a:solidFill>
                  <a:srgbClr val="C00000"/>
                </a:solidFill>
                <a:effectLst/>
                <a:uLnTx/>
                <a:uFillTx/>
                <a:latin typeface="Meiryo UI" panose="020B0604030504040204" pitchFamily="50" charset="-128"/>
                <a:ea typeface="Meiryo UI" panose="020B0604030504040204" pitchFamily="50" charset="-128"/>
                <a:cs typeface="+mn-cs"/>
              </a:rPr>
              <a:t>KYANOS</a:t>
            </a:r>
            <a:endParaRPr kumimoji="0" lang="en-GB" sz="8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pic>
        <p:nvPicPr>
          <p:cNvPr id="46" name="Picture 45">
            <a:extLst>
              <a:ext uri="{FF2B5EF4-FFF2-40B4-BE49-F238E27FC236}">
                <a16:creationId xmlns:a16="http://schemas.microsoft.com/office/drawing/2014/main" id="{ECDAC8A3-8F5F-D30C-05DE-6D92345686AD}"/>
              </a:ext>
            </a:extLst>
          </p:cNvPr>
          <p:cNvPicPr>
            <a:picLocks noChangeAspect="1"/>
          </p:cNvPicPr>
          <p:nvPr/>
        </p:nvPicPr>
        <p:blipFill>
          <a:blip r:embed="rId9"/>
          <a:srcRect/>
          <a:stretch/>
        </p:blipFill>
        <p:spPr>
          <a:xfrm>
            <a:off x="1251211" y="2305761"/>
            <a:ext cx="290919" cy="290919"/>
          </a:xfrm>
          <a:prstGeom prst="rect">
            <a:avLst/>
          </a:prstGeom>
          <a:solidFill>
            <a:srgbClr val="0000FF"/>
          </a:solidFill>
          <a:ln w="19050">
            <a:noFill/>
          </a:ln>
        </p:spPr>
      </p:pic>
      <p:sp>
        <p:nvSpPr>
          <p:cNvPr id="20" name="TextBox 19">
            <a:extLst>
              <a:ext uri="{FF2B5EF4-FFF2-40B4-BE49-F238E27FC236}">
                <a16:creationId xmlns:a16="http://schemas.microsoft.com/office/drawing/2014/main" id="{0F8EAB99-00F6-EFCA-F50E-11E1065B3D68}"/>
              </a:ext>
            </a:extLst>
          </p:cNvPr>
          <p:cNvSpPr txBox="1"/>
          <p:nvPr/>
        </p:nvSpPr>
        <p:spPr>
          <a:xfrm>
            <a:off x="1295034" y="2308429"/>
            <a:ext cx="200376"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UDM</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AUSF</a:t>
            </a:r>
          </a:p>
        </p:txBody>
      </p:sp>
      <p:sp>
        <p:nvSpPr>
          <p:cNvPr id="125" name="Rectangle 124">
            <a:extLst>
              <a:ext uri="{FF2B5EF4-FFF2-40B4-BE49-F238E27FC236}">
                <a16:creationId xmlns:a16="http://schemas.microsoft.com/office/drawing/2014/main" id="{83B41071-29A7-E693-3054-2447043A8958}"/>
              </a:ext>
            </a:extLst>
          </p:cNvPr>
          <p:cNvSpPr/>
          <p:nvPr/>
        </p:nvSpPr>
        <p:spPr>
          <a:xfrm>
            <a:off x="7786354" y="1336799"/>
            <a:ext cx="1244017" cy="2648364"/>
          </a:xfrm>
          <a:prstGeom prst="rect">
            <a:avLst/>
          </a:prstGeom>
          <a:solidFill>
            <a:srgbClr val="E0E0E0">
              <a:alpha val="89804"/>
            </a:srgbClr>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pic>
        <p:nvPicPr>
          <p:cNvPr id="90" name="Picture 89" descr="WHonDB-RGB-04.png">
            <a:extLst>
              <a:ext uri="{FF2B5EF4-FFF2-40B4-BE49-F238E27FC236}">
                <a16:creationId xmlns:a16="http://schemas.microsoft.com/office/drawing/2014/main" id="{5E21966F-3EC2-CFB8-F9A5-7EFF29FA40E5}"/>
              </a:ext>
            </a:extLst>
          </p:cNvPr>
          <p:cNvPicPr>
            <a:picLocks noChangeAspect="1"/>
          </p:cNvPicPr>
          <p:nvPr/>
        </p:nvPicPr>
        <p:blipFill>
          <a:blip r:embed="rId18"/>
          <a:stretch>
            <a:fillRect/>
          </a:stretch>
        </p:blipFill>
        <p:spPr>
          <a:xfrm>
            <a:off x="8418659" y="1351961"/>
            <a:ext cx="261827" cy="261828"/>
          </a:xfrm>
          <a:prstGeom prst="rect">
            <a:avLst/>
          </a:prstGeom>
        </p:spPr>
      </p:pic>
      <p:sp>
        <p:nvSpPr>
          <p:cNvPr id="91" name="TextBox 90">
            <a:extLst>
              <a:ext uri="{FF2B5EF4-FFF2-40B4-BE49-F238E27FC236}">
                <a16:creationId xmlns:a16="http://schemas.microsoft.com/office/drawing/2014/main" id="{EFFF4D52-C8BF-83A6-2DB6-7F94C2452BFC}"/>
              </a:ext>
            </a:extLst>
          </p:cNvPr>
          <p:cNvSpPr txBox="1"/>
          <p:nvPr/>
        </p:nvSpPr>
        <p:spPr>
          <a:xfrm>
            <a:off x="8416525" y="1365028"/>
            <a:ext cx="266098"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SO/Prov.</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01" name="TextBox 100">
            <a:extLst>
              <a:ext uri="{FF2B5EF4-FFF2-40B4-BE49-F238E27FC236}">
                <a16:creationId xmlns:a16="http://schemas.microsoft.com/office/drawing/2014/main" id="{F53F4F2A-8DC0-5774-18FA-B1A1EB7B8DAC}"/>
              </a:ext>
            </a:extLst>
          </p:cNvPr>
          <p:cNvSpPr txBox="1"/>
          <p:nvPr/>
        </p:nvSpPr>
        <p:spPr>
          <a:xfrm>
            <a:off x="8440032" y="1510631"/>
            <a:ext cx="200375"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SOGW</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03" name="Picture 102">
            <a:extLst>
              <a:ext uri="{FF2B5EF4-FFF2-40B4-BE49-F238E27FC236}">
                <a16:creationId xmlns:a16="http://schemas.microsoft.com/office/drawing/2014/main" id="{BC22FF88-BA68-6A63-744B-250BEEBE9CF8}"/>
              </a:ext>
            </a:extLst>
          </p:cNvPr>
          <p:cNvPicPr>
            <a:picLocks noChangeAspect="1"/>
          </p:cNvPicPr>
          <p:nvPr/>
        </p:nvPicPr>
        <p:blipFill>
          <a:blip r:embed="rId17"/>
          <a:srcRect/>
          <a:stretch/>
        </p:blipFill>
        <p:spPr>
          <a:xfrm>
            <a:off x="2445987" y="3009752"/>
            <a:ext cx="261827" cy="261828"/>
          </a:xfrm>
          <a:prstGeom prst="rect">
            <a:avLst/>
          </a:prstGeom>
        </p:spPr>
      </p:pic>
      <p:sp>
        <p:nvSpPr>
          <p:cNvPr id="104" name="TextBox 103">
            <a:extLst>
              <a:ext uri="{FF2B5EF4-FFF2-40B4-BE49-F238E27FC236}">
                <a16:creationId xmlns:a16="http://schemas.microsoft.com/office/drawing/2014/main" id="{6D11ABCB-4F20-69D2-E373-E629D1124ED9}"/>
              </a:ext>
            </a:extLst>
          </p:cNvPr>
          <p:cNvSpPr txBox="1"/>
          <p:nvPr/>
        </p:nvSpPr>
        <p:spPr>
          <a:xfrm>
            <a:off x="2394975" y="3019800"/>
            <a:ext cx="352661"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ELK Search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05" name="TextBox 104">
            <a:extLst>
              <a:ext uri="{FF2B5EF4-FFF2-40B4-BE49-F238E27FC236}">
                <a16:creationId xmlns:a16="http://schemas.microsoft.com/office/drawing/2014/main" id="{94164F11-28AE-2FDA-C96E-7F8B48F6C56E}"/>
              </a:ext>
            </a:extLst>
          </p:cNvPr>
          <p:cNvSpPr txBox="1"/>
          <p:nvPr/>
        </p:nvSpPr>
        <p:spPr>
          <a:xfrm>
            <a:off x="2366796" y="3165403"/>
            <a:ext cx="415178"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Mirroring Serv.</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962" name="Picture 961">
            <a:extLst>
              <a:ext uri="{FF2B5EF4-FFF2-40B4-BE49-F238E27FC236}">
                <a16:creationId xmlns:a16="http://schemas.microsoft.com/office/drawing/2014/main" id="{AF2AFF0D-77FA-DFCC-3D4B-4DCF6601190F}"/>
              </a:ext>
            </a:extLst>
          </p:cNvPr>
          <p:cNvPicPr>
            <a:picLocks noChangeAspect="1"/>
          </p:cNvPicPr>
          <p:nvPr/>
        </p:nvPicPr>
        <p:blipFill>
          <a:blip r:embed="rId4"/>
          <a:srcRect/>
          <a:stretch/>
        </p:blipFill>
        <p:spPr>
          <a:xfrm>
            <a:off x="3928441" y="3021388"/>
            <a:ext cx="261827" cy="256887"/>
          </a:xfrm>
          <a:prstGeom prst="rect">
            <a:avLst/>
          </a:prstGeom>
        </p:spPr>
      </p:pic>
      <p:sp>
        <p:nvSpPr>
          <p:cNvPr id="963" name="TextBox 962">
            <a:extLst>
              <a:ext uri="{FF2B5EF4-FFF2-40B4-BE49-F238E27FC236}">
                <a16:creationId xmlns:a16="http://schemas.microsoft.com/office/drawing/2014/main" id="{8AFC873E-BEB2-5C1B-A7C4-FD6A18903FE6}"/>
              </a:ext>
            </a:extLst>
          </p:cNvPr>
          <p:cNvSpPr txBox="1"/>
          <p:nvPr/>
        </p:nvSpPr>
        <p:spPr>
          <a:xfrm>
            <a:off x="3877429" y="3028966"/>
            <a:ext cx="352661"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ELK Search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64" name="TextBox 963">
            <a:extLst>
              <a:ext uri="{FF2B5EF4-FFF2-40B4-BE49-F238E27FC236}">
                <a16:creationId xmlns:a16="http://schemas.microsoft.com/office/drawing/2014/main" id="{0F719D34-2F6E-E6FF-5416-4A50C03FD00C}"/>
              </a:ext>
            </a:extLst>
          </p:cNvPr>
          <p:cNvSpPr txBox="1"/>
          <p:nvPr/>
        </p:nvSpPr>
        <p:spPr>
          <a:xfrm>
            <a:off x="3817992" y="3174568"/>
            <a:ext cx="47769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Mirroring Serv. D</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66" name="Picture 65">
            <a:extLst>
              <a:ext uri="{FF2B5EF4-FFF2-40B4-BE49-F238E27FC236}">
                <a16:creationId xmlns:a16="http://schemas.microsoft.com/office/drawing/2014/main" id="{5630E095-C4BE-F089-4127-44C0A82A1A91}"/>
              </a:ext>
            </a:extLst>
          </p:cNvPr>
          <p:cNvPicPr>
            <a:picLocks noChangeAspect="1"/>
          </p:cNvPicPr>
          <p:nvPr/>
        </p:nvPicPr>
        <p:blipFill>
          <a:blip r:embed="rId2"/>
          <a:srcRect/>
          <a:stretch/>
        </p:blipFill>
        <p:spPr>
          <a:xfrm>
            <a:off x="970104" y="2997864"/>
            <a:ext cx="290919" cy="290919"/>
          </a:xfrm>
          <a:prstGeom prst="rect">
            <a:avLst/>
          </a:prstGeom>
          <a:solidFill>
            <a:srgbClr val="0000FF"/>
          </a:solidFill>
          <a:ln w="6350">
            <a:noFill/>
          </a:ln>
        </p:spPr>
      </p:pic>
      <p:sp>
        <p:nvSpPr>
          <p:cNvPr id="34" name="TextBox 33">
            <a:extLst>
              <a:ext uri="{FF2B5EF4-FFF2-40B4-BE49-F238E27FC236}">
                <a16:creationId xmlns:a16="http://schemas.microsoft.com/office/drawing/2014/main" id="{7AC2E629-C528-EF1F-E760-C2312508BBD0}"/>
              </a:ext>
            </a:extLst>
          </p:cNvPr>
          <p:cNvSpPr txBox="1"/>
          <p:nvPr/>
        </p:nvSpPr>
        <p:spPr>
          <a:xfrm>
            <a:off x="995355" y="3009390"/>
            <a:ext cx="235641"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U-DRA</a:t>
            </a:r>
          </a:p>
        </p:txBody>
      </p:sp>
      <p:sp>
        <p:nvSpPr>
          <p:cNvPr id="554" name="TextBox 553">
            <a:extLst>
              <a:ext uri="{FF2B5EF4-FFF2-40B4-BE49-F238E27FC236}">
                <a16:creationId xmlns:a16="http://schemas.microsoft.com/office/drawing/2014/main" id="{162CD5E1-10B4-308B-124D-16CAF1731ADD}"/>
              </a:ext>
            </a:extLst>
          </p:cNvPr>
          <p:cNvSpPr txBox="1"/>
          <p:nvPr/>
        </p:nvSpPr>
        <p:spPr>
          <a:xfrm>
            <a:off x="1052456" y="3188263"/>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44" name="Rectangle 643">
            <a:extLst>
              <a:ext uri="{FF2B5EF4-FFF2-40B4-BE49-F238E27FC236}">
                <a16:creationId xmlns:a16="http://schemas.microsoft.com/office/drawing/2014/main" id="{F945436C-DD54-1F1A-16FC-119C9B6B97A4}"/>
              </a:ext>
            </a:extLst>
          </p:cNvPr>
          <p:cNvSpPr/>
          <p:nvPr/>
        </p:nvSpPr>
        <p:spPr>
          <a:xfrm>
            <a:off x="1376324" y="2978795"/>
            <a:ext cx="950364" cy="331971"/>
          </a:xfrm>
          <a:prstGeom prst="rect">
            <a:avLst/>
          </a:prstGeom>
          <a:solidFill>
            <a:schemeClr val="tx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pic>
        <p:nvPicPr>
          <p:cNvPr id="67" name="Picture 66">
            <a:extLst>
              <a:ext uri="{FF2B5EF4-FFF2-40B4-BE49-F238E27FC236}">
                <a16:creationId xmlns:a16="http://schemas.microsoft.com/office/drawing/2014/main" id="{FBF49DA0-1D19-9354-AE3B-C9F309F28B57}"/>
              </a:ext>
            </a:extLst>
          </p:cNvPr>
          <p:cNvPicPr>
            <a:picLocks noChangeAspect="1"/>
          </p:cNvPicPr>
          <p:nvPr/>
        </p:nvPicPr>
        <p:blipFill>
          <a:blip r:embed="rId2"/>
          <a:srcRect/>
          <a:stretch/>
        </p:blipFill>
        <p:spPr>
          <a:xfrm>
            <a:off x="1401416" y="2999568"/>
            <a:ext cx="290919" cy="290919"/>
          </a:xfrm>
          <a:prstGeom prst="rect">
            <a:avLst/>
          </a:prstGeom>
          <a:solidFill>
            <a:srgbClr val="0000FF"/>
          </a:solidFill>
          <a:ln w="6350">
            <a:noFill/>
          </a:ln>
        </p:spPr>
      </p:pic>
      <p:pic>
        <p:nvPicPr>
          <p:cNvPr id="266" name="Picture 265">
            <a:extLst>
              <a:ext uri="{FF2B5EF4-FFF2-40B4-BE49-F238E27FC236}">
                <a16:creationId xmlns:a16="http://schemas.microsoft.com/office/drawing/2014/main" id="{A7BA6B33-34DF-DCA8-92D3-F5D8E3A7CCA0}"/>
              </a:ext>
            </a:extLst>
          </p:cNvPr>
          <p:cNvPicPr>
            <a:picLocks noChangeAspect="1"/>
          </p:cNvPicPr>
          <p:nvPr/>
        </p:nvPicPr>
        <p:blipFill>
          <a:blip r:embed="rId2"/>
          <a:srcRect/>
          <a:stretch/>
        </p:blipFill>
        <p:spPr>
          <a:xfrm>
            <a:off x="1701667" y="2999568"/>
            <a:ext cx="290919" cy="290919"/>
          </a:xfrm>
          <a:prstGeom prst="rect">
            <a:avLst/>
          </a:prstGeom>
          <a:solidFill>
            <a:srgbClr val="0000FF"/>
          </a:solidFill>
          <a:ln w="6350">
            <a:noFill/>
          </a:ln>
        </p:spPr>
      </p:pic>
      <p:pic>
        <p:nvPicPr>
          <p:cNvPr id="267" name="Picture 266">
            <a:extLst>
              <a:ext uri="{FF2B5EF4-FFF2-40B4-BE49-F238E27FC236}">
                <a16:creationId xmlns:a16="http://schemas.microsoft.com/office/drawing/2014/main" id="{BAD4EF9D-DACE-B2F8-17EA-52FB4D4F82F4}"/>
              </a:ext>
            </a:extLst>
          </p:cNvPr>
          <p:cNvPicPr>
            <a:picLocks noChangeAspect="1"/>
          </p:cNvPicPr>
          <p:nvPr/>
        </p:nvPicPr>
        <p:blipFill>
          <a:blip r:embed="rId2"/>
          <a:srcRect/>
          <a:stretch/>
        </p:blipFill>
        <p:spPr>
          <a:xfrm>
            <a:off x="2001917" y="2999568"/>
            <a:ext cx="290919" cy="290919"/>
          </a:xfrm>
          <a:prstGeom prst="rect">
            <a:avLst/>
          </a:prstGeom>
          <a:solidFill>
            <a:srgbClr val="0000FF"/>
          </a:solidFill>
          <a:ln w="6350">
            <a:noFill/>
          </a:ln>
        </p:spPr>
      </p:pic>
      <p:sp>
        <p:nvSpPr>
          <p:cNvPr id="270" name="TextBox 269">
            <a:extLst>
              <a:ext uri="{FF2B5EF4-FFF2-40B4-BE49-F238E27FC236}">
                <a16:creationId xmlns:a16="http://schemas.microsoft.com/office/drawing/2014/main" id="{E8E22797-F9E5-09CE-C5CF-55E6FEB5AB84}"/>
              </a:ext>
            </a:extLst>
          </p:cNvPr>
          <p:cNvSpPr txBox="1"/>
          <p:nvPr/>
        </p:nvSpPr>
        <p:spPr>
          <a:xfrm>
            <a:off x="1774621" y="3009390"/>
            <a:ext cx="147476"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BSF</a:t>
            </a:r>
          </a:p>
        </p:txBody>
      </p:sp>
      <p:sp>
        <p:nvSpPr>
          <p:cNvPr id="271" name="TextBox 270">
            <a:extLst>
              <a:ext uri="{FF2B5EF4-FFF2-40B4-BE49-F238E27FC236}">
                <a16:creationId xmlns:a16="http://schemas.microsoft.com/office/drawing/2014/main" id="{2147A9B9-151D-4551-5861-4B9AB682F79E}"/>
              </a:ext>
            </a:extLst>
          </p:cNvPr>
          <p:cNvSpPr txBox="1"/>
          <p:nvPr/>
        </p:nvSpPr>
        <p:spPr>
          <a:xfrm>
            <a:off x="1423555" y="3009390"/>
            <a:ext cx="264495"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CNDRA</a:t>
            </a:r>
          </a:p>
        </p:txBody>
      </p:sp>
      <p:sp>
        <p:nvSpPr>
          <p:cNvPr id="37" name="TextBox 36">
            <a:extLst>
              <a:ext uri="{FF2B5EF4-FFF2-40B4-BE49-F238E27FC236}">
                <a16:creationId xmlns:a16="http://schemas.microsoft.com/office/drawing/2014/main" id="{C052D4F4-C198-5F93-41CA-0198915A000C}"/>
              </a:ext>
            </a:extLst>
          </p:cNvPr>
          <p:cNvSpPr txBox="1"/>
          <p:nvPr/>
        </p:nvSpPr>
        <p:spPr>
          <a:xfrm>
            <a:off x="2071235" y="3009390"/>
            <a:ext cx="152285"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SCP</a:t>
            </a:r>
          </a:p>
        </p:txBody>
      </p:sp>
      <p:sp>
        <p:nvSpPr>
          <p:cNvPr id="557" name="TextBox 556">
            <a:extLst>
              <a:ext uri="{FF2B5EF4-FFF2-40B4-BE49-F238E27FC236}">
                <a16:creationId xmlns:a16="http://schemas.microsoft.com/office/drawing/2014/main" id="{8F097FF0-2FA7-539F-6520-44E1C0AD4558}"/>
              </a:ext>
            </a:extLst>
          </p:cNvPr>
          <p:cNvSpPr txBox="1"/>
          <p:nvPr/>
        </p:nvSpPr>
        <p:spPr>
          <a:xfrm>
            <a:off x="1769128" y="3188263"/>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86" name="Picture 185" descr="WHonDB-RGB-16.png">
            <a:extLst>
              <a:ext uri="{FF2B5EF4-FFF2-40B4-BE49-F238E27FC236}">
                <a16:creationId xmlns:a16="http://schemas.microsoft.com/office/drawing/2014/main" id="{D77358B4-9B16-5049-867D-52960FDC7B1F}"/>
              </a:ext>
            </a:extLst>
          </p:cNvPr>
          <p:cNvPicPr>
            <a:picLocks noChangeAspect="1"/>
          </p:cNvPicPr>
          <p:nvPr/>
        </p:nvPicPr>
        <p:blipFill>
          <a:blip r:embed="rId11"/>
          <a:stretch>
            <a:fillRect/>
          </a:stretch>
        </p:blipFill>
        <p:spPr>
          <a:xfrm>
            <a:off x="511663" y="2997864"/>
            <a:ext cx="290919" cy="290919"/>
          </a:xfrm>
          <a:prstGeom prst="rect">
            <a:avLst/>
          </a:prstGeom>
        </p:spPr>
      </p:pic>
      <p:sp>
        <p:nvSpPr>
          <p:cNvPr id="201" name="TextBox 200">
            <a:extLst>
              <a:ext uri="{FF2B5EF4-FFF2-40B4-BE49-F238E27FC236}">
                <a16:creationId xmlns:a16="http://schemas.microsoft.com/office/drawing/2014/main" id="{F076AD76-DE82-2D67-5EC3-DC25F96710AE}"/>
              </a:ext>
            </a:extLst>
          </p:cNvPr>
          <p:cNvSpPr txBox="1"/>
          <p:nvPr/>
        </p:nvSpPr>
        <p:spPr>
          <a:xfrm>
            <a:off x="584996" y="3013507"/>
            <a:ext cx="144270"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rPr>
              <a:t>STP</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endParaRPr>
          </a:p>
        </p:txBody>
      </p:sp>
      <p:sp>
        <p:nvSpPr>
          <p:cNvPr id="558" name="TextBox 557">
            <a:extLst>
              <a:ext uri="{FF2B5EF4-FFF2-40B4-BE49-F238E27FC236}">
                <a16:creationId xmlns:a16="http://schemas.microsoft.com/office/drawing/2014/main" id="{5CDED3AB-7058-B1F3-1AA5-936A360B6502}"/>
              </a:ext>
            </a:extLst>
          </p:cNvPr>
          <p:cNvSpPr txBox="1"/>
          <p:nvPr/>
        </p:nvSpPr>
        <p:spPr>
          <a:xfrm>
            <a:off x="431902" y="3188263"/>
            <a:ext cx="450443"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telesys MACHi7</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5" name="Rectangle 4">
            <a:extLst>
              <a:ext uri="{FF2B5EF4-FFF2-40B4-BE49-F238E27FC236}">
                <a16:creationId xmlns:a16="http://schemas.microsoft.com/office/drawing/2014/main" id="{DC728D5E-680C-D9AD-B633-277DAEB51DB3}"/>
              </a:ext>
            </a:extLst>
          </p:cNvPr>
          <p:cNvSpPr/>
          <p:nvPr/>
        </p:nvSpPr>
        <p:spPr>
          <a:xfrm>
            <a:off x="5293754" y="2983630"/>
            <a:ext cx="950364" cy="331971"/>
          </a:xfrm>
          <a:prstGeom prst="rect">
            <a:avLst/>
          </a:prstGeom>
          <a:solidFill>
            <a:schemeClr val="tx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pic>
        <p:nvPicPr>
          <p:cNvPr id="929" name="Picture 928">
            <a:extLst>
              <a:ext uri="{FF2B5EF4-FFF2-40B4-BE49-F238E27FC236}">
                <a16:creationId xmlns:a16="http://schemas.microsoft.com/office/drawing/2014/main" id="{D64DC0DB-1515-0A0F-E6FB-1D8E629D8501}"/>
              </a:ext>
            </a:extLst>
          </p:cNvPr>
          <p:cNvPicPr>
            <a:picLocks noChangeAspect="1"/>
          </p:cNvPicPr>
          <p:nvPr/>
        </p:nvPicPr>
        <p:blipFill>
          <a:blip r:embed="rId29"/>
          <a:srcRect/>
          <a:stretch/>
        </p:blipFill>
        <p:spPr>
          <a:xfrm>
            <a:off x="5318846" y="3004404"/>
            <a:ext cx="290919" cy="290919"/>
          </a:xfrm>
          <a:prstGeom prst="rect">
            <a:avLst/>
          </a:prstGeom>
          <a:solidFill>
            <a:srgbClr val="0000FF"/>
          </a:solidFill>
          <a:ln w="6350">
            <a:noFill/>
          </a:ln>
        </p:spPr>
      </p:pic>
      <p:pic>
        <p:nvPicPr>
          <p:cNvPr id="954" name="Picture 953">
            <a:extLst>
              <a:ext uri="{FF2B5EF4-FFF2-40B4-BE49-F238E27FC236}">
                <a16:creationId xmlns:a16="http://schemas.microsoft.com/office/drawing/2014/main" id="{64B31374-9D16-3380-1272-E746361FA959}"/>
              </a:ext>
            </a:extLst>
          </p:cNvPr>
          <p:cNvPicPr>
            <a:picLocks noChangeAspect="1"/>
          </p:cNvPicPr>
          <p:nvPr/>
        </p:nvPicPr>
        <p:blipFill>
          <a:blip r:embed="rId34"/>
          <a:srcRect/>
          <a:stretch/>
        </p:blipFill>
        <p:spPr>
          <a:xfrm>
            <a:off x="5622126" y="3004404"/>
            <a:ext cx="284858" cy="290919"/>
          </a:xfrm>
          <a:prstGeom prst="rect">
            <a:avLst/>
          </a:prstGeom>
          <a:solidFill>
            <a:srgbClr val="0000FF"/>
          </a:solidFill>
          <a:ln w="6350">
            <a:noFill/>
          </a:ln>
        </p:spPr>
      </p:pic>
      <p:pic>
        <p:nvPicPr>
          <p:cNvPr id="955" name="Picture 954">
            <a:extLst>
              <a:ext uri="{FF2B5EF4-FFF2-40B4-BE49-F238E27FC236}">
                <a16:creationId xmlns:a16="http://schemas.microsoft.com/office/drawing/2014/main" id="{47481C81-3C4B-EC20-694D-9184171CC362}"/>
              </a:ext>
            </a:extLst>
          </p:cNvPr>
          <p:cNvPicPr>
            <a:picLocks noChangeAspect="1"/>
          </p:cNvPicPr>
          <p:nvPr/>
        </p:nvPicPr>
        <p:blipFill>
          <a:blip r:embed="rId34"/>
          <a:srcRect/>
          <a:stretch/>
        </p:blipFill>
        <p:spPr>
          <a:xfrm>
            <a:off x="5922377" y="3004404"/>
            <a:ext cx="284858" cy="290919"/>
          </a:xfrm>
          <a:prstGeom prst="rect">
            <a:avLst/>
          </a:prstGeom>
          <a:solidFill>
            <a:srgbClr val="0000FF"/>
          </a:solidFill>
          <a:ln w="6350">
            <a:noFill/>
          </a:ln>
        </p:spPr>
      </p:pic>
      <p:sp>
        <p:nvSpPr>
          <p:cNvPr id="957" name="TextBox 956">
            <a:extLst>
              <a:ext uri="{FF2B5EF4-FFF2-40B4-BE49-F238E27FC236}">
                <a16:creationId xmlns:a16="http://schemas.microsoft.com/office/drawing/2014/main" id="{46039692-ED65-4434-80D5-B1C733DF7B9A}"/>
              </a:ext>
            </a:extLst>
          </p:cNvPr>
          <p:cNvSpPr txBox="1"/>
          <p:nvPr/>
        </p:nvSpPr>
        <p:spPr>
          <a:xfrm>
            <a:off x="5692050" y="3014226"/>
            <a:ext cx="147476"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BSF</a:t>
            </a:r>
          </a:p>
        </p:txBody>
      </p:sp>
      <p:sp>
        <p:nvSpPr>
          <p:cNvPr id="958" name="TextBox 957">
            <a:extLst>
              <a:ext uri="{FF2B5EF4-FFF2-40B4-BE49-F238E27FC236}">
                <a16:creationId xmlns:a16="http://schemas.microsoft.com/office/drawing/2014/main" id="{FA6AB992-0EDF-AF83-0BFC-93410677EA54}"/>
              </a:ext>
            </a:extLst>
          </p:cNvPr>
          <p:cNvSpPr txBox="1"/>
          <p:nvPr/>
        </p:nvSpPr>
        <p:spPr>
          <a:xfrm>
            <a:off x="5340985" y="3014226"/>
            <a:ext cx="264495"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CNDRA</a:t>
            </a:r>
          </a:p>
        </p:txBody>
      </p:sp>
      <p:sp>
        <p:nvSpPr>
          <p:cNvPr id="959" name="TextBox 958">
            <a:extLst>
              <a:ext uri="{FF2B5EF4-FFF2-40B4-BE49-F238E27FC236}">
                <a16:creationId xmlns:a16="http://schemas.microsoft.com/office/drawing/2014/main" id="{0255D085-5599-09E5-788F-D9BC30768E7D}"/>
              </a:ext>
            </a:extLst>
          </p:cNvPr>
          <p:cNvSpPr txBox="1"/>
          <p:nvPr/>
        </p:nvSpPr>
        <p:spPr>
          <a:xfrm>
            <a:off x="5967825" y="3014226"/>
            <a:ext cx="193963"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SCPv</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44" name="TextBox 43">
            <a:extLst>
              <a:ext uri="{FF2B5EF4-FFF2-40B4-BE49-F238E27FC236}">
                <a16:creationId xmlns:a16="http://schemas.microsoft.com/office/drawing/2014/main" id="{0C8DB998-F6BD-EB01-D8B5-FBB07E090616}"/>
              </a:ext>
            </a:extLst>
          </p:cNvPr>
          <p:cNvSpPr txBox="1"/>
          <p:nvPr/>
        </p:nvSpPr>
        <p:spPr>
          <a:xfrm>
            <a:off x="5686557" y="3193098"/>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49" name="Picture 148" descr="WHonLB-RGB-32.png">
            <a:extLst>
              <a:ext uri="{FF2B5EF4-FFF2-40B4-BE49-F238E27FC236}">
                <a16:creationId xmlns:a16="http://schemas.microsoft.com/office/drawing/2014/main" id="{D9F03AE4-3EAB-7978-F8A9-9256439DF846}"/>
              </a:ext>
            </a:extLst>
          </p:cNvPr>
          <p:cNvPicPr>
            <a:picLocks noChangeAspect="1"/>
          </p:cNvPicPr>
          <p:nvPr/>
        </p:nvPicPr>
        <p:blipFill>
          <a:blip r:embed="rId35"/>
          <a:stretch>
            <a:fillRect/>
          </a:stretch>
        </p:blipFill>
        <p:spPr>
          <a:xfrm>
            <a:off x="5558888" y="3143936"/>
            <a:ext cx="106253" cy="106253"/>
          </a:xfrm>
          <a:prstGeom prst="rect">
            <a:avLst/>
          </a:prstGeom>
          <a:ln>
            <a:solidFill>
              <a:srgbClr val="FFFFFF"/>
            </a:solidFill>
          </a:ln>
        </p:spPr>
      </p:pic>
      <p:pic>
        <p:nvPicPr>
          <p:cNvPr id="945" name="Picture 944">
            <a:extLst>
              <a:ext uri="{FF2B5EF4-FFF2-40B4-BE49-F238E27FC236}">
                <a16:creationId xmlns:a16="http://schemas.microsoft.com/office/drawing/2014/main" id="{AAAA615D-2974-89D2-5DD3-EBED6B1A425A}"/>
              </a:ext>
            </a:extLst>
          </p:cNvPr>
          <p:cNvPicPr>
            <a:picLocks noChangeAspect="1"/>
          </p:cNvPicPr>
          <p:nvPr/>
        </p:nvPicPr>
        <p:blipFill>
          <a:blip r:embed="rId29"/>
          <a:srcRect/>
          <a:stretch/>
        </p:blipFill>
        <p:spPr>
          <a:xfrm>
            <a:off x="3508736" y="3002559"/>
            <a:ext cx="290919" cy="290919"/>
          </a:xfrm>
          <a:prstGeom prst="rect">
            <a:avLst/>
          </a:prstGeom>
          <a:solidFill>
            <a:srgbClr val="0000FF"/>
          </a:solidFill>
          <a:ln w="6350">
            <a:noFill/>
          </a:ln>
        </p:spPr>
      </p:pic>
      <p:sp>
        <p:nvSpPr>
          <p:cNvPr id="946" name="TextBox 945">
            <a:extLst>
              <a:ext uri="{FF2B5EF4-FFF2-40B4-BE49-F238E27FC236}">
                <a16:creationId xmlns:a16="http://schemas.microsoft.com/office/drawing/2014/main" id="{873A2EA7-0666-6521-0657-6FC06F69AFBC}"/>
              </a:ext>
            </a:extLst>
          </p:cNvPr>
          <p:cNvSpPr txBox="1"/>
          <p:nvPr/>
        </p:nvSpPr>
        <p:spPr>
          <a:xfrm>
            <a:off x="3555610" y="3012382"/>
            <a:ext cx="197169"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SCPd</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947" name="Picture 946">
            <a:extLst>
              <a:ext uri="{FF2B5EF4-FFF2-40B4-BE49-F238E27FC236}">
                <a16:creationId xmlns:a16="http://schemas.microsoft.com/office/drawing/2014/main" id="{8304909B-824A-5CB2-1299-1A6F8F056E83}"/>
              </a:ext>
            </a:extLst>
          </p:cNvPr>
          <p:cNvPicPr>
            <a:picLocks noChangeAspect="1"/>
          </p:cNvPicPr>
          <p:nvPr/>
        </p:nvPicPr>
        <p:blipFill>
          <a:blip r:embed="rId29"/>
          <a:srcRect/>
          <a:stretch/>
        </p:blipFill>
        <p:spPr>
          <a:xfrm>
            <a:off x="3120110" y="3002559"/>
            <a:ext cx="290919" cy="290919"/>
          </a:xfrm>
          <a:prstGeom prst="rect">
            <a:avLst/>
          </a:prstGeom>
          <a:solidFill>
            <a:srgbClr val="0000FF"/>
          </a:solidFill>
          <a:ln w="6350">
            <a:noFill/>
          </a:ln>
        </p:spPr>
      </p:pic>
      <p:sp>
        <p:nvSpPr>
          <p:cNvPr id="948" name="TextBox 947">
            <a:extLst>
              <a:ext uri="{FF2B5EF4-FFF2-40B4-BE49-F238E27FC236}">
                <a16:creationId xmlns:a16="http://schemas.microsoft.com/office/drawing/2014/main" id="{7BFB45E5-2ED1-7666-5A5D-FDAA18BFE2FA}"/>
              </a:ext>
            </a:extLst>
          </p:cNvPr>
          <p:cNvSpPr txBox="1"/>
          <p:nvPr/>
        </p:nvSpPr>
        <p:spPr>
          <a:xfrm>
            <a:off x="3160884" y="3012382"/>
            <a:ext cx="203582"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DRAd</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49" name="TextBox 948">
            <a:extLst>
              <a:ext uri="{FF2B5EF4-FFF2-40B4-BE49-F238E27FC236}">
                <a16:creationId xmlns:a16="http://schemas.microsoft.com/office/drawing/2014/main" id="{905E2B12-4BF4-54A2-4720-AACB993F99CF}"/>
              </a:ext>
            </a:extLst>
          </p:cNvPr>
          <p:cNvSpPr txBox="1"/>
          <p:nvPr/>
        </p:nvSpPr>
        <p:spPr>
          <a:xfrm>
            <a:off x="3197613" y="3196661"/>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50" name="TextBox 949">
            <a:extLst>
              <a:ext uri="{FF2B5EF4-FFF2-40B4-BE49-F238E27FC236}">
                <a16:creationId xmlns:a16="http://schemas.microsoft.com/office/drawing/2014/main" id="{C36306F2-A840-ECB0-0E8A-D405CA6B555D}"/>
              </a:ext>
            </a:extLst>
          </p:cNvPr>
          <p:cNvSpPr txBox="1"/>
          <p:nvPr/>
        </p:nvSpPr>
        <p:spPr>
          <a:xfrm>
            <a:off x="3591963" y="3196661"/>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78" name="TextBox 77">
            <a:extLst>
              <a:ext uri="{FF2B5EF4-FFF2-40B4-BE49-F238E27FC236}">
                <a16:creationId xmlns:a16="http://schemas.microsoft.com/office/drawing/2014/main" id="{E9E1C531-3E80-52A0-7E91-17AB39A0D138}"/>
              </a:ext>
            </a:extLst>
          </p:cNvPr>
          <p:cNvSpPr txBox="1"/>
          <p:nvPr/>
        </p:nvSpPr>
        <p:spPr>
          <a:xfrm>
            <a:off x="5875535" y="1822529"/>
            <a:ext cx="836768" cy="92333"/>
          </a:xfrm>
          <a:prstGeom prst="rect">
            <a:avLst/>
          </a:prstGeom>
          <a:solidFill>
            <a:schemeClr val="accent5">
              <a:lumMod val="50000"/>
            </a:schemeClr>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4G/NSA subscriber accommodation</a:t>
            </a:r>
            <a:endParaRPr kumimoji="0"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549" name="TextBox 548">
            <a:extLst>
              <a:ext uri="{FF2B5EF4-FFF2-40B4-BE49-F238E27FC236}">
                <a16:creationId xmlns:a16="http://schemas.microsoft.com/office/drawing/2014/main" id="{FC156EAB-8D28-0A6D-39B8-CD767451FAB9}"/>
              </a:ext>
            </a:extLst>
          </p:cNvPr>
          <p:cNvSpPr txBox="1"/>
          <p:nvPr/>
        </p:nvSpPr>
        <p:spPr>
          <a:xfrm>
            <a:off x="1223997" y="2540578"/>
            <a:ext cx="327013" cy="184666"/>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Registers</a:t>
            </a:r>
            <a:br>
              <a:rPr kumimoji="1" lang="en-US" altLang="ja-JP"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AUSF/UDM</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77" name="Picture 76">
            <a:extLst>
              <a:ext uri="{FF2B5EF4-FFF2-40B4-BE49-F238E27FC236}">
                <a16:creationId xmlns:a16="http://schemas.microsoft.com/office/drawing/2014/main" id="{519E72C0-343F-C288-33E5-8D7AAD414B95}"/>
              </a:ext>
            </a:extLst>
          </p:cNvPr>
          <p:cNvPicPr>
            <a:picLocks noChangeAspect="1"/>
          </p:cNvPicPr>
          <p:nvPr/>
        </p:nvPicPr>
        <p:blipFill>
          <a:blip r:embed="rId36"/>
          <a:srcRect/>
          <a:stretch/>
        </p:blipFill>
        <p:spPr>
          <a:xfrm>
            <a:off x="4115142" y="1663122"/>
            <a:ext cx="261827" cy="261828"/>
          </a:xfrm>
          <a:prstGeom prst="rect">
            <a:avLst/>
          </a:prstGeom>
        </p:spPr>
      </p:pic>
      <p:sp>
        <p:nvSpPr>
          <p:cNvPr id="81" name="TextBox 80">
            <a:extLst>
              <a:ext uri="{FF2B5EF4-FFF2-40B4-BE49-F238E27FC236}">
                <a16:creationId xmlns:a16="http://schemas.microsoft.com/office/drawing/2014/main" id="{ED692C2D-69B7-AC52-0515-DCCB30B0C6D2}"/>
              </a:ext>
            </a:extLst>
          </p:cNvPr>
          <p:cNvSpPr txBox="1"/>
          <p:nvPr/>
        </p:nvSpPr>
        <p:spPr>
          <a:xfrm>
            <a:off x="4086559" y="1673170"/>
            <a:ext cx="318998"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LCM/Orch.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2" name="TextBox 91">
            <a:extLst>
              <a:ext uri="{FF2B5EF4-FFF2-40B4-BE49-F238E27FC236}">
                <a16:creationId xmlns:a16="http://schemas.microsoft.com/office/drawing/2014/main" id="{CAABD309-252B-8739-22BC-F59882302782}"/>
              </a:ext>
            </a:extLst>
          </p:cNvPr>
          <p:cNvSpPr txBox="1"/>
          <p:nvPr/>
        </p:nvSpPr>
        <p:spPr>
          <a:xfrm>
            <a:off x="4132242" y="1818772"/>
            <a:ext cx="22762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NCOMd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79" name="Rectangle 178">
            <a:extLst>
              <a:ext uri="{FF2B5EF4-FFF2-40B4-BE49-F238E27FC236}">
                <a16:creationId xmlns:a16="http://schemas.microsoft.com/office/drawing/2014/main" id="{43B8ED1E-A0E3-A528-493A-6619459660FB}"/>
              </a:ext>
            </a:extLst>
          </p:cNvPr>
          <p:cNvSpPr/>
          <p:nvPr/>
        </p:nvSpPr>
        <p:spPr>
          <a:xfrm>
            <a:off x="6730055" y="1336799"/>
            <a:ext cx="1021710" cy="2032570"/>
          </a:xfrm>
          <a:prstGeom prst="rect">
            <a:avLst/>
          </a:prstGeom>
          <a:solidFill>
            <a:srgbClr val="FFCCCC">
              <a:alpha val="89804"/>
            </a:srgb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880" b="0" i="0" u="none" strike="noStrike" kern="1200" cap="none" spc="0" normalizeH="0" baseline="0" noProof="0">
              <a:ln>
                <a:noFill/>
              </a:ln>
              <a:solidFill>
                <a:srgbClr val="001135"/>
              </a:solidFill>
              <a:effectLst/>
              <a:uLnTx/>
              <a:uFillTx/>
              <a:latin typeface="Nokia Pure Text Light"/>
              <a:ea typeface="+mn-ea"/>
              <a:cs typeface="+mn-cs"/>
            </a:endParaRPr>
          </a:p>
        </p:txBody>
      </p:sp>
      <p:pic>
        <p:nvPicPr>
          <p:cNvPr id="115" name="Picture 114">
            <a:extLst>
              <a:ext uri="{FF2B5EF4-FFF2-40B4-BE49-F238E27FC236}">
                <a16:creationId xmlns:a16="http://schemas.microsoft.com/office/drawing/2014/main" id="{70F2A91B-CBB9-B4A5-1E01-37EAFCE6910A}"/>
              </a:ext>
            </a:extLst>
          </p:cNvPr>
          <p:cNvPicPr>
            <a:picLocks noChangeAspect="1"/>
          </p:cNvPicPr>
          <p:nvPr/>
        </p:nvPicPr>
        <p:blipFill>
          <a:blip r:embed="rId30"/>
          <a:srcRect/>
          <a:stretch/>
        </p:blipFill>
        <p:spPr>
          <a:xfrm>
            <a:off x="6773414" y="2320704"/>
            <a:ext cx="280110" cy="280110"/>
          </a:xfrm>
          <a:prstGeom prst="rect">
            <a:avLst/>
          </a:prstGeom>
          <a:solidFill>
            <a:srgbClr val="0000FF"/>
          </a:solidFill>
          <a:ln w="19050">
            <a:noFill/>
          </a:ln>
        </p:spPr>
      </p:pic>
      <p:sp>
        <p:nvSpPr>
          <p:cNvPr id="116" name="TextBox 115">
            <a:extLst>
              <a:ext uri="{FF2B5EF4-FFF2-40B4-BE49-F238E27FC236}">
                <a16:creationId xmlns:a16="http://schemas.microsoft.com/office/drawing/2014/main" id="{9AE01DAA-7349-EAB5-9A20-FACC402DDA16}"/>
              </a:ext>
            </a:extLst>
          </p:cNvPr>
          <p:cNvSpPr txBox="1"/>
          <p:nvPr/>
        </p:nvSpPr>
        <p:spPr>
          <a:xfrm>
            <a:off x="6792442" y="2333910"/>
            <a:ext cx="242054"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vPCRF</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17" name="Picture 116">
            <a:extLst>
              <a:ext uri="{FF2B5EF4-FFF2-40B4-BE49-F238E27FC236}">
                <a16:creationId xmlns:a16="http://schemas.microsoft.com/office/drawing/2014/main" id="{4E89E74E-BA11-C2C2-E299-ABB2101B7E36}"/>
              </a:ext>
            </a:extLst>
          </p:cNvPr>
          <p:cNvPicPr>
            <a:picLocks noChangeAspect="1"/>
          </p:cNvPicPr>
          <p:nvPr/>
        </p:nvPicPr>
        <p:blipFill>
          <a:blip r:embed="rId29"/>
          <a:srcRect/>
          <a:stretch/>
        </p:blipFill>
        <p:spPr>
          <a:xfrm>
            <a:off x="6768399" y="3000302"/>
            <a:ext cx="290919" cy="290919"/>
          </a:xfrm>
          <a:prstGeom prst="rect">
            <a:avLst/>
          </a:prstGeom>
          <a:solidFill>
            <a:srgbClr val="0000FF"/>
          </a:solidFill>
          <a:ln w="6350">
            <a:noFill/>
          </a:ln>
        </p:spPr>
      </p:pic>
      <p:sp>
        <p:nvSpPr>
          <p:cNvPr id="124" name="TextBox 123">
            <a:extLst>
              <a:ext uri="{FF2B5EF4-FFF2-40B4-BE49-F238E27FC236}">
                <a16:creationId xmlns:a16="http://schemas.microsoft.com/office/drawing/2014/main" id="{A5256932-E796-D98C-A134-E6983A0E5B45}"/>
              </a:ext>
            </a:extLst>
          </p:cNvPr>
          <p:cNvSpPr txBox="1"/>
          <p:nvPr/>
        </p:nvSpPr>
        <p:spPr>
          <a:xfrm>
            <a:off x="6815272" y="3010125"/>
            <a:ext cx="197170"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vPDR</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33" name="TextBox 132">
            <a:extLst>
              <a:ext uri="{FF2B5EF4-FFF2-40B4-BE49-F238E27FC236}">
                <a16:creationId xmlns:a16="http://schemas.microsoft.com/office/drawing/2014/main" id="{87041803-859D-0B23-F594-50771B8E423D}"/>
              </a:ext>
            </a:extLst>
          </p:cNvPr>
          <p:cNvSpPr txBox="1"/>
          <p:nvPr/>
        </p:nvSpPr>
        <p:spPr>
          <a:xfrm>
            <a:off x="6835596" y="3194404"/>
            <a:ext cx="16350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CSDs</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34" name="TextBox 133">
            <a:extLst>
              <a:ext uri="{FF2B5EF4-FFF2-40B4-BE49-F238E27FC236}">
                <a16:creationId xmlns:a16="http://schemas.microsoft.com/office/drawing/2014/main" id="{AF67ED59-7B66-EC5D-DA0A-89346DB61780}"/>
              </a:ext>
            </a:extLst>
          </p:cNvPr>
          <p:cNvSpPr txBox="1"/>
          <p:nvPr/>
        </p:nvSpPr>
        <p:spPr>
          <a:xfrm>
            <a:off x="6828442" y="2493897"/>
            <a:ext cx="16350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NPCs</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42" name="Picture 141">
            <a:extLst>
              <a:ext uri="{FF2B5EF4-FFF2-40B4-BE49-F238E27FC236}">
                <a16:creationId xmlns:a16="http://schemas.microsoft.com/office/drawing/2014/main" id="{9F253B9A-0131-FE38-B761-07CACA23BD51}"/>
              </a:ext>
            </a:extLst>
          </p:cNvPr>
          <p:cNvPicPr>
            <a:picLocks noChangeAspect="1"/>
          </p:cNvPicPr>
          <p:nvPr/>
        </p:nvPicPr>
        <p:blipFill>
          <a:blip r:embed="rId31"/>
          <a:srcRect/>
          <a:stretch/>
        </p:blipFill>
        <p:spPr>
          <a:xfrm>
            <a:off x="7101492" y="1350269"/>
            <a:ext cx="261827" cy="261828"/>
          </a:xfrm>
          <a:prstGeom prst="rect">
            <a:avLst/>
          </a:prstGeom>
        </p:spPr>
      </p:pic>
      <p:pic>
        <p:nvPicPr>
          <p:cNvPr id="143" name="Picture 142">
            <a:extLst>
              <a:ext uri="{FF2B5EF4-FFF2-40B4-BE49-F238E27FC236}">
                <a16:creationId xmlns:a16="http://schemas.microsoft.com/office/drawing/2014/main" id="{78EF04F6-4E3F-2119-9D55-042CFB35425A}"/>
              </a:ext>
            </a:extLst>
          </p:cNvPr>
          <p:cNvPicPr>
            <a:picLocks noChangeAspect="1"/>
          </p:cNvPicPr>
          <p:nvPr/>
        </p:nvPicPr>
        <p:blipFill>
          <a:blip r:embed="rId32"/>
          <a:srcRect/>
          <a:stretch/>
        </p:blipFill>
        <p:spPr>
          <a:xfrm>
            <a:off x="6771870" y="1350269"/>
            <a:ext cx="261827" cy="261828"/>
          </a:xfrm>
          <a:prstGeom prst="rect">
            <a:avLst/>
          </a:prstGeom>
        </p:spPr>
      </p:pic>
      <p:sp>
        <p:nvSpPr>
          <p:cNvPr id="144" name="TextBox 143">
            <a:extLst>
              <a:ext uri="{FF2B5EF4-FFF2-40B4-BE49-F238E27FC236}">
                <a16:creationId xmlns:a16="http://schemas.microsoft.com/office/drawing/2014/main" id="{044C87ED-11E3-76E2-B054-1456B74311CB}"/>
              </a:ext>
            </a:extLst>
          </p:cNvPr>
          <p:cNvSpPr txBox="1"/>
          <p:nvPr/>
        </p:nvSpPr>
        <p:spPr>
          <a:xfrm>
            <a:off x="6780956" y="1360317"/>
            <a:ext cx="243656"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EDR log</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46" name="TextBox 145">
            <a:extLst>
              <a:ext uri="{FF2B5EF4-FFF2-40B4-BE49-F238E27FC236}">
                <a16:creationId xmlns:a16="http://schemas.microsoft.com/office/drawing/2014/main" id="{6CBB0255-FC50-A457-71CC-D74149A19CBB}"/>
              </a:ext>
            </a:extLst>
          </p:cNvPr>
          <p:cNvSpPr txBox="1"/>
          <p:nvPr/>
        </p:nvSpPr>
        <p:spPr>
          <a:xfrm>
            <a:off x="7103365" y="1360317"/>
            <a:ext cx="258084"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Log, H/C</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66" name="Picture 165">
            <a:extLst>
              <a:ext uri="{FF2B5EF4-FFF2-40B4-BE49-F238E27FC236}">
                <a16:creationId xmlns:a16="http://schemas.microsoft.com/office/drawing/2014/main" id="{57227CFB-C406-BFA2-7541-BC760E3D071A}"/>
              </a:ext>
            </a:extLst>
          </p:cNvPr>
          <p:cNvPicPr>
            <a:picLocks noChangeAspect="1"/>
          </p:cNvPicPr>
          <p:nvPr/>
        </p:nvPicPr>
        <p:blipFill>
          <a:blip r:embed="rId4"/>
          <a:srcRect/>
          <a:stretch/>
        </p:blipFill>
        <p:spPr>
          <a:xfrm>
            <a:off x="6771870" y="1671423"/>
            <a:ext cx="261827" cy="256887"/>
          </a:xfrm>
          <a:prstGeom prst="rect">
            <a:avLst/>
          </a:prstGeom>
        </p:spPr>
      </p:pic>
      <p:sp>
        <p:nvSpPr>
          <p:cNvPr id="170" name="TextBox 169">
            <a:extLst>
              <a:ext uri="{FF2B5EF4-FFF2-40B4-BE49-F238E27FC236}">
                <a16:creationId xmlns:a16="http://schemas.microsoft.com/office/drawing/2014/main" id="{B5E94FA9-F1A3-32BE-86E6-54E0C0A5B55E}"/>
              </a:ext>
            </a:extLst>
          </p:cNvPr>
          <p:cNvSpPr txBox="1"/>
          <p:nvPr/>
        </p:nvSpPr>
        <p:spPr>
          <a:xfrm>
            <a:off x="6771339" y="1653901"/>
            <a:ext cx="262892" cy="113236"/>
          </a:xfrm>
          <a:prstGeom prst="rect">
            <a:avLst/>
          </a:prstGeom>
          <a:noFill/>
        </p:spPr>
        <p:txBody>
          <a:bodyPr wrap="none" lIns="0" tIns="0" rIns="0" bIns="0" rtlCol="0" anchor="ctr">
            <a:spAutoFit/>
          </a:bodyPr>
          <a:lstStyle/>
          <a:p>
            <a:pPr marL="0" marR="0" lvl="0" indent="0" algn="ctr" defTabSz="360000" rtl="0" eaLnBrk="1" fontAlgn="base" latinLnBrk="0" hangingPunct="1">
              <a:lnSpc>
                <a:spcPts val="1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Mediator</a:t>
            </a:r>
          </a:p>
        </p:txBody>
      </p:sp>
      <p:sp>
        <p:nvSpPr>
          <p:cNvPr id="171" name="TextBox 170">
            <a:extLst>
              <a:ext uri="{FF2B5EF4-FFF2-40B4-BE49-F238E27FC236}">
                <a16:creationId xmlns:a16="http://schemas.microsoft.com/office/drawing/2014/main" id="{3AF07D0B-B25B-5BC3-C6B1-FB9372FDFABD}"/>
              </a:ext>
            </a:extLst>
          </p:cNvPr>
          <p:cNvSpPr txBox="1"/>
          <p:nvPr/>
        </p:nvSpPr>
        <p:spPr>
          <a:xfrm>
            <a:off x="6837861" y="1821025"/>
            <a:ext cx="129844"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NMv</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72" name="TextBox 171">
            <a:extLst>
              <a:ext uri="{FF2B5EF4-FFF2-40B4-BE49-F238E27FC236}">
                <a16:creationId xmlns:a16="http://schemas.microsoft.com/office/drawing/2014/main" id="{E69CAB45-E9D1-7A87-EEC5-042EDD068D24}"/>
              </a:ext>
            </a:extLst>
          </p:cNvPr>
          <p:cNvSpPr txBox="1"/>
          <p:nvPr/>
        </p:nvSpPr>
        <p:spPr>
          <a:xfrm>
            <a:off x="7053685" y="1505920"/>
            <a:ext cx="354264"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Cust. Serv.V</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75" name="TextBox 174">
            <a:extLst>
              <a:ext uri="{FF2B5EF4-FFF2-40B4-BE49-F238E27FC236}">
                <a16:creationId xmlns:a16="http://schemas.microsoft.com/office/drawing/2014/main" id="{D0F407C6-DE8D-71D6-785E-50DF17AB58B4}"/>
              </a:ext>
            </a:extLst>
          </p:cNvPr>
          <p:cNvSpPr txBox="1"/>
          <p:nvPr/>
        </p:nvSpPr>
        <p:spPr>
          <a:xfrm>
            <a:off x="6812213" y="1505920"/>
            <a:ext cx="18114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NWRv</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76" name="Picture 175">
            <a:extLst>
              <a:ext uri="{FF2B5EF4-FFF2-40B4-BE49-F238E27FC236}">
                <a16:creationId xmlns:a16="http://schemas.microsoft.com/office/drawing/2014/main" id="{CCC51B28-EADB-1ECF-EB0E-FEE64E1E0B73}"/>
              </a:ext>
            </a:extLst>
          </p:cNvPr>
          <p:cNvPicPr>
            <a:picLocks noChangeAspect="1"/>
          </p:cNvPicPr>
          <p:nvPr/>
        </p:nvPicPr>
        <p:blipFill>
          <a:blip r:embed="rId33"/>
          <a:srcRect/>
          <a:stretch/>
        </p:blipFill>
        <p:spPr>
          <a:xfrm>
            <a:off x="7437086" y="1350269"/>
            <a:ext cx="261827" cy="261828"/>
          </a:xfrm>
          <a:prstGeom prst="rect">
            <a:avLst/>
          </a:prstGeom>
        </p:spPr>
      </p:pic>
      <p:sp>
        <p:nvSpPr>
          <p:cNvPr id="177" name="TextBox 176">
            <a:extLst>
              <a:ext uri="{FF2B5EF4-FFF2-40B4-BE49-F238E27FC236}">
                <a16:creationId xmlns:a16="http://schemas.microsoft.com/office/drawing/2014/main" id="{599663B6-21AC-4AD4-67E6-FD5122BC0522}"/>
              </a:ext>
            </a:extLst>
          </p:cNvPr>
          <p:cNvSpPr txBox="1"/>
          <p:nvPr/>
        </p:nvSpPr>
        <p:spPr>
          <a:xfrm>
            <a:off x="7406919" y="1355482"/>
            <a:ext cx="306174"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EMS, B&amp;R</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78" name="TextBox 177">
            <a:extLst>
              <a:ext uri="{FF2B5EF4-FFF2-40B4-BE49-F238E27FC236}">
                <a16:creationId xmlns:a16="http://schemas.microsoft.com/office/drawing/2014/main" id="{AA11EFA9-BB04-7B73-76AB-D4A0D1929AD1}"/>
              </a:ext>
            </a:extLst>
          </p:cNvPr>
          <p:cNvSpPr txBox="1"/>
          <p:nvPr/>
        </p:nvSpPr>
        <p:spPr>
          <a:xfrm>
            <a:off x="7492604" y="1501084"/>
            <a:ext cx="157094"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NZEv</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2" name="Picture 11">
            <a:extLst>
              <a:ext uri="{FF2B5EF4-FFF2-40B4-BE49-F238E27FC236}">
                <a16:creationId xmlns:a16="http://schemas.microsoft.com/office/drawing/2014/main" id="{D67F2E3C-1345-BFBC-90D2-2D865549C6AE}"/>
              </a:ext>
            </a:extLst>
          </p:cNvPr>
          <p:cNvPicPr>
            <a:picLocks noChangeAspect="1"/>
          </p:cNvPicPr>
          <p:nvPr/>
        </p:nvPicPr>
        <p:blipFill>
          <a:blip r:embed="rId36"/>
          <a:srcRect/>
          <a:stretch/>
        </p:blipFill>
        <p:spPr>
          <a:xfrm>
            <a:off x="7428549" y="1658755"/>
            <a:ext cx="261827" cy="261828"/>
          </a:xfrm>
          <a:prstGeom prst="rect">
            <a:avLst/>
          </a:prstGeom>
        </p:spPr>
      </p:pic>
      <p:sp>
        <p:nvSpPr>
          <p:cNvPr id="13" name="TextBox 12">
            <a:extLst>
              <a:ext uri="{FF2B5EF4-FFF2-40B4-BE49-F238E27FC236}">
                <a16:creationId xmlns:a16="http://schemas.microsoft.com/office/drawing/2014/main" id="{0F53F67C-1A0C-44AE-AE14-C7CB9E364E9A}"/>
              </a:ext>
            </a:extLst>
          </p:cNvPr>
          <p:cNvSpPr txBox="1"/>
          <p:nvPr/>
        </p:nvSpPr>
        <p:spPr>
          <a:xfrm>
            <a:off x="7399966" y="1668803"/>
            <a:ext cx="318998"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LCM/Orch.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81" name="TextBox 980">
            <a:extLst>
              <a:ext uri="{FF2B5EF4-FFF2-40B4-BE49-F238E27FC236}">
                <a16:creationId xmlns:a16="http://schemas.microsoft.com/office/drawing/2014/main" id="{E8E343D5-3E89-D830-CC98-726FEEB5CA84}"/>
              </a:ext>
            </a:extLst>
          </p:cNvPr>
          <p:cNvSpPr txBox="1"/>
          <p:nvPr/>
        </p:nvSpPr>
        <p:spPr>
          <a:xfrm>
            <a:off x="7447251" y="1814405"/>
            <a:ext cx="22442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NCOMv</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31" name="Rectangle: Rounded Corners 30">
            <a:extLst>
              <a:ext uri="{FF2B5EF4-FFF2-40B4-BE49-F238E27FC236}">
                <a16:creationId xmlns:a16="http://schemas.microsoft.com/office/drawing/2014/main" id="{6BA0FC63-D6D9-B589-A4C1-9CB5918DD021}"/>
              </a:ext>
            </a:extLst>
          </p:cNvPr>
          <p:cNvSpPr/>
          <p:nvPr/>
        </p:nvSpPr>
        <p:spPr>
          <a:xfrm>
            <a:off x="5264954" y="2957944"/>
            <a:ext cx="979962" cy="402993"/>
          </a:xfrm>
          <a:prstGeom prst="roundRect">
            <a:avLst/>
          </a:prstGeom>
          <a:noFill/>
          <a:ln w="3810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931" name="Rectangle: Rounded Corners 930">
            <a:extLst>
              <a:ext uri="{FF2B5EF4-FFF2-40B4-BE49-F238E27FC236}">
                <a16:creationId xmlns:a16="http://schemas.microsoft.com/office/drawing/2014/main" id="{5434691C-B58B-A465-86E1-7E6F626BF166}"/>
              </a:ext>
            </a:extLst>
          </p:cNvPr>
          <p:cNvSpPr/>
          <p:nvPr/>
        </p:nvSpPr>
        <p:spPr>
          <a:xfrm>
            <a:off x="6256817" y="2957944"/>
            <a:ext cx="489947" cy="402993"/>
          </a:xfrm>
          <a:prstGeom prst="roundRect">
            <a:avLst/>
          </a:prstGeom>
          <a:noFill/>
          <a:ln w="3810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10" name="TextBox 109">
            <a:extLst>
              <a:ext uri="{FF2B5EF4-FFF2-40B4-BE49-F238E27FC236}">
                <a16:creationId xmlns:a16="http://schemas.microsoft.com/office/drawing/2014/main" id="{851DC37C-4034-EE64-5D32-B619155B7552}"/>
              </a:ext>
            </a:extLst>
          </p:cNvPr>
          <p:cNvSpPr txBox="1"/>
          <p:nvPr/>
        </p:nvSpPr>
        <p:spPr>
          <a:xfrm>
            <a:off x="1395090" y="1732229"/>
            <a:ext cx="743793" cy="92333"/>
          </a:xfrm>
          <a:prstGeom prst="rect">
            <a:avLst/>
          </a:prstGeom>
          <a:solidFill>
            <a:srgbClr val="0000FF"/>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5GSA subscriber accommodation</a:t>
            </a:r>
            <a:endParaRPr kumimoji="0"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pic>
        <p:nvPicPr>
          <p:cNvPr id="10" name="Picture 9">
            <a:extLst>
              <a:ext uri="{FF2B5EF4-FFF2-40B4-BE49-F238E27FC236}">
                <a16:creationId xmlns:a16="http://schemas.microsoft.com/office/drawing/2014/main" id="{CF055749-B7F4-8105-94A1-40A79BD329D0}"/>
              </a:ext>
            </a:extLst>
          </p:cNvPr>
          <p:cNvPicPr>
            <a:picLocks noChangeAspect="1"/>
          </p:cNvPicPr>
          <p:nvPr/>
        </p:nvPicPr>
        <p:blipFill>
          <a:blip r:embed="rId37"/>
          <a:srcRect/>
          <a:stretch/>
        </p:blipFill>
        <p:spPr>
          <a:xfrm>
            <a:off x="4505626" y="3002849"/>
            <a:ext cx="290919" cy="290919"/>
          </a:xfrm>
          <a:prstGeom prst="rect">
            <a:avLst/>
          </a:prstGeom>
          <a:solidFill>
            <a:srgbClr val="0000FF"/>
          </a:solidFill>
          <a:ln w="6350">
            <a:noFill/>
          </a:ln>
        </p:spPr>
      </p:pic>
      <p:sp>
        <p:nvSpPr>
          <p:cNvPr id="80" name="TextBox 79">
            <a:extLst>
              <a:ext uri="{FF2B5EF4-FFF2-40B4-BE49-F238E27FC236}">
                <a16:creationId xmlns:a16="http://schemas.microsoft.com/office/drawing/2014/main" id="{22ECDCFE-0F35-FBE0-AFD3-0793175D6599}"/>
              </a:ext>
            </a:extLst>
          </p:cNvPr>
          <p:cNvSpPr txBox="1"/>
          <p:nvPr/>
        </p:nvSpPr>
        <p:spPr>
          <a:xfrm>
            <a:off x="4548000" y="3012671"/>
            <a:ext cx="200376"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cHDR</a:t>
            </a:r>
            <a:endPar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39" name="TextBox 138">
            <a:extLst>
              <a:ext uri="{FF2B5EF4-FFF2-40B4-BE49-F238E27FC236}">
                <a16:creationId xmlns:a16="http://schemas.microsoft.com/office/drawing/2014/main" id="{F85DDC68-3B46-4AF3-33BE-C75188307D12}"/>
              </a:ext>
            </a:extLst>
          </p:cNvPr>
          <p:cNvSpPr txBox="1"/>
          <p:nvPr/>
        </p:nvSpPr>
        <p:spPr>
          <a:xfrm>
            <a:off x="4583129" y="3196950"/>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pic>
        <p:nvPicPr>
          <p:cNvPr id="17" name="Picture 16">
            <a:extLst>
              <a:ext uri="{FF2B5EF4-FFF2-40B4-BE49-F238E27FC236}">
                <a16:creationId xmlns:a16="http://schemas.microsoft.com/office/drawing/2014/main" id="{A5F708C0-CA68-3679-FFD2-B2E228A9C541}"/>
              </a:ext>
            </a:extLst>
          </p:cNvPr>
          <p:cNvPicPr>
            <a:picLocks noChangeAspect="1"/>
          </p:cNvPicPr>
          <p:nvPr/>
        </p:nvPicPr>
        <p:blipFill>
          <a:blip r:embed="rId38"/>
          <a:srcRect/>
          <a:stretch/>
        </p:blipFill>
        <p:spPr>
          <a:xfrm>
            <a:off x="5168641" y="2310596"/>
            <a:ext cx="290919" cy="290919"/>
          </a:xfrm>
          <a:prstGeom prst="rect">
            <a:avLst/>
          </a:prstGeom>
          <a:solidFill>
            <a:srgbClr val="0000FF"/>
          </a:solidFill>
          <a:ln w="19050">
            <a:noFill/>
          </a:ln>
        </p:spPr>
      </p:pic>
      <p:sp>
        <p:nvSpPr>
          <p:cNvPr id="932" name="TextBox 931">
            <a:extLst>
              <a:ext uri="{FF2B5EF4-FFF2-40B4-BE49-F238E27FC236}">
                <a16:creationId xmlns:a16="http://schemas.microsoft.com/office/drawing/2014/main" id="{0250D010-D188-5058-DCFD-D419034F275D}"/>
              </a:ext>
            </a:extLst>
          </p:cNvPr>
          <p:cNvSpPr txBox="1"/>
          <p:nvPr/>
        </p:nvSpPr>
        <p:spPr>
          <a:xfrm>
            <a:off x="5212464" y="2313264"/>
            <a:ext cx="200376" cy="215444"/>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UDM</a:t>
            </a:r>
            <a:br>
              <a:rPr kumimoji="1" lang="en-US" altLang="ja-JP"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AUSF</a:t>
            </a:r>
          </a:p>
        </p:txBody>
      </p:sp>
      <p:sp>
        <p:nvSpPr>
          <p:cNvPr id="35" name="TextBox 34">
            <a:extLst>
              <a:ext uri="{FF2B5EF4-FFF2-40B4-BE49-F238E27FC236}">
                <a16:creationId xmlns:a16="http://schemas.microsoft.com/office/drawing/2014/main" id="{D9084621-54F8-55BC-51BC-B802D54B01EA}"/>
              </a:ext>
            </a:extLst>
          </p:cNvPr>
          <p:cNvSpPr txBox="1"/>
          <p:nvPr/>
        </p:nvSpPr>
        <p:spPr>
          <a:xfrm>
            <a:off x="5141426" y="2545414"/>
            <a:ext cx="327013" cy="184666"/>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Registers</a:t>
            </a:r>
            <a:br>
              <a:rPr kumimoji="1" lang="en-US" altLang="ja-JP"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b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AUSF/UDM</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80" name="Rectangle: Rounded Corners 979">
            <a:extLst>
              <a:ext uri="{FF2B5EF4-FFF2-40B4-BE49-F238E27FC236}">
                <a16:creationId xmlns:a16="http://schemas.microsoft.com/office/drawing/2014/main" id="{6DB112C7-F469-3072-88D7-97F2DD89D82E}"/>
              </a:ext>
            </a:extLst>
          </p:cNvPr>
          <p:cNvSpPr/>
          <p:nvPr/>
        </p:nvSpPr>
        <p:spPr>
          <a:xfrm>
            <a:off x="4759059" y="2288015"/>
            <a:ext cx="713017" cy="468000"/>
          </a:xfrm>
          <a:prstGeom prst="roundRect">
            <a:avLst/>
          </a:prstGeom>
          <a:noFill/>
          <a:ln w="3810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8" name="Rectangle: Rounded Corners 7">
            <a:extLst>
              <a:ext uri="{FF2B5EF4-FFF2-40B4-BE49-F238E27FC236}">
                <a16:creationId xmlns:a16="http://schemas.microsoft.com/office/drawing/2014/main" id="{0DF7320B-7814-4314-0CD3-25FC81D4BB55}"/>
              </a:ext>
            </a:extLst>
          </p:cNvPr>
          <p:cNvSpPr/>
          <p:nvPr/>
        </p:nvSpPr>
        <p:spPr>
          <a:xfrm>
            <a:off x="3196460" y="4190896"/>
            <a:ext cx="434224" cy="377235"/>
          </a:xfrm>
          <a:prstGeom prst="roundRect">
            <a:avLst/>
          </a:prstGeom>
          <a:noFill/>
          <a:ln w="38100">
            <a:solidFill>
              <a:srgbClr val="FF99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en-US" altLang="ja-JP" sz="560" b="0" i="0" u="none" strike="noStrike" kern="1200" cap="none" spc="0" normalizeH="0" baseline="0" noProof="1">
                <a:ln>
                  <a:noFill/>
                </a:ln>
                <a:solidFill>
                  <a:srgbClr val="FF9900"/>
                </a:solidFill>
                <a:effectLst/>
                <a:uLnTx/>
                <a:uFillTx/>
                <a:latin typeface="Meiryo UI" panose="020B0604030504040204" pitchFamily="50" charset="-128"/>
                <a:ea typeface="Meiryo UI" panose="020B0604030504040204" pitchFamily="50" charset="-128"/>
                <a:cs typeface="+mn-cs"/>
              </a:rPr>
              <a:t>Ph.2</a:t>
            </a:r>
            <a:br>
              <a:rPr kumimoji="1" lang="en-US" altLang="ja-JP" sz="560" b="0" i="0" u="none" strike="noStrike" kern="1200" cap="none" spc="0" normalizeH="0" baseline="0" noProof="0">
                <a:ln>
                  <a:noFill/>
                </a:ln>
                <a:solidFill>
                  <a:srgbClr val="FF9900"/>
                </a:solidFill>
                <a:effectLst/>
                <a:uLnTx/>
                <a:uFillTx/>
                <a:latin typeface="Meiryo UI" panose="020B0604030504040204" pitchFamily="50" charset="-128"/>
                <a:ea typeface="Meiryo UI" panose="020B0604030504040204" pitchFamily="50" charset="-128"/>
                <a:cs typeface="+mn-cs"/>
              </a:rPr>
            </a:br>
            <a:r>
              <a:rPr kumimoji="1" lang="en-US" altLang="ja-JP" sz="560" b="0" i="0" u="none" strike="noStrike" kern="1200" cap="none" spc="0" normalizeH="0" baseline="0" noProof="1">
                <a:ln>
                  <a:noFill/>
                </a:ln>
                <a:solidFill>
                  <a:srgbClr val="FF9900"/>
                </a:solidFill>
                <a:effectLst/>
                <a:uLnTx/>
                <a:uFillTx/>
                <a:latin typeface="Meiryo UI" panose="020B0604030504040204" pitchFamily="50" charset="-128"/>
                <a:ea typeface="Meiryo UI" panose="020B0604030504040204" pitchFamily="50" charset="-128"/>
                <a:cs typeface="+mn-cs"/>
              </a:rPr>
              <a:t>Restructuring</a:t>
            </a:r>
            <a:br>
              <a:rPr kumimoji="1" lang="en-US" altLang="ja-JP" sz="560" b="0" i="0" u="none" strike="noStrike" kern="1200" cap="none" spc="0" normalizeH="0" baseline="0" noProof="0">
                <a:ln>
                  <a:noFill/>
                </a:ln>
                <a:solidFill>
                  <a:srgbClr val="FF9900"/>
                </a:solidFill>
                <a:effectLst/>
                <a:uLnTx/>
                <a:uFillTx/>
                <a:latin typeface="Meiryo UI" panose="020B0604030504040204" pitchFamily="50" charset="-128"/>
                <a:ea typeface="Meiryo UI" panose="020B0604030504040204" pitchFamily="50" charset="-128"/>
                <a:cs typeface="+mn-cs"/>
              </a:rPr>
            </a:br>
            <a:r>
              <a:rPr kumimoji="1" lang="en-US" altLang="ja-JP" sz="560" b="0" i="0" u="none" strike="noStrike" kern="1200" cap="none" spc="0" normalizeH="0" baseline="0" noProof="1">
                <a:ln>
                  <a:noFill/>
                </a:ln>
                <a:solidFill>
                  <a:srgbClr val="FF9900"/>
                </a:solidFill>
                <a:effectLst/>
                <a:uLnTx/>
                <a:uFillTx/>
                <a:latin typeface="Meiryo UI" panose="020B0604030504040204" pitchFamily="50" charset="-128"/>
                <a:ea typeface="Meiryo UI" panose="020B0604030504040204" pitchFamily="50" charset="-128"/>
                <a:cs typeface="+mn-cs"/>
              </a:rPr>
              <a:t>Integrated facilities</a:t>
            </a:r>
            <a:endParaRPr kumimoji="1" lang="en-GB" altLang="ja-JP" sz="560" b="0" i="0" u="none" strike="noStrike" kern="1200" cap="none" spc="0" normalizeH="0" baseline="0" noProof="0">
              <a:ln>
                <a:noFill/>
              </a:ln>
              <a:solidFill>
                <a:srgbClr val="FF9900"/>
              </a:solidFill>
              <a:effectLst/>
              <a:uLnTx/>
              <a:uFillTx/>
              <a:latin typeface="Meiryo UI" panose="020B0604030504040204" pitchFamily="50" charset="-128"/>
              <a:ea typeface="Meiryo UI" panose="020B0604030504040204" pitchFamily="50" charset="-128"/>
              <a:cs typeface="+mn-cs"/>
            </a:endParaRPr>
          </a:p>
        </p:txBody>
      </p:sp>
      <p:sp>
        <p:nvSpPr>
          <p:cNvPr id="9" name="Rectangle: Rounded Corners 8">
            <a:extLst>
              <a:ext uri="{FF2B5EF4-FFF2-40B4-BE49-F238E27FC236}">
                <a16:creationId xmlns:a16="http://schemas.microsoft.com/office/drawing/2014/main" id="{4E947D91-1E9B-8866-4426-0BA52A4CF6E5}"/>
              </a:ext>
            </a:extLst>
          </p:cNvPr>
          <p:cNvSpPr/>
          <p:nvPr/>
        </p:nvSpPr>
        <p:spPr>
          <a:xfrm>
            <a:off x="3780221" y="4188522"/>
            <a:ext cx="434224" cy="377235"/>
          </a:xfrm>
          <a:prstGeom prst="roundRect">
            <a:avLst/>
          </a:prstGeom>
          <a:noFill/>
          <a:ln w="3810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en-US" altLang="ja-JP" sz="560" b="0" i="0" u="none" strike="noStrike" kern="1200" cap="none" spc="0" normalizeH="0" baseline="0" noProof="1">
                <a:ln>
                  <a:noFill/>
                </a:ln>
                <a:solidFill>
                  <a:srgbClr val="F47F31">
                    <a:lumMod val="75000"/>
                  </a:srgbClr>
                </a:solidFill>
                <a:effectLst/>
                <a:uLnTx/>
                <a:uFillTx/>
                <a:latin typeface="Meiryo UI" panose="020B0604030504040204" pitchFamily="50" charset="-128"/>
                <a:ea typeface="Meiryo UI" panose="020B0604030504040204" pitchFamily="50" charset="-128"/>
                <a:cs typeface="+mn-cs"/>
              </a:rPr>
              <a:t>Ph. 2 installed</a:t>
            </a:r>
            <a:br>
              <a:rPr kumimoji="1" lang="en-US" altLang="ja-JP" sz="560" b="0" i="0" u="none" strike="noStrike" kern="1200" cap="none" spc="0" normalizeH="0" baseline="0" noProof="0">
                <a:ln>
                  <a:noFill/>
                </a:ln>
                <a:solidFill>
                  <a:srgbClr val="F47F31">
                    <a:lumMod val="75000"/>
                  </a:srgbClr>
                </a:solidFill>
                <a:effectLst/>
                <a:uLnTx/>
                <a:uFillTx/>
                <a:latin typeface="Meiryo UI" panose="020B0604030504040204" pitchFamily="50" charset="-128"/>
                <a:ea typeface="Meiryo UI" panose="020B0604030504040204" pitchFamily="50" charset="-128"/>
                <a:cs typeface="+mn-cs"/>
              </a:rPr>
            </a:br>
            <a:r>
              <a:rPr kumimoji="1" lang="en-US" altLang="ja-JP" sz="560" b="0" i="0" u="none" strike="noStrike" kern="1200" cap="none" spc="0" normalizeH="0" baseline="0" noProof="1">
                <a:ln>
                  <a:noFill/>
                </a:ln>
                <a:solidFill>
                  <a:srgbClr val="F47F31">
                    <a:lumMod val="75000"/>
                  </a:srgbClr>
                </a:solidFill>
                <a:effectLst/>
                <a:uLnTx/>
                <a:uFillTx/>
                <a:latin typeface="Meiryo UI" panose="020B0604030504040204" pitchFamily="50" charset="-128"/>
                <a:ea typeface="Meiryo UI" panose="020B0604030504040204" pitchFamily="50" charset="-128"/>
                <a:cs typeface="+mn-cs"/>
              </a:rPr>
              <a:t>Integrated facilities</a:t>
            </a:r>
            <a:endParaRPr kumimoji="1" lang="en-GB" altLang="ja-JP" sz="560" b="0" i="0" u="none" strike="noStrike" kern="1200" cap="none" spc="0" normalizeH="0" baseline="0" noProof="0">
              <a:ln>
                <a:noFill/>
              </a:ln>
              <a:solidFill>
                <a:srgbClr val="F47F31">
                  <a:lumMod val="75000"/>
                </a:srgbClr>
              </a:solidFill>
              <a:effectLst/>
              <a:uLnTx/>
              <a:uFillTx/>
              <a:latin typeface="Meiryo UI" panose="020B0604030504040204" pitchFamily="50" charset="-128"/>
              <a:ea typeface="Meiryo UI" panose="020B0604030504040204" pitchFamily="50" charset="-128"/>
              <a:cs typeface="+mn-cs"/>
            </a:endParaRPr>
          </a:p>
        </p:txBody>
      </p:sp>
      <p:sp>
        <p:nvSpPr>
          <p:cNvPr id="135" name="Rectangle: Rounded Corners 134">
            <a:extLst>
              <a:ext uri="{FF2B5EF4-FFF2-40B4-BE49-F238E27FC236}">
                <a16:creationId xmlns:a16="http://schemas.microsoft.com/office/drawing/2014/main" id="{1187665B-986C-5A3F-C50B-1FB418096DA1}"/>
              </a:ext>
            </a:extLst>
          </p:cNvPr>
          <p:cNvSpPr/>
          <p:nvPr/>
        </p:nvSpPr>
        <p:spPr>
          <a:xfrm>
            <a:off x="5509917" y="2286745"/>
            <a:ext cx="713017" cy="468000"/>
          </a:xfrm>
          <a:prstGeom prst="roundRect">
            <a:avLst/>
          </a:prstGeom>
          <a:noFill/>
          <a:ln w="38100">
            <a:solidFill>
              <a:srgbClr val="FF99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960" b="0" i="0" u="none" strike="noStrike" kern="1200" cap="none" spc="0" normalizeH="0" baseline="0" noProof="0">
              <a:ln>
                <a:noFill/>
              </a:ln>
              <a:solidFill>
                <a:srgbClr val="001135"/>
              </a:solidFill>
              <a:effectLst/>
              <a:uLnTx/>
              <a:uFillTx/>
              <a:latin typeface="Nokia Pure Text Light"/>
              <a:ea typeface="+mn-ea"/>
              <a:cs typeface="+mn-cs"/>
            </a:endParaRPr>
          </a:p>
        </p:txBody>
      </p:sp>
      <p:cxnSp>
        <p:nvCxnSpPr>
          <p:cNvPr id="420" name="Straight Connector 419">
            <a:extLst>
              <a:ext uri="{FF2B5EF4-FFF2-40B4-BE49-F238E27FC236}">
                <a16:creationId xmlns:a16="http://schemas.microsoft.com/office/drawing/2014/main" id="{8F849B9C-B6B4-D08D-802E-E18BCE17722D}"/>
              </a:ext>
            </a:extLst>
          </p:cNvPr>
          <p:cNvCxnSpPr>
            <a:cxnSpLocks/>
          </p:cNvCxnSpPr>
          <p:nvPr/>
        </p:nvCxnSpPr>
        <p:spPr>
          <a:xfrm flipH="1">
            <a:off x="4651086" y="2725244"/>
            <a:ext cx="1028921" cy="277605"/>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63305384-ED12-115B-B632-A0A9ECF292E7}"/>
              </a:ext>
            </a:extLst>
          </p:cNvPr>
          <p:cNvCxnSpPr>
            <a:cxnSpLocks/>
          </p:cNvCxnSpPr>
          <p:nvPr/>
        </p:nvCxnSpPr>
        <p:spPr>
          <a:xfrm flipH="1">
            <a:off x="5680192" y="2145736"/>
            <a:ext cx="1504" cy="167528"/>
          </a:xfrm>
          <a:prstGeom prst="line">
            <a:avLst/>
          </a:prstGeom>
          <a:ln w="6350">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F7D17D76-4E9A-92C7-D9AC-08BDD877C476}"/>
              </a:ext>
            </a:extLst>
          </p:cNvPr>
          <p:cNvCxnSpPr>
            <a:cxnSpLocks/>
          </p:cNvCxnSpPr>
          <p:nvPr/>
        </p:nvCxnSpPr>
        <p:spPr>
          <a:xfrm>
            <a:off x="5678081" y="2148274"/>
            <a:ext cx="368202" cy="16232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1D6E5375-3851-743B-28A2-777AE43EDF6F}"/>
              </a:ext>
            </a:extLst>
          </p:cNvPr>
          <p:cNvCxnSpPr>
            <a:cxnSpLocks/>
          </p:cNvCxnSpPr>
          <p:nvPr/>
        </p:nvCxnSpPr>
        <p:spPr>
          <a:xfrm>
            <a:off x="1762762" y="2149979"/>
            <a:ext cx="0" cy="15578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486BCF02-E3B2-36CB-EF1D-016253E4EAC8}"/>
              </a:ext>
            </a:extLst>
          </p:cNvPr>
          <p:cNvCxnSpPr>
            <a:cxnSpLocks/>
          </p:cNvCxnSpPr>
          <p:nvPr/>
        </p:nvCxnSpPr>
        <p:spPr>
          <a:xfrm>
            <a:off x="1762762" y="2149979"/>
            <a:ext cx="366092" cy="15578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E4260DD5-FCEE-F78A-80B7-3E7E8BC87B64}"/>
              </a:ext>
            </a:extLst>
          </p:cNvPr>
          <p:cNvCxnSpPr>
            <a:cxnSpLocks/>
          </p:cNvCxnSpPr>
          <p:nvPr/>
        </p:nvCxnSpPr>
        <p:spPr>
          <a:xfrm>
            <a:off x="1762762" y="2149979"/>
            <a:ext cx="732183" cy="15578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B2B68EB5-CBFA-32F8-C45B-D655F4B3FCE3}"/>
              </a:ext>
            </a:extLst>
          </p:cNvPr>
          <p:cNvCxnSpPr>
            <a:cxnSpLocks/>
          </p:cNvCxnSpPr>
          <p:nvPr/>
        </p:nvCxnSpPr>
        <p:spPr>
          <a:xfrm flipH="1">
            <a:off x="1396671" y="2149979"/>
            <a:ext cx="366091" cy="15578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B6E38F98-19CD-7D68-1D01-2EF1543AB1FD}"/>
              </a:ext>
            </a:extLst>
          </p:cNvPr>
          <p:cNvCxnSpPr>
            <a:cxnSpLocks/>
          </p:cNvCxnSpPr>
          <p:nvPr/>
        </p:nvCxnSpPr>
        <p:spPr>
          <a:xfrm flipH="1">
            <a:off x="1005883" y="2149979"/>
            <a:ext cx="756879" cy="15578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4C69A7E7-8334-3D01-9AD8-6195655D441C}"/>
              </a:ext>
            </a:extLst>
          </p:cNvPr>
          <p:cNvCxnSpPr>
            <a:cxnSpLocks/>
          </p:cNvCxnSpPr>
          <p:nvPr/>
        </p:nvCxnSpPr>
        <p:spPr>
          <a:xfrm flipH="1">
            <a:off x="633112" y="1937865"/>
            <a:ext cx="293377" cy="372731"/>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9DAE6E52-64DE-5ED8-967C-56580B714731}"/>
              </a:ext>
            </a:extLst>
          </p:cNvPr>
          <p:cNvCxnSpPr>
            <a:cxnSpLocks/>
          </p:cNvCxnSpPr>
          <p:nvPr/>
        </p:nvCxnSpPr>
        <p:spPr>
          <a:xfrm flipH="1">
            <a:off x="244916" y="1937865"/>
            <a:ext cx="681573" cy="37573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0B9983E7-9EE8-F5CB-4389-32FFF4616FC1}"/>
              </a:ext>
            </a:extLst>
          </p:cNvPr>
          <p:cNvCxnSpPr>
            <a:cxnSpLocks/>
            <a:endCxn id="945" idx="0"/>
          </p:cNvCxnSpPr>
          <p:nvPr/>
        </p:nvCxnSpPr>
        <p:spPr>
          <a:xfrm>
            <a:off x="926489" y="1937865"/>
            <a:ext cx="2727707" cy="1064694"/>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95EED45A-516E-A129-93F9-3E43A29B8E52}"/>
              </a:ext>
            </a:extLst>
          </p:cNvPr>
          <p:cNvCxnSpPr>
            <a:cxnSpLocks/>
          </p:cNvCxnSpPr>
          <p:nvPr/>
        </p:nvCxnSpPr>
        <p:spPr>
          <a:xfrm>
            <a:off x="244916" y="2640746"/>
            <a:ext cx="3409280" cy="361813"/>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3DC1D10C-A4DA-1A33-6981-3BFCD55BF735}"/>
              </a:ext>
            </a:extLst>
          </p:cNvPr>
          <p:cNvCxnSpPr>
            <a:cxnSpLocks/>
          </p:cNvCxnSpPr>
          <p:nvPr/>
        </p:nvCxnSpPr>
        <p:spPr>
          <a:xfrm>
            <a:off x="636155" y="2637747"/>
            <a:ext cx="3018041" cy="364812"/>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8AC66D28-56C2-6A65-94EF-BAB0142BBEB8}"/>
              </a:ext>
            </a:extLst>
          </p:cNvPr>
          <p:cNvCxnSpPr>
            <a:cxnSpLocks/>
          </p:cNvCxnSpPr>
          <p:nvPr/>
        </p:nvCxnSpPr>
        <p:spPr>
          <a:xfrm>
            <a:off x="1008926" y="2632911"/>
            <a:ext cx="1138451" cy="366657"/>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6D689B10-E5C1-7A95-6274-67E8DD1CD9CF}"/>
              </a:ext>
            </a:extLst>
          </p:cNvPr>
          <p:cNvCxnSpPr>
            <a:cxnSpLocks/>
          </p:cNvCxnSpPr>
          <p:nvPr/>
        </p:nvCxnSpPr>
        <p:spPr>
          <a:xfrm flipH="1">
            <a:off x="1115564" y="2632911"/>
            <a:ext cx="1375908" cy="36495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8345BA4C-D2ED-035D-7820-4C098C74ACCF}"/>
              </a:ext>
            </a:extLst>
          </p:cNvPr>
          <p:cNvCxnSpPr>
            <a:cxnSpLocks/>
          </p:cNvCxnSpPr>
          <p:nvPr/>
        </p:nvCxnSpPr>
        <p:spPr>
          <a:xfrm>
            <a:off x="1387504" y="2725244"/>
            <a:ext cx="759873" cy="274324"/>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A863FD3-5D19-C6BC-FFCD-26CAEE077926}"/>
              </a:ext>
            </a:extLst>
          </p:cNvPr>
          <p:cNvCxnSpPr>
            <a:cxnSpLocks/>
          </p:cNvCxnSpPr>
          <p:nvPr/>
        </p:nvCxnSpPr>
        <p:spPr>
          <a:xfrm flipH="1">
            <a:off x="1115564" y="2725244"/>
            <a:ext cx="647819" cy="272620"/>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E2E76C9E-AF14-0175-16E6-1193267D4A77}"/>
              </a:ext>
            </a:extLst>
          </p:cNvPr>
          <p:cNvCxnSpPr>
            <a:cxnSpLocks/>
          </p:cNvCxnSpPr>
          <p:nvPr/>
        </p:nvCxnSpPr>
        <p:spPr>
          <a:xfrm>
            <a:off x="2139618" y="2632911"/>
            <a:ext cx="7759" cy="366657"/>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FDB21C43-6D33-9CB2-9665-F4A8A6BAC9F3}"/>
              </a:ext>
            </a:extLst>
          </p:cNvPr>
          <p:cNvCxnSpPr>
            <a:cxnSpLocks/>
          </p:cNvCxnSpPr>
          <p:nvPr/>
        </p:nvCxnSpPr>
        <p:spPr>
          <a:xfrm flipH="1">
            <a:off x="657123" y="2725244"/>
            <a:ext cx="1106260" cy="272620"/>
          </a:xfrm>
          <a:prstGeom prst="line">
            <a:avLst/>
          </a:prstGeom>
          <a:ln w="635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273DE8F9-3EDA-4D79-C793-48539F01C395}"/>
              </a:ext>
            </a:extLst>
          </p:cNvPr>
          <p:cNvCxnSpPr>
            <a:cxnSpLocks/>
          </p:cNvCxnSpPr>
          <p:nvPr/>
        </p:nvCxnSpPr>
        <p:spPr>
          <a:xfrm>
            <a:off x="1008926" y="2632911"/>
            <a:ext cx="537950" cy="366657"/>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5B68525F-2BA7-FF2D-17D3-9AF8C21D97AB}"/>
              </a:ext>
            </a:extLst>
          </p:cNvPr>
          <p:cNvCxnSpPr>
            <a:cxnSpLocks/>
          </p:cNvCxnSpPr>
          <p:nvPr/>
        </p:nvCxnSpPr>
        <p:spPr>
          <a:xfrm>
            <a:off x="1115564" y="3288783"/>
            <a:ext cx="431937" cy="33477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B25448DD-173C-DD39-7CCC-C5CC163F9075}"/>
              </a:ext>
            </a:extLst>
          </p:cNvPr>
          <p:cNvCxnSpPr>
            <a:cxnSpLocks/>
          </p:cNvCxnSpPr>
          <p:nvPr/>
        </p:nvCxnSpPr>
        <p:spPr>
          <a:xfrm>
            <a:off x="1546876" y="3290487"/>
            <a:ext cx="1336105" cy="33477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20060197-57B0-2812-9FD5-DB0033A6E0CC}"/>
              </a:ext>
            </a:extLst>
          </p:cNvPr>
          <p:cNvCxnSpPr>
            <a:cxnSpLocks/>
            <a:stCxn id="85" idx="2"/>
          </p:cNvCxnSpPr>
          <p:nvPr/>
        </p:nvCxnSpPr>
        <p:spPr>
          <a:xfrm flipH="1">
            <a:off x="1104767" y="3281747"/>
            <a:ext cx="7326512" cy="34351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92CB1074-3A43-FEDF-3C27-2A3261AF7193}"/>
              </a:ext>
            </a:extLst>
          </p:cNvPr>
          <p:cNvCxnSpPr>
            <a:cxnSpLocks/>
          </p:cNvCxnSpPr>
          <p:nvPr/>
        </p:nvCxnSpPr>
        <p:spPr>
          <a:xfrm>
            <a:off x="657123" y="3288783"/>
            <a:ext cx="2079" cy="336477"/>
          </a:xfrm>
          <a:prstGeom prst="line">
            <a:avLst/>
          </a:prstGeom>
          <a:ln w="635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811E529E-EA9C-A471-B85E-ADFF3599CFD9}"/>
              </a:ext>
            </a:extLst>
          </p:cNvPr>
          <p:cNvCxnSpPr>
            <a:cxnSpLocks/>
          </p:cNvCxnSpPr>
          <p:nvPr/>
        </p:nvCxnSpPr>
        <p:spPr>
          <a:xfrm>
            <a:off x="2147377" y="3290487"/>
            <a:ext cx="735604" cy="334773"/>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CD9A6F84-2ED3-6A6F-1FBD-8550F4662F29}"/>
              </a:ext>
            </a:extLst>
          </p:cNvPr>
          <p:cNvCxnSpPr>
            <a:cxnSpLocks/>
          </p:cNvCxnSpPr>
          <p:nvPr/>
        </p:nvCxnSpPr>
        <p:spPr>
          <a:xfrm>
            <a:off x="2147377" y="3290487"/>
            <a:ext cx="290038" cy="334773"/>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BE28F3B2-C3C9-9093-2774-3B64E1FD428A}"/>
              </a:ext>
            </a:extLst>
          </p:cNvPr>
          <p:cNvCxnSpPr>
            <a:cxnSpLocks/>
            <a:stCxn id="85" idx="2"/>
          </p:cNvCxnSpPr>
          <p:nvPr/>
        </p:nvCxnSpPr>
        <p:spPr>
          <a:xfrm flipH="1">
            <a:off x="2437415" y="3281747"/>
            <a:ext cx="5993864" cy="34351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034D17CB-3343-0041-5F7C-BA2D2A7C0CB0}"/>
              </a:ext>
            </a:extLst>
          </p:cNvPr>
          <p:cNvCxnSpPr>
            <a:cxnSpLocks/>
          </p:cNvCxnSpPr>
          <p:nvPr/>
        </p:nvCxnSpPr>
        <p:spPr>
          <a:xfrm flipH="1">
            <a:off x="1547501" y="3291221"/>
            <a:ext cx="5366358" cy="332335"/>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D913B4D1-3806-DD9A-EB8D-4CB6DF008A64}"/>
              </a:ext>
            </a:extLst>
          </p:cNvPr>
          <p:cNvCxnSpPr>
            <a:cxnSpLocks/>
          </p:cNvCxnSpPr>
          <p:nvPr/>
        </p:nvCxnSpPr>
        <p:spPr>
          <a:xfrm flipH="1">
            <a:off x="2887880" y="3291221"/>
            <a:ext cx="4025979" cy="341498"/>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B020C820-5731-BB23-49D5-E837C62F4798}"/>
              </a:ext>
            </a:extLst>
          </p:cNvPr>
          <p:cNvCxnSpPr>
            <a:cxnSpLocks/>
            <a:stCxn id="10" idx="2"/>
            <a:endCxn id="118" idx="0"/>
          </p:cNvCxnSpPr>
          <p:nvPr/>
        </p:nvCxnSpPr>
        <p:spPr>
          <a:xfrm>
            <a:off x="4651086" y="3293768"/>
            <a:ext cx="636124" cy="341348"/>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517E89A9-39ED-4CF1-895D-A3022181918E}"/>
              </a:ext>
            </a:extLst>
          </p:cNvPr>
          <p:cNvCxnSpPr>
            <a:cxnSpLocks/>
            <a:stCxn id="85" idx="2"/>
          </p:cNvCxnSpPr>
          <p:nvPr/>
        </p:nvCxnSpPr>
        <p:spPr>
          <a:xfrm flipH="1">
            <a:off x="5719446" y="3281747"/>
            <a:ext cx="2711833" cy="350945"/>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4CAC0CA2-AE03-D624-B884-1F7805F04B94}"/>
              </a:ext>
            </a:extLst>
          </p:cNvPr>
          <p:cNvCxnSpPr>
            <a:cxnSpLocks/>
          </p:cNvCxnSpPr>
          <p:nvPr/>
        </p:nvCxnSpPr>
        <p:spPr>
          <a:xfrm flipH="1">
            <a:off x="4651086" y="2637747"/>
            <a:ext cx="1405961" cy="365102"/>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E940B560-9826-DFDE-C065-C3C8AD5756B9}"/>
              </a:ext>
            </a:extLst>
          </p:cNvPr>
          <p:cNvCxnSpPr>
            <a:cxnSpLocks/>
          </p:cNvCxnSpPr>
          <p:nvPr/>
        </p:nvCxnSpPr>
        <p:spPr>
          <a:xfrm flipV="1">
            <a:off x="1762762" y="1619182"/>
            <a:ext cx="1119180" cy="239878"/>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0E9886FB-AE43-227F-843C-BD1271199ADB}"/>
              </a:ext>
            </a:extLst>
          </p:cNvPr>
          <p:cNvCxnSpPr>
            <a:cxnSpLocks/>
          </p:cNvCxnSpPr>
          <p:nvPr/>
        </p:nvCxnSpPr>
        <p:spPr>
          <a:xfrm flipV="1">
            <a:off x="1762762" y="1619182"/>
            <a:ext cx="794184" cy="239878"/>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2DB9CAD-3CEB-008E-0076-EAFEE73628D3}"/>
              </a:ext>
            </a:extLst>
          </p:cNvPr>
          <p:cNvCxnSpPr>
            <a:cxnSpLocks/>
          </p:cNvCxnSpPr>
          <p:nvPr/>
        </p:nvCxnSpPr>
        <p:spPr>
          <a:xfrm flipH="1">
            <a:off x="5678081" y="1618137"/>
            <a:ext cx="630700" cy="239218"/>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F315A523-E034-2681-5F21-964A7D520148}"/>
              </a:ext>
            </a:extLst>
          </p:cNvPr>
          <p:cNvCxnSpPr>
            <a:cxnSpLocks/>
          </p:cNvCxnSpPr>
          <p:nvPr/>
        </p:nvCxnSpPr>
        <p:spPr>
          <a:xfrm flipH="1">
            <a:off x="5678081" y="1613789"/>
            <a:ext cx="2871492" cy="243566"/>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51BE6858-F525-70FD-4894-250DA23A98F6}"/>
              </a:ext>
            </a:extLst>
          </p:cNvPr>
          <p:cNvCxnSpPr>
            <a:cxnSpLocks/>
            <a:stCxn id="85" idx="2"/>
          </p:cNvCxnSpPr>
          <p:nvPr/>
        </p:nvCxnSpPr>
        <p:spPr>
          <a:xfrm flipH="1">
            <a:off x="1988617" y="3281747"/>
            <a:ext cx="6442662" cy="34351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7271BF5A-07B7-96BA-2017-55C381B514BF}"/>
              </a:ext>
            </a:extLst>
          </p:cNvPr>
          <p:cNvCxnSpPr>
            <a:cxnSpLocks/>
          </p:cNvCxnSpPr>
          <p:nvPr/>
        </p:nvCxnSpPr>
        <p:spPr>
          <a:xfrm>
            <a:off x="1261023" y="3143324"/>
            <a:ext cx="3244603" cy="4985"/>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BBFB3AB0-7BF8-1DB8-40D1-0545A8A08583}"/>
              </a:ext>
            </a:extLst>
          </p:cNvPr>
          <p:cNvCxnSpPr>
            <a:cxnSpLocks/>
          </p:cNvCxnSpPr>
          <p:nvPr/>
        </p:nvCxnSpPr>
        <p:spPr>
          <a:xfrm>
            <a:off x="5678081" y="2148274"/>
            <a:ext cx="1235388" cy="172430"/>
          </a:xfrm>
          <a:prstGeom prst="line">
            <a:avLst/>
          </a:prstGeom>
          <a:ln w="6350">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ECBDBD19-6C5F-FF7E-2F8F-05ACF45898A7}"/>
              </a:ext>
            </a:extLst>
          </p:cNvPr>
          <p:cNvCxnSpPr>
            <a:cxnSpLocks/>
          </p:cNvCxnSpPr>
          <p:nvPr/>
        </p:nvCxnSpPr>
        <p:spPr>
          <a:xfrm>
            <a:off x="6913469" y="2600814"/>
            <a:ext cx="390" cy="399488"/>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9FCEDA-59FE-BD66-C9B5-C7FB10B1DC10}"/>
              </a:ext>
            </a:extLst>
          </p:cNvPr>
          <p:cNvCxnSpPr>
            <a:cxnSpLocks/>
          </p:cNvCxnSpPr>
          <p:nvPr/>
        </p:nvCxnSpPr>
        <p:spPr>
          <a:xfrm>
            <a:off x="1115564" y="3288783"/>
            <a:ext cx="1321851" cy="336477"/>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38C557BA-67F9-772A-A533-977E96F74164}"/>
              </a:ext>
            </a:extLst>
          </p:cNvPr>
          <p:cNvCxnSpPr>
            <a:cxnSpLocks/>
          </p:cNvCxnSpPr>
          <p:nvPr/>
        </p:nvCxnSpPr>
        <p:spPr>
          <a:xfrm flipH="1">
            <a:off x="2887880" y="3293478"/>
            <a:ext cx="766316" cy="339241"/>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9CE48B8F-32EF-9CCD-8F1A-860F9F6DDA6F}"/>
              </a:ext>
            </a:extLst>
          </p:cNvPr>
          <p:cNvCxnSpPr>
            <a:cxnSpLocks/>
          </p:cNvCxnSpPr>
          <p:nvPr/>
        </p:nvCxnSpPr>
        <p:spPr>
          <a:xfrm>
            <a:off x="3650532" y="2635555"/>
            <a:ext cx="3664" cy="367004"/>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1F19E07A-1828-0D29-6D32-F25A292D66F2}"/>
              </a:ext>
            </a:extLst>
          </p:cNvPr>
          <p:cNvCxnSpPr>
            <a:cxnSpLocks/>
          </p:cNvCxnSpPr>
          <p:nvPr/>
        </p:nvCxnSpPr>
        <p:spPr>
          <a:xfrm>
            <a:off x="3265238" y="2634576"/>
            <a:ext cx="388958" cy="367983"/>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20A4D65A-983E-F9BE-9A91-C18DB7D95A40}"/>
              </a:ext>
            </a:extLst>
          </p:cNvPr>
          <p:cNvCxnSpPr>
            <a:cxnSpLocks/>
          </p:cNvCxnSpPr>
          <p:nvPr/>
        </p:nvCxnSpPr>
        <p:spPr>
          <a:xfrm flipH="1">
            <a:off x="3262838" y="1944426"/>
            <a:ext cx="148" cy="381225"/>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4670648F-B0C6-EB89-4CCC-8DD6976E9344}"/>
              </a:ext>
            </a:extLst>
          </p:cNvPr>
          <p:cNvCxnSpPr>
            <a:cxnSpLocks/>
          </p:cNvCxnSpPr>
          <p:nvPr/>
        </p:nvCxnSpPr>
        <p:spPr>
          <a:xfrm>
            <a:off x="3262986" y="1944426"/>
            <a:ext cx="390820" cy="378224"/>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22A74329-7CDF-D8F1-A6F1-B28D711AA466}"/>
              </a:ext>
            </a:extLst>
          </p:cNvPr>
          <p:cNvCxnSpPr>
            <a:cxnSpLocks/>
          </p:cNvCxnSpPr>
          <p:nvPr/>
        </p:nvCxnSpPr>
        <p:spPr>
          <a:xfrm>
            <a:off x="3265238" y="2634576"/>
            <a:ext cx="332" cy="36798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A238991E-1564-FF46-92D4-AA8A1E1C3A9A}"/>
              </a:ext>
            </a:extLst>
          </p:cNvPr>
          <p:cNvCxnSpPr>
            <a:cxnSpLocks/>
          </p:cNvCxnSpPr>
          <p:nvPr/>
        </p:nvCxnSpPr>
        <p:spPr>
          <a:xfrm flipH="1">
            <a:off x="3265570" y="2635555"/>
            <a:ext cx="384962" cy="367004"/>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952B21AB-1A01-9240-37B0-73ADA0BFA3D5}"/>
              </a:ext>
            </a:extLst>
          </p:cNvPr>
          <p:cNvCxnSpPr>
            <a:cxnSpLocks/>
          </p:cNvCxnSpPr>
          <p:nvPr/>
        </p:nvCxnSpPr>
        <p:spPr>
          <a:xfrm flipH="1">
            <a:off x="2882981" y="3293478"/>
            <a:ext cx="382589" cy="331782"/>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EE75FCF0-F417-DF66-BF20-D58A489DEB68}"/>
              </a:ext>
            </a:extLst>
          </p:cNvPr>
          <p:cNvCxnSpPr>
            <a:cxnSpLocks/>
          </p:cNvCxnSpPr>
          <p:nvPr/>
        </p:nvCxnSpPr>
        <p:spPr>
          <a:xfrm>
            <a:off x="1387504" y="2725244"/>
            <a:ext cx="2266692" cy="277315"/>
          </a:xfrm>
          <a:prstGeom prst="line">
            <a:avLst/>
          </a:prstGeom>
          <a:ln w="63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81C3D3FF-FFFE-D703-4B01-0BF3529979A4}"/>
              </a:ext>
            </a:extLst>
          </p:cNvPr>
          <p:cNvCxnSpPr>
            <a:cxnSpLocks/>
          </p:cNvCxnSpPr>
          <p:nvPr/>
        </p:nvCxnSpPr>
        <p:spPr>
          <a:xfrm>
            <a:off x="244916" y="2640746"/>
            <a:ext cx="3020654" cy="36181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29520B7B-D15F-9F65-F5FA-524DFDFD5AF7}"/>
              </a:ext>
            </a:extLst>
          </p:cNvPr>
          <p:cNvCxnSpPr>
            <a:cxnSpLocks/>
          </p:cNvCxnSpPr>
          <p:nvPr/>
        </p:nvCxnSpPr>
        <p:spPr>
          <a:xfrm>
            <a:off x="636155" y="2637747"/>
            <a:ext cx="2629415" cy="364812"/>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6EDB171F-3EDA-8289-B6E4-EA8324D1FF2D}"/>
              </a:ext>
            </a:extLst>
          </p:cNvPr>
          <p:cNvCxnSpPr>
            <a:cxnSpLocks/>
          </p:cNvCxnSpPr>
          <p:nvPr/>
        </p:nvCxnSpPr>
        <p:spPr>
          <a:xfrm flipH="1">
            <a:off x="657123" y="2725244"/>
            <a:ext cx="5022884" cy="272620"/>
          </a:xfrm>
          <a:prstGeom prst="line">
            <a:avLst/>
          </a:prstGeom>
          <a:ln w="635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DFB57B02-D6B0-0714-7AB7-3FE0D4EDA884}"/>
              </a:ext>
            </a:extLst>
          </p:cNvPr>
          <p:cNvCxnSpPr>
            <a:cxnSpLocks/>
          </p:cNvCxnSpPr>
          <p:nvPr/>
        </p:nvCxnSpPr>
        <p:spPr>
          <a:xfrm flipH="1" flipV="1">
            <a:off x="1057402" y="1806951"/>
            <a:ext cx="2074670" cy="9032"/>
          </a:xfrm>
          <a:prstGeom prst="line">
            <a:avLst/>
          </a:prstGeom>
          <a:ln w="6350">
            <a:solidFill>
              <a:schemeClr val="tx1">
                <a:lumMod val="9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CD027327-9E54-8176-6BD3-12FC544B17CE}"/>
              </a:ext>
            </a:extLst>
          </p:cNvPr>
          <p:cNvGrpSpPr/>
          <p:nvPr/>
        </p:nvGrpSpPr>
        <p:grpSpPr>
          <a:xfrm>
            <a:off x="4460842" y="4300308"/>
            <a:ext cx="1098046" cy="467751"/>
            <a:chOff x="5110696" y="43104"/>
            <a:chExt cx="1098046" cy="622421"/>
          </a:xfrm>
        </p:grpSpPr>
        <p:sp>
          <p:nvSpPr>
            <p:cNvPr id="11" name="Rectangle 10">
              <a:extLst>
                <a:ext uri="{FF2B5EF4-FFF2-40B4-BE49-F238E27FC236}">
                  <a16:creationId xmlns:a16="http://schemas.microsoft.com/office/drawing/2014/main" id="{B441ED2F-2CE0-CB15-4900-561465763E35}"/>
                </a:ext>
              </a:extLst>
            </p:cNvPr>
            <p:cNvSpPr/>
            <p:nvPr/>
          </p:nvSpPr>
          <p:spPr>
            <a:xfrm>
              <a:off x="5110696" y="43104"/>
              <a:ext cx="1098046" cy="62242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480" b="0" i="0" u="none" strike="noStrike" kern="1200" cap="none" spc="0" normalizeH="0" baseline="0" noProof="0">
                <a:ln>
                  <a:noFill/>
                </a:ln>
                <a:solidFill>
                  <a:srgbClr val="001135"/>
                </a:solidFill>
                <a:effectLst/>
                <a:uLnTx/>
                <a:uFillTx/>
                <a:latin typeface="Nokia Pure Text Light"/>
                <a:ea typeface="+mn-ea"/>
                <a:cs typeface="+mn-cs"/>
              </a:endParaRPr>
            </a:p>
          </p:txBody>
        </p:sp>
        <p:grpSp>
          <p:nvGrpSpPr>
            <p:cNvPr id="29" name="Group 28">
              <a:extLst>
                <a:ext uri="{FF2B5EF4-FFF2-40B4-BE49-F238E27FC236}">
                  <a16:creationId xmlns:a16="http://schemas.microsoft.com/office/drawing/2014/main" id="{2D5AE152-1F99-BF71-A6DA-C34DB53ED5EE}"/>
                </a:ext>
              </a:extLst>
            </p:cNvPr>
            <p:cNvGrpSpPr/>
            <p:nvPr/>
          </p:nvGrpSpPr>
          <p:grpSpPr>
            <a:xfrm>
              <a:off x="5126077" y="100903"/>
              <a:ext cx="779059" cy="536154"/>
              <a:chOff x="2911555" y="2261289"/>
              <a:chExt cx="779059" cy="638632"/>
            </a:xfrm>
          </p:grpSpPr>
          <p:sp>
            <p:nvSpPr>
              <p:cNvPr id="937" name="TextBox 936">
                <a:extLst>
                  <a:ext uri="{FF2B5EF4-FFF2-40B4-BE49-F238E27FC236}">
                    <a16:creationId xmlns:a16="http://schemas.microsoft.com/office/drawing/2014/main" id="{36E6F21F-4FBB-8240-17A6-C0E4713FAEC2}"/>
                  </a:ext>
                </a:extLst>
              </p:cNvPr>
              <p:cNvSpPr txBox="1"/>
              <p:nvPr/>
            </p:nvSpPr>
            <p:spPr>
              <a:xfrm>
                <a:off x="2911555" y="2261289"/>
                <a:ext cx="649217" cy="109980"/>
              </a:xfrm>
              <a:prstGeom prst="rect">
                <a:avLst/>
              </a:prstGeom>
              <a:solidFill>
                <a:srgbClr val="66FFFF"/>
              </a:solidFill>
              <a:ln>
                <a:noFill/>
              </a:ln>
            </p:spPr>
            <p:txBody>
              <a:bodyPr wrap="none" lIns="0" tIns="0" rIns="0" bIns="0" rtlCol="0" anchor="ctr">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48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NOKIA installation system</a:t>
                </a:r>
                <a:endParaRPr kumimoji="0" lang="en-US" altLang="ja-JP" sz="48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938" name="TextBox 937">
                <a:extLst>
                  <a:ext uri="{FF2B5EF4-FFF2-40B4-BE49-F238E27FC236}">
                    <a16:creationId xmlns:a16="http://schemas.microsoft.com/office/drawing/2014/main" id="{AB5357A3-96A8-926A-ECA2-DB3A61FEB5A6}"/>
                  </a:ext>
                </a:extLst>
              </p:cNvPr>
              <p:cNvSpPr txBox="1"/>
              <p:nvPr/>
            </p:nvSpPr>
            <p:spPr>
              <a:xfrm>
                <a:off x="2911555" y="2437507"/>
                <a:ext cx="625171" cy="109980"/>
              </a:xfrm>
              <a:prstGeom prst="rect">
                <a:avLst/>
              </a:prstGeom>
              <a:solidFill>
                <a:schemeClr val="tx2">
                  <a:lumMod val="50000"/>
                  <a:lumOff val="50000"/>
                </a:schemeClr>
              </a:solidFill>
              <a:ln>
                <a:noFill/>
              </a:ln>
            </p:spPr>
            <p:txBody>
              <a:bodyPr wrap="none" lIns="0" tIns="0" rIns="0" bIns="0" rtlCol="0" anchor="ctr">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NOKIA product (CNF)</a:t>
                </a:r>
              </a:p>
            </p:txBody>
          </p:sp>
          <p:sp>
            <p:nvSpPr>
              <p:cNvPr id="50" name="TextBox 49">
                <a:extLst>
                  <a:ext uri="{FF2B5EF4-FFF2-40B4-BE49-F238E27FC236}">
                    <a16:creationId xmlns:a16="http://schemas.microsoft.com/office/drawing/2014/main" id="{5174379E-9F3F-ED0B-AF9E-0A6EBCAC7147}"/>
                  </a:ext>
                </a:extLst>
              </p:cNvPr>
              <p:cNvSpPr txBox="1"/>
              <p:nvPr/>
            </p:nvSpPr>
            <p:spPr>
              <a:xfrm>
                <a:off x="2911555" y="2613724"/>
                <a:ext cx="779059" cy="109980"/>
              </a:xfrm>
              <a:prstGeom prst="rect">
                <a:avLst/>
              </a:prstGeom>
              <a:solidFill>
                <a:schemeClr val="accent3">
                  <a:lumMod val="50000"/>
                </a:schemeClr>
              </a:solidFill>
              <a:ln>
                <a:noFill/>
              </a:ln>
            </p:spPr>
            <p:txBody>
              <a:bodyPr wrap="none" lIns="0" tIns="0" rIns="0" bIns="0" rtlCol="0" anchor="ctr">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NOKIA product (VNF/VM)</a:t>
                </a:r>
              </a:p>
            </p:txBody>
          </p:sp>
          <p:sp>
            <p:nvSpPr>
              <p:cNvPr id="51" name="TextBox 50">
                <a:extLst>
                  <a:ext uri="{FF2B5EF4-FFF2-40B4-BE49-F238E27FC236}">
                    <a16:creationId xmlns:a16="http://schemas.microsoft.com/office/drawing/2014/main" id="{81AE14E9-226C-4E7A-5AD3-3C0EBAC6FE62}"/>
                  </a:ext>
                </a:extLst>
              </p:cNvPr>
              <p:cNvSpPr txBox="1"/>
              <p:nvPr/>
            </p:nvSpPr>
            <p:spPr>
              <a:xfrm>
                <a:off x="2911555" y="2789940"/>
                <a:ext cx="588303" cy="109981"/>
              </a:xfrm>
              <a:prstGeom prst="rect">
                <a:avLst/>
              </a:prstGeom>
              <a:solidFill>
                <a:schemeClr val="accent5">
                  <a:lumMod val="50000"/>
                </a:schemeClr>
              </a:solidFill>
              <a:ln>
                <a:noFill/>
              </a:ln>
            </p:spPr>
            <p:txBody>
              <a:bodyPr wrap="none" lIns="0" tIns="0" rIns="0" bIns="0" rtlCol="0" anchor="ctr">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NOKIA product (BM)</a:t>
                </a:r>
              </a:p>
            </p:txBody>
          </p:sp>
        </p:grpSp>
      </p:grpSp>
      <p:grpSp>
        <p:nvGrpSpPr>
          <p:cNvPr id="52" name="Group 51">
            <a:extLst>
              <a:ext uri="{FF2B5EF4-FFF2-40B4-BE49-F238E27FC236}">
                <a16:creationId xmlns:a16="http://schemas.microsoft.com/office/drawing/2014/main" id="{A73E8549-2BDE-D09B-66EC-02FB1FCB125D}"/>
              </a:ext>
            </a:extLst>
          </p:cNvPr>
          <p:cNvGrpSpPr/>
          <p:nvPr/>
        </p:nvGrpSpPr>
        <p:grpSpPr>
          <a:xfrm>
            <a:off x="5678080" y="4275264"/>
            <a:ext cx="1078955" cy="517838"/>
            <a:chOff x="5733258" y="4230830"/>
            <a:chExt cx="1078955" cy="517838"/>
          </a:xfrm>
        </p:grpSpPr>
        <p:sp>
          <p:nvSpPr>
            <p:cNvPr id="53" name="Rectangle 52">
              <a:extLst>
                <a:ext uri="{FF2B5EF4-FFF2-40B4-BE49-F238E27FC236}">
                  <a16:creationId xmlns:a16="http://schemas.microsoft.com/office/drawing/2014/main" id="{4EF73F87-EC0B-A71A-C57A-B54027DFE614}"/>
                </a:ext>
              </a:extLst>
            </p:cNvPr>
            <p:cNvSpPr/>
            <p:nvPr/>
          </p:nvSpPr>
          <p:spPr>
            <a:xfrm>
              <a:off x="5733258" y="4233211"/>
              <a:ext cx="1078955" cy="515457"/>
            </a:xfrm>
            <a:prstGeom prst="rect">
              <a:avLst/>
            </a:prstGeom>
            <a:solidFill>
              <a:srgbClr val="BEC8D2">
                <a:lumMod val="20000"/>
                <a:lumOff val="80000"/>
              </a:srgbClr>
            </a:solidFill>
            <a:ln w="9525" cap="flat" cmpd="sng" algn="ctr">
              <a:noFill/>
              <a:prstDash val="solid"/>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GB" sz="960" b="0" i="0" u="none" strike="noStrike" kern="0" cap="none" spc="0" normalizeH="0" baseline="0" noProof="0">
                <a:ln>
                  <a:noFill/>
                </a:ln>
                <a:solidFill>
                  <a:srgbClr val="FFFFFF"/>
                </a:solidFill>
                <a:effectLst/>
                <a:uLnTx/>
                <a:uFillTx/>
                <a:latin typeface="Nokia Pure Text Light"/>
                <a:ea typeface="+mn-ea"/>
                <a:cs typeface="+mn-cs"/>
              </a:endParaRPr>
            </a:p>
          </p:txBody>
        </p:sp>
        <p:cxnSp>
          <p:nvCxnSpPr>
            <p:cNvPr id="55" name="Straight Connector 54">
              <a:extLst>
                <a:ext uri="{FF2B5EF4-FFF2-40B4-BE49-F238E27FC236}">
                  <a16:creationId xmlns:a16="http://schemas.microsoft.com/office/drawing/2014/main" id="{54189750-C3E2-E3C3-1B9C-D2F51CF669F9}"/>
                </a:ext>
              </a:extLst>
            </p:cNvPr>
            <p:cNvCxnSpPr>
              <a:cxnSpLocks/>
            </p:cNvCxnSpPr>
            <p:nvPr/>
          </p:nvCxnSpPr>
          <p:spPr>
            <a:xfrm>
              <a:off x="5789269" y="4470772"/>
              <a:ext cx="378410" cy="0"/>
            </a:xfrm>
            <a:prstGeom prst="line">
              <a:avLst/>
            </a:prstGeom>
            <a:noFill/>
            <a:ln w="6350" cap="flat" cmpd="sng" algn="ctr">
              <a:solidFill>
                <a:srgbClr val="7030A0"/>
              </a:solidFill>
              <a:prstDash val="solid"/>
            </a:ln>
            <a:effectLst/>
          </p:spPr>
        </p:cxnSp>
        <p:sp>
          <p:nvSpPr>
            <p:cNvPr id="61" name="TextBox 60">
              <a:extLst>
                <a:ext uri="{FF2B5EF4-FFF2-40B4-BE49-F238E27FC236}">
                  <a16:creationId xmlns:a16="http://schemas.microsoft.com/office/drawing/2014/main" id="{70D634E1-16DB-415A-7C61-0EB2412379A4}"/>
                </a:ext>
              </a:extLst>
            </p:cNvPr>
            <p:cNvSpPr txBox="1"/>
            <p:nvPr/>
          </p:nvSpPr>
          <p:spPr>
            <a:xfrm>
              <a:off x="5828593" y="4354884"/>
              <a:ext cx="299762"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001135"/>
                </a:buClr>
                <a:buSzTx/>
                <a:buFontTx/>
                <a:buNone/>
                <a:tabLst/>
                <a:defRPr/>
              </a:pPr>
              <a:r>
                <a:rPr kumimoji="1" lang="en-US" altLang="ja-JP" sz="560" b="0" i="0" u="none" strike="noStrike" kern="0" cap="none" spc="0" normalizeH="0" baseline="0" noProof="1">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rPr>
                <a:t>Diameter</a:t>
              </a:r>
              <a:endParaRPr kumimoji="1" lang="en-GB" sz="560" b="0" i="0" u="none" strike="noStrike" kern="0" cap="none" spc="0" normalizeH="0" baseline="0" noProof="0">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endParaRPr>
            </a:p>
          </p:txBody>
        </p:sp>
        <p:cxnSp>
          <p:nvCxnSpPr>
            <p:cNvPr id="62" name="Straight Connector 61">
              <a:extLst>
                <a:ext uri="{FF2B5EF4-FFF2-40B4-BE49-F238E27FC236}">
                  <a16:creationId xmlns:a16="http://schemas.microsoft.com/office/drawing/2014/main" id="{A863AE4C-543E-24FE-0363-38D1340ED8EC}"/>
                </a:ext>
              </a:extLst>
            </p:cNvPr>
            <p:cNvCxnSpPr>
              <a:cxnSpLocks/>
            </p:cNvCxnSpPr>
            <p:nvPr/>
          </p:nvCxnSpPr>
          <p:spPr>
            <a:xfrm>
              <a:off x="5789269" y="4346718"/>
              <a:ext cx="378410" cy="0"/>
            </a:xfrm>
            <a:prstGeom prst="line">
              <a:avLst/>
            </a:prstGeom>
            <a:noFill/>
            <a:ln w="6350" cap="flat" cmpd="sng" algn="ctr">
              <a:solidFill>
                <a:srgbClr val="4BDD33">
                  <a:lumMod val="75000"/>
                </a:srgbClr>
              </a:solidFill>
              <a:prstDash val="solid"/>
            </a:ln>
            <a:effectLst/>
          </p:spPr>
        </p:cxnSp>
        <p:sp>
          <p:nvSpPr>
            <p:cNvPr id="974" name="TextBox 973">
              <a:extLst>
                <a:ext uri="{FF2B5EF4-FFF2-40B4-BE49-F238E27FC236}">
                  <a16:creationId xmlns:a16="http://schemas.microsoft.com/office/drawing/2014/main" id="{84BDFC8B-89D2-7F71-E48C-5972F1E3907E}"/>
                </a:ext>
              </a:extLst>
            </p:cNvPr>
            <p:cNvSpPr txBox="1"/>
            <p:nvPr/>
          </p:nvSpPr>
          <p:spPr>
            <a:xfrm>
              <a:off x="5884698" y="4230830"/>
              <a:ext cx="187552"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001135"/>
                </a:buClr>
                <a:buSzTx/>
                <a:buFontTx/>
                <a:buNone/>
                <a:tabLst/>
                <a:defRPr/>
              </a:pPr>
              <a:r>
                <a:rPr kumimoji="1" lang="en-US" altLang="ja-JP" sz="560" b="0" i="0" u="none" strike="noStrike" kern="0" cap="none" spc="0" normalizeH="0" baseline="0" noProof="1">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rPr>
                <a:t>http/2</a:t>
              </a:r>
              <a:endParaRPr kumimoji="1" lang="en-GB" sz="560" b="0" i="0" u="none" strike="noStrike" kern="0" cap="none" spc="0" normalizeH="0" baseline="0" noProof="0">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endParaRPr>
            </a:p>
          </p:txBody>
        </p:sp>
        <p:cxnSp>
          <p:nvCxnSpPr>
            <p:cNvPr id="977" name="Straight Connector 976">
              <a:extLst>
                <a:ext uri="{FF2B5EF4-FFF2-40B4-BE49-F238E27FC236}">
                  <a16:creationId xmlns:a16="http://schemas.microsoft.com/office/drawing/2014/main" id="{8AFE90D7-69A6-F93F-6F4A-E2C833735671}"/>
                </a:ext>
              </a:extLst>
            </p:cNvPr>
            <p:cNvCxnSpPr>
              <a:cxnSpLocks/>
            </p:cNvCxnSpPr>
            <p:nvPr/>
          </p:nvCxnSpPr>
          <p:spPr>
            <a:xfrm>
              <a:off x="5789269" y="4718882"/>
              <a:ext cx="378410" cy="0"/>
            </a:xfrm>
            <a:prstGeom prst="line">
              <a:avLst/>
            </a:prstGeom>
            <a:noFill/>
            <a:ln w="6350" cap="flat" cmpd="sng" algn="ctr">
              <a:solidFill>
                <a:srgbClr val="98A2AE"/>
              </a:solidFill>
              <a:prstDash val="solid"/>
            </a:ln>
            <a:effectLst/>
          </p:spPr>
        </p:cxnSp>
        <p:sp>
          <p:nvSpPr>
            <p:cNvPr id="978" name="TextBox 977">
              <a:extLst>
                <a:ext uri="{FF2B5EF4-FFF2-40B4-BE49-F238E27FC236}">
                  <a16:creationId xmlns:a16="http://schemas.microsoft.com/office/drawing/2014/main" id="{494228F4-EECE-73D8-D2FB-7784B4FABD4D}"/>
                </a:ext>
              </a:extLst>
            </p:cNvPr>
            <p:cNvSpPr txBox="1"/>
            <p:nvPr/>
          </p:nvSpPr>
          <p:spPr>
            <a:xfrm>
              <a:off x="5867066" y="4602992"/>
              <a:ext cx="222817"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001135"/>
                </a:buClr>
                <a:buSzTx/>
                <a:buFontTx/>
                <a:buNone/>
                <a:tabLst/>
                <a:defRPr/>
              </a:pPr>
              <a:r>
                <a:rPr kumimoji="1" lang="en-US" altLang="ja-JP" sz="560" b="0" i="0" u="none" strike="noStrike" kern="0" cap="none" spc="0" normalizeH="0" baseline="0" noProof="1">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rPr>
                <a:t>Others</a:t>
              </a:r>
              <a:endParaRPr kumimoji="1" lang="en-GB" sz="560" b="0" i="0" u="none" strike="noStrike" kern="0" cap="none" spc="0" normalizeH="0" baseline="0" noProof="0">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endParaRPr>
            </a:p>
          </p:txBody>
        </p:sp>
        <p:sp>
          <p:nvSpPr>
            <p:cNvPr id="979" name="Rectangle 978">
              <a:extLst>
                <a:ext uri="{FF2B5EF4-FFF2-40B4-BE49-F238E27FC236}">
                  <a16:creationId xmlns:a16="http://schemas.microsoft.com/office/drawing/2014/main" id="{9BDACDF2-5002-3C1D-81A0-CD10D3A0F0B2}"/>
                </a:ext>
              </a:extLst>
            </p:cNvPr>
            <p:cNvSpPr/>
            <p:nvPr/>
          </p:nvSpPr>
          <p:spPr>
            <a:xfrm>
              <a:off x="6243972" y="4360301"/>
              <a:ext cx="216000" cy="216000"/>
            </a:xfrm>
            <a:prstGeom prst="rect">
              <a:avLst/>
            </a:prstGeom>
            <a:solidFill>
              <a:srgbClr val="00C9FF"/>
            </a:solidFill>
            <a:ln w="952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New</a:t>
              </a:r>
              <a:br>
                <a:rPr kumimoji="1"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ja-JP" altLang="en-US"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Build</a:t>
              </a:r>
              <a:endParaRPr kumimoji="1" lang="en-US"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70" name="Rectangle 69">
              <a:extLst>
                <a:ext uri="{FF2B5EF4-FFF2-40B4-BE49-F238E27FC236}">
                  <a16:creationId xmlns:a16="http://schemas.microsoft.com/office/drawing/2014/main" id="{1DA861F5-96A0-1018-485F-910FCDD1A762}"/>
                </a:ext>
              </a:extLst>
            </p:cNvPr>
            <p:cNvSpPr/>
            <p:nvPr/>
          </p:nvSpPr>
          <p:spPr>
            <a:xfrm>
              <a:off x="6523155" y="4360301"/>
              <a:ext cx="216000" cy="216000"/>
            </a:xfrm>
            <a:prstGeom prst="rect">
              <a:avLst/>
            </a:prstGeom>
            <a:solidFill>
              <a:srgbClr val="124191"/>
            </a:solidFill>
            <a:ln w="952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Existing</a:t>
              </a:r>
              <a:br>
                <a:rPr kumimoji="1" lang="en-US" altLang="ja-JP" sz="48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1" lang="ja-JP" altLang="en-US" sz="480" b="0" i="0" u="none" strike="noStrike" kern="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eiryo UI" panose="020B0604030504040204" pitchFamily="50" charset="-128"/>
                </a:rPr>
                <a:t>NF/NE</a:t>
              </a:r>
              <a:endParaRPr kumimoji="1" lang="en-US" sz="480" b="0" i="0" u="none" strike="noStrike" kern="0" cap="none" spc="0" normalizeH="0" baseline="0" noProof="0">
                <a:ln>
                  <a:noFill/>
                </a:ln>
                <a:solidFill>
                  <a:srgbClr val="FFFFFF"/>
                </a:solidFill>
                <a:effectLst/>
                <a:uLnTx/>
                <a:uFillTx/>
                <a:latin typeface="Arial Narrow" panose="020B0606020202030204" pitchFamily="34" charset="0"/>
                <a:ea typeface="Meiryo UI" panose="020B0604030504040204" pitchFamily="50" charset="-128"/>
                <a:cs typeface="Meiryo UI" panose="020B0604030504040204" pitchFamily="50" charset="-128"/>
              </a:endParaRPr>
            </a:p>
          </p:txBody>
        </p:sp>
        <p:cxnSp>
          <p:nvCxnSpPr>
            <p:cNvPr id="71" name="Straight Connector 70">
              <a:extLst>
                <a:ext uri="{FF2B5EF4-FFF2-40B4-BE49-F238E27FC236}">
                  <a16:creationId xmlns:a16="http://schemas.microsoft.com/office/drawing/2014/main" id="{30B7B06D-C68B-23DB-70AE-F53F072E611D}"/>
                </a:ext>
              </a:extLst>
            </p:cNvPr>
            <p:cNvCxnSpPr>
              <a:cxnSpLocks/>
            </p:cNvCxnSpPr>
            <p:nvPr/>
          </p:nvCxnSpPr>
          <p:spPr>
            <a:xfrm>
              <a:off x="5789269" y="4594826"/>
              <a:ext cx="378410" cy="0"/>
            </a:xfrm>
            <a:prstGeom prst="line">
              <a:avLst/>
            </a:prstGeom>
            <a:noFill/>
            <a:ln w="6350" cap="flat" cmpd="sng" algn="ctr">
              <a:solidFill>
                <a:srgbClr val="0000FF"/>
              </a:solidFill>
              <a:prstDash val="solid"/>
            </a:ln>
            <a:effectLst/>
          </p:spPr>
        </p:cxnSp>
        <p:sp>
          <p:nvSpPr>
            <p:cNvPr id="93" name="TextBox 92">
              <a:extLst>
                <a:ext uri="{FF2B5EF4-FFF2-40B4-BE49-F238E27FC236}">
                  <a16:creationId xmlns:a16="http://schemas.microsoft.com/office/drawing/2014/main" id="{A9B7F3F9-0229-68B6-D766-A98402CD81AC}"/>
                </a:ext>
              </a:extLst>
            </p:cNvPr>
            <p:cNvSpPr txBox="1"/>
            <p:nvPr/>
          </p:nvSpPr>
          <p:spPr>
            <a:xfrm>
              <a:off x="5898324" y="4478938"/>
              <a:ext cx="160300" cy="10772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001135"/>
                </a:buClr>
                <a:buSzTx/>
                <a:buFontTx/>
                <a:buNone/>
                <a:tabLst/>
                <a:defRPr/>
              </a:pPr>
              <a:r>
                <a:rPr kumimoji="1" lang="en-US" altLang="ja-JP" sz="560" b="0" i="0" u="none" strike="noStrike" kern="0" cap="none" spc="0" normalizeH="0" baseline="0" noProof="1">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rPr>
                <a:t>MAP</a:t>
              </a:r>
              <a:endParaRPr kumimoji="1" lang="en-GB" sz="560" b="0" i="0" u="none" strike="noStrike" kern="0" cap="none" spc="0" normalizeH="0" baseline="0" noProof="0">
                <a:ln>
                  <a:noFill/>
                </a:ln>
                <a:solidFill>
                  <a:srgbClr val="001135"/>
                </a:solidFill>
                <a:effectLst/>
                <a:uLnTx/>
                <a:uFillTx/>
                <a:latin typeface="Arial Narrow" panose="020B0606020202030204" pitchFamily="34" charset="0"/>
                <a:ea typeface="Nokia Pure Text" panose="020B0503020202020204" pitchFamily="34" charset="0"/>
                <a:cs typeface="Nokia Pure Headline Light"/>
              </a:endParaRPr>
            </a:p>
          </p:txBody>
        </p:sp>
      </p:grpSp>
      <p:pic>
        <p:nvPicPr>
          <p:cNvPr id="85" name="Picture 84">
            <a:extLst>
              <a:ext uri="{FF2B5EF4-FFF2-40B4-BE49-F238E27FC236}">
                <a16:creationId xmlns:a16="http://schemas.microsoft.com/office/drawing/2014/main" id="{53B5AE51-346D-AC03-3458-E0FC2BD3A467}"/>
              </a:ext>
            </a:extLst>
          </p:cNvPr>
          <p:cNvPicPr>
            <a:picLocks noChangeAspect="1"/>
          </p:cNvPicPr>
          <p:nvPr/>
        </p:nvPicPr>
        <p:blipFill>
          <a:blip r:embed="rId26"/>
          <a:srcRect/>
          <a:stretch/>
        </p:blipFill>
        <p:spPr>
          <a:xfrm>
            <a:off x="8285819" y="2990828"/>
            <a:ext cx="290919" cy="290919"/>
          </a:xfrm>
          <a:prstGeom prst="rect">
            <a:avLst/>
          </a:prstGeom>
          <a:solidFill>
            <a:srgbClr val="0000FF"/>
          </a:solidFill>
          <a:ln w="6350">
            <a:noFill/>
          </a:ln>
        </p:spPr>
      </p:pic>
      <p:sp>
        <p:nvSpPr>
          <p:cNvPr id="86" name="TextBox 85">
            <a:extLst>
              <a:ext uri="{FF2B5EF4-FFF2-40B4-BE49-F238E27FC236}">
                <a16:creationId xmlns:a16="http://schemas.microsoft.com/office/drawing/2014/main" id="{8786CBEC-33BF-6BA0-30EF-E86BC4BC4A38}"/>
              </a:ext>
            </a:extLst>
          </p:cNvPr>
          <p:cNvSpPr txBox="1"/>
          <p:nvPr/>
        </p:nvSpPr>
        <p:spPr>
          <a:xfrm>
            <a:off x="8349826" y="3002355"/>
            <a:ext cx="158698" cy="107722"/>
          </a:xfrm>
          <a:prstGeom prst="rect">
            <a:avLst/>
          </a:prstGeom>
          <a:noFill/>
        </p:spPr>
        <p:txBody>
          <a:bodyPr wrap="none" lIns="0" tIns="0" rIns="0" bIns="0" rtlCol="0" anchor="ctr">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HDR</a:t>
            </a:r>
          </a:p>
        </p:txBody>
      </p:sp>
      <p:sp>
        <p:nvSpPr>
          <p:cNvPr id="87" name="TextBox 86">
            <a:extLst>
              <a:ext uri="{FF2B5EF4-FFF2-40B4-BE49-F238E27FC236}">
                <a16:creationId xmlns:a16="http://schemas.microsoft.com/office/drawing/2014/main" id="{B02D9F7A-3598-EDB1-D455-335C55EF33CB}"/>
              </a:ext>
            </a:extLst>
          </p:cNvPr>
          <p:cNvSpPr txBox="1"/>
          <p:nvPr/>
        </p:nvSpPr>
        <p:spPr>
          <a:xfrm>
            <a:off x="8291015" y="3181228"/>
            <a:ext cx="28052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CMS8200</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cxnSp>
        <p:nvCxnSpPr>
          <p:cNvPr id="97" name="Straight Connector 96">
            <a:extLst>
              <a:ext uri="{FF2B5EF4-FFF2-40B4-BE49-F238E27FC236}">
                <a16:creationId xmlns:a16="http://schemas.microsoft.com/office/drawing/2014/main" id="{16E87E6D-0549-5B0C-0E35-7F5BD25DC69D}"/>
              </a:ext>
            </a:extLst>
          </p:cNvPr>
          <p:cNvCxnSpPr>
            <a:cxnSpLocks/>
          </p:cNvCxnSpPr>
          <p:nvPr/>
        </p:nvCxnSpPr>
        <p:spPr>
          <a:xfrm>
            <a:off x="1115564" y="3288783"/>
            <a:ext cx="873053" cy="336477"/>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E2BE1C44-7281-CACC-A479-A472B6E42391}"/>
              </a:ext>
            </a:extLst>
          </p:cNvPr>
          <p:cNvCxnSpPr/>
          <p:nvPr/>
        </p:nvCxnSpPr>
        <p:spPr>
          <a:xfrm rot="10800000" flipH="1">
            <a:off x="970104" y="3136288"/>
            <a:ext cx="7613358" cy="7036"/>
          </a:xfrm>
          <a:prstGeom prst="bentConnector5">
            <a:avLst>
              <a:gd name="adj1" fmla="val -582"/>
              <a:gd name="adj2" fmla="val -2758542"/>
              <a:gd name="adj3" fmla="val 100582"/>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D1F9190-E2CE-5873-1BE5-46A6C9F37434}"/>
              </a:ext>
            </a:extLst>
          </p:cNvPr>
          <p:cNvCxnSpPr>
            <a:cxnSpLocks/>
            <a:stCxn id="10" idx="3"/>
            <a:endCxn id="85" idx="1"/>
          </p:cNvCxnSpPr>
          <p:nvPr/>
        </p:nvCxnSpPr>
        <p:spPr>
          <a:xfrm flipV="1">
            <a:off x="4796545" y="3136288"/>
            <a:ext cx="3489274" cy="12021"/>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pic>
        <p:nvPicPr>
          <p:cNvPr id="966" name="Picture 965">
            <a:extLst>
              <a:ext uri="{FF2B5EF4-FFF2-40B4-BE49-F238E27FC236}">
                <a16:creationId xmlns:a16="http://schemas.microsoft.com/office/drawing/2014/main" id="{2ED9F565-58F7-1C19-7FD3-66F0777F6EAD}"/>
              </a:ext>
            </a:extLst>
          </p:cNvPr>
          <p:cNvPicPr>
            <a:picLocks noChangeAspect="1"/>
          </p:cNvPicPr>
          <p:nvPr/>
        </p:nvPicPr>
        <p:blipFill>
          <a:blip r:embed="rId39"/>
          <a:srcRect/>
          <a:stretch/>
        </p:blipFill>
        <p:spPr>
          <a:xfrm>
            <a:off x="7801519" y="3630319"/>
            <a:ext cx="290919" cy="290919"/>
          </a:xfrm>
          <a:prstGeom prst="rect">
            <a:avLst/>
          </a:prstGeom>
        </p:spPr>
      </p:pic>
      <p:sp>
        <p:nvSpPr>
          <p:cNvPr id="967" name="TextBox 966">
            <a:extLst>
              <a:ext uri="{FF2B5EF4-FFF2-40B4-BE49-F238E27FC236}">
                <a16:creationId xmlns:a16="http://schemas.microsoft.com/office/drawing/2014/main" id="{3842F8D3-F3C6-8607-4ACF-AF282ABC7B5F}"/>
              </a:ext>
            </a:extLst>
          </p:cNvPr>
          <p:cNvSpPr txBox="1"/>
          <p:nvPr/>
        </p:nvSpPr>
        <p:spPr>
          <a:xfrm>
            <a:off x="7805914" y="3637618"/>
            <a:ext cx="282129"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rPr>
              <a:t>SCC-AS</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endParaRPr>
          </a:p>
        </p:txBody>
      </p:sp>
      <p:pic>
        <p:nvPicPr>
          <p:cNvPr id="968" name="Picture 967">
            <a:extLst>
              <a:ext uri="{FF2B5EF4-FFF2-40B4-BE49-F238E27FC236}">
                <a16:creationId xmlns:a16="http://schemas.microsoft.com/office/drawing/2014/main" id="{39F7BFCD-0FE1-86B6-62B1-834128485792}"/>
              </a:ext>
            </a:extLst>
          </p:cNvPr>
          <p:cNvPicPr>
            <a:picLocks noChangeAspect="1"/>
          </p:cNvPicPr>
          <p:nvPr/>
        </p:nvPicPr>
        <p:blipFill>
          <a:blip r:embed="rId26"/>
          <a:srcRect/>
          <a:stretch/>
        </p:blipFill>
        <p:spPr>
          <a:xfrm>
            <a:off x="8284878" y="3630319"/>
            <a:ext cx="290919" cy="290919"/>
          </a:xfrm>
          <a:prstGeom prst="rect">
            <a:avLst/>
          </a:prstGeom>
        </p:spPr>
      </p:pic>
      <p:sp>
        <p:nvSpPr>
          <p:cNvPr id="969" name="TextBox 968">
            <a:extLst>
              <a:ext uri="{FF2B5EF4-FFF2-40B4-BE49-F238E27FC236}">
                <a16:creationId xmlns:a16="http://schemas.microsoft.com/office/drawing/2014/main" id="{AFB2E18A-C5A9-982A-7295-0482FE489284}"/>
              </a:ext>
            </a:extLst>
          </p:cNvPr>
          <p:cNvSpPr txBox="1"/>
          <p:nvPr/>
        </p:nvSpPr>
        <p:spPr>
          <a:xfrm>
            <a:off x="8352592" y="3637618"/>
            <a:ext cx="155491" cy="107722"/>
          </a:xfrm>
          <a:prstGeom prst="rect">
            <a:avLst/>
          </a:prstGeom>
          <a:noFill/>
        </p:spPr>
        <p:txBody>
          <a:bodyPr wrap="none" lIns="0" tIns="0" rIns="0" bIns="0" rtlCol="0">
            <a:spAutoFit/>
          </a:bodyPr>
          <a:lstStyle>
            <a:defPPr>
              <a:defRPr lang="en-GB"/>
            </a:defPPr>
            <a:lvl1pPr marL="0" indent="0">
              <a:spcBef>
                <a:spcPts val="0"/>
              </a:spcBef>
              <a:buNone/>
              <a:defRPr kumimoji="1" sz="640" b="1">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457200" rtl="0" eaLnBrk="1" fontAlgn="base" latinLnBrk="0" hangingPunct="1">
              <a:lnSpc>
                <a:spcPct val="100000"/>
              </a:lnSpc>
              <a:spcBef>
                <a:spcPts val="0"/>
              </a:spcBef>
              <a:spcAft>
                <a:spcPct val="0"/>
              </a:spcAft>
              <a:buClrTx/>
              <a:buSzTx/>
              <a:buFontTx/>
              <a:buNone/>
              <a:tabLst/>
              <a:defRPr/>
            </a:pPr>
            <a:r>
              <a:rPr kumimoji="1" lang="en-US" altLang="ja-JP" sz="56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rPr>
              <a:t>DEA</a:t>
            </a:r>
            <a:endParaRPr kumimoji="1" lang="ja-JP" altLang="en-US" sz="56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endParaRPr>
          </a:p>
        </p:txBody>
      </p:sp>
      <p:sp>
        <p:nvSpPr>
          <p:cNvPr id="69" name="TextBox 68">
            <a:extLst>
              <a:ext uri="{FF2B5EF4-FFF2-40B4-BE49-F238E27FC236}">
                <a16:creationId xmlns:a16="http://schemas.microsoft.com/office/drawing/2014/main" id="{CFB880A1-D2B2-6F25-8C7A-47ED1E319A9F}"/>
              </a:ext>
            </a:extLst>
          </p:cNvPr>
          <p:cNvSpPr txBox="1"/>
          <p:nvPr/>
        </p:nvSpPr>
        <p:spPr>
          <a:xfrm>
            <a:off x="7854553" y="3816605"/>
            <a:ext cx="166712"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NTAS</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79" name="TextBox 78">
            <a:extLst>
              <a:ext uri="{FF2B5EF4-FFF2-40B4-BE49-F238E27FC236}">
                <a16:creationId xmlns:a16="http://schemas.microsoft.com/office/drawing/2014/main" id="{BF8C4A33-2CDC-D0D3-4D3D-0F60004CE590}"/>
              </a:ext>
            </a:extLst>
          </p:cNvPr>
          <p:cNvSpPr txBox="1"/>
          <p:nvPr/>
        </p:nvSpPr>
        <p:spPr>
          <a:xfrm>
            <a:off x="8361337" y="3816605"/>
            <a:ext cx="131446"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rPr>
              <a:t>CSD</a:t>
            </a:r>
            <a:endParaRPr kumimoji="1" lang="ja-JP" altLang="en-US" sz="480" b="0" i="0" u="none" strike="noStrike" kern="1200" cap="none" spc="0" normalizeH="0" baseline="0" noProof="0">
              <a:ln>
                <a:noFill/>
              </a:ln>
              <a:solidFill>
                <a:srgbClr val="FFFFFF"/>
              </a:solidFill>
              <a:effectLst/>
              <a:highlight>
                <a:srgbClr val="00800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95" name="Arrow: Left 94">
            <a:extLst>
              <a:ext uri="{FF2B5EF4-FFF2-40B4-BE49-F238E27FC236}">
                <a16:creationId xmlns:a16="http://schemas.microsoft.com/office/drawing/2014/main" id="{7A8F1989-711E-F1CC-9B01-8FF841C45997}"/>
              </a:ext>
            </a:extLst>
          </p:cNvPr>
          <p:cNvSpPr/>
          <p:nvPr/>
        </p:nvSpPr>
        <p:spPr>
          <a:xfrm>
            <a:off x="5410166" y="3721807"/>
            <a:ext cx="2412000" cy="110807"/>
          </a:xfrm>
          <a:prstGeom prst="leftArrow">
            <a:avLst/>
          </a:prstGeom>
          <a:solidFill>
            <a:schemeClr val="accent5">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96" name="Arrow: Left 95">
            <a:extLst>
              <a:ext uri="{FF2B5EF4-FFF2-40B4-BE49-F238E27FC236}">
                <a16:creationId xmlns:a16="http://schemas.microsoft.com/office/drawing/2014/main" id="{07FF4A93-ACEB-4E6C-8B66-5840C4DE3C3B}"/>
              </a:ext>
            </a:extLst>
          </p:cNvPr>
          <p:cNvSpPr/>
          <p:nvPr/>
        </p:nvSpPr>
        <p:spPr>
          <a:xfrm>
            <a:off x="5824727" y="3807483"/>
            <a:ext cx="2484000" cy="110807"/>
          </a:xfrm>
          <a:prstGeom prst="leftArrow">
            <a:avLst/>
          </a:prstGeom>
          <a:solidFill>
            <a:schemeClr val="accent5">
              <a:lumMod val="5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960" b="0" i="0" u="none" strike="noStrike" kern="1200" cap="none" spc="0" normalizeH="0" baseline="0" noProof="0">
              <a:ln>
                <a:noFill/>
              </a:ln>
              <a:solidFill>
                <a:srgbClr val="001135"/>
              </a:solidFill>
              <a:effectLst/>
              <a:uLnTx/>
              <a:uFillTx/>
              <a:latin typeface="Nokia Pure Text Light"/>
              <a:ea typeface="+mn-ea"/>
              <a:cs typeface="+mn-cs"/>
            </a:endParaRPr>
          </a:p>
        </p:txBody>
      </p:sp>
      <p:cxnSp>
        <p:nvCxnSpPr>
          <p:cNvPr id="109" name="Straight Connector 108">
            <a:extLst>
              <a:ext uri="{FF2B5EF4-FFF2-40B4-BE49-F238E27FC236}">
                <a16:creationId xmlns:a16="http://schemas.microsoft.com/office/drawing/2014/main" id="{7342F828-C0BE-B8A0-9195-B92B56865D80}"/>
              </a:ext>
            </a:extLst>
          </p:cNvPr>
          <p:cNvCxnSpPr>
            <a:cxnSpLocks/>
            <a:stCxn id="66" idx="2"/>
            <a:endCxn id="966" idx="0"/>
          </p:cNvCxnSpPr>
          <p:nvPr/>
        </p:nvCxnSpPr>
        <p:spPr>
          <a:xfrm>
            <a:off x="1115564" y="3288783"/>
            <a:ext cx="6831415" cy="341536"/>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B5965B-EA46-08ED-EA07-D1808BA0DAAA}"/>
              </a:ext>
            </a:extLst>
          </p:cNvPr>
          <p:cNvCxnSpPr>
            <a:cxnSpLocks/>
            <a:stCxn id="85" idx="2"/>
            <a:endCxn id="968" idx="0"/>
          </p:cNvCxnSpPr>
          <p:nvPr/>
        </p:nvCxnSpPr>
        <p:spPr>
          <a:xfrm flipH="1">
            <a:off x="8430338" y="3281747"/>
            <a:ext cx="941" cy="348572"/>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CDB0F99-47F6-A6FF-2320-04CF05BD4E4B}"/>
              </a:ext>
            </a:extLst>
          </p:cNvPr>
          <p:cNvCxnSpPr>
            <a:cxnSpLocks/>
            <a:stCxn id="10" idx="2"/>
            <a:endCxn id="223" idx="0"/>
          </p:cNvCxnSpPr>
          <p:nvPr/>
        </p:nvCxnSpPr>
        <p:spPr>
          <a:xfrm flipH="1">
            <a:off x="1104767" y="3293768"/>
            <a:ext cx="3546319" cy="331492"/>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836645BF-5256-56F4-A0CE-DE7203F8597B}"/>
              </a:ext>
            </a:extLst>
          </p:cNvPr>
          <p:cNvCxnSpPr>
            <a:cxnSpLocks/>
            <a:stCxn id="10" idx="2"/>
            <a:endCxn id="222" idx="0"/>
          </p:cNvCxnSpPr>
          <p:nvPr/>
        </p:nvCxnSpPr>
        <p:spPr>
          <a:xfrm flipH="1">
            <a:off x="1988617" y="3293768"/>
            <a:ext cx="2662469" cy="331492"/>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D4DA787-C804-DD51-4F6C-C6B54BC5792F}"/>
              </a:ext>
            </a:extLst>
          </p:cNvPr>
          <p:cNvCxnSpPr>
            <a:cxnSpLocks/>
            <a:stCxn id="10" idx="2"/>
            <a:endCxn id="224" idx="0"/>
          </p:cNvCxnSpPr>
          <p:nvPr/>
        </p:nvCxnSpPr>
        <p:spPr>
          <a:xfrm flipH="1">
            <a:off x="2437415" y="3293768"/>
            <a:ext cx="2213671" cy="331492"/>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sp>
        <p:nvSpPr>
          <p:cNvPr id="157" name="Arrow: Left-Right 156">
            <a:extLst>
              <a:ext uri="{FF2B5EF4-FFF2-40B4-BE49-F238E27FC236}">
                <a16:creationId xmlns:a16="http://schemas.microsoft.com/office/drawing/2014/main" id="{CC8AD8B9-0A8E-803C-51F0-341E09870DE7}"/>
              </a:ext>
            </a:extLst>
          </p:cNvPr>
          <p:cNvSpPr/>
          <p:nvPr/>
        </p:nvSpPr>
        <p:spPr>
          <a:xfrm>
            <a:off x="2231260" y="3487470"/>
            <a:ext cx="420996" cy="215517"/>
          </a:xfrm>
          <a:prstGeom prst="leftRightArrow">
            <a:avLst/>
          </a:prstGeom>
          <a:solidFill>
            <a:srgbClr val="7B146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rm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ja-JP" altLang="en-US"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Route switching</a:t>
            </a:r>
            <a:endParaRPr kumimoji="1"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58" name="Arrow: Left-Right 157">
            <a:extLst>
              <a:ext uri="{FF2B5EF4-FFF2-40B4-BE49-F238E27FC236}">
                <a16:creationId xmlns:a16="http://schemas.microsoft.com/office/drawing/2014/main" id="{52ACC40D-4261-6CCB-C211-C3418E5089DF}"/>
              </a:ext>
            </a:extLst>
          </p:cNvPr>
          <p:cNvSpPr/>
          <p:nvPr/>
        </p:nvSpPr>
        <p:spPr>
          <a:xfrm>
            <a:off x="888157" y="3487470"/>
            <a:ext cx="420996" cy="215517"/>
          </a:xfrm>
          <a:prstGeom prst="leftRightArrow">
            <a:avLst/>
          </a:prstGeom>
          <a:solidFill>
            <a:srgbClr val="7B146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rm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ja-JP" altLang="en-US"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Route switching</a:t>
            </a:r>
            <a:endParaRPr kumimoji="1"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59" name="Arrow: Left-Right 158">
            <a:extLst>
              <a:ext uri="{FF2B5EF4-FFF2-40B4-BE49-F238E27FC236}">
                <a16:creationId xmlns:a16="http://schemas.microsoft.com/office/drawing/2014/main" id="{7CE5D85E-DA54-393C-59BE-E7C8471E8F8D}"/>
              </a:ext>
            </a:extLst>
          </p:cNvPr>
          <p:cNvSpPr/>
          <p:nvPr/>
        </p:nvSpPr>
        <p:spPr>
          <a:xfrm>
            <a:off x="1780188" y="3487470"/>
            <a:ext cx="420996" cy="215517"/>
          </a:xfrm>
          <a:prstGeom prst="leftRightArrow">
            <a:avLst/>
          </a:prstGeom>
          <a:solidFill>
            <a:srgbClr val="7B146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rm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ja-JP" altLang="en-US"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Route switching</a:t>
            </a:r>
            <a:endParaRPr kumimoji="1"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cxnSp>
        <p:nvCxnSpPr>
          <p:cNvPr id="131" name="Straight Connector 130">
            <a:extLst>
              <a:ext uri="{FF2B5EF4-FFF2-40B4-BE49-F238E27FC236}">
                <a16:creationId xmlns:a16="http://schemas.microsoft.com/office/drawing/2014/main" id="{6B96C4A7-1D82-68C8-16F6-AE323100A29D}"/>
              </a:ext>
            </a:extLst>
          </p:cNvPr>
          <p:cNvCxnSpPr>
            <a:cxnSpLocks/>
          </p:cNvCxnSpPr>
          <p:nvPr/>
        </p:nvCxnSpPr>
        <p:spPr>
          <a:xfrm>
            <a:off x="6057047" y="2637747"/>
            <a:ext cx="2374232" cy="353081"/>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259E974-6D1E-6ABC-3F9F-C2C666FA90F6}"/>
              </a:ext>
            </a:extLst>
          </p:cNvPr>
          <p:cNvCxnSpPr>
            <a:cxnSpLocks/>
          </p:cNvCxnSpPr>
          <p:nvPr/>
        </p:nvCxnSpPr>
        <p:spPr>
          <a:xfrm>
            <a:off x="5680007" y="2725244"/>
            <a:ext cx="2751272" cy="265584"/>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4A209AA-5025-250F-56D1-A4D5E3D8EDB6}"/>
              </a:ext>
            </a:extLst>
          </p:cNvPr>
          <p:cNvCxnSpPr>
            <a:cxnSpLocks/>
          </p:cNvCxnSpPr>
          <p:nvPr/>
        </p:nvCxnSpPr>
        <p:spPr>
          <a:xfrm flipH="1">
            <a:off x="1115564" y="2725244"/>
            <a:ext cx="4564443" cy="272620"/>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C8DDA53-76AF-7B0F-07C1-789DD272F5DB}"/>
              </a:ext>
            </a:extLst>
          </p:cNvPr>
          <p:cNvCxnSpPr>
            <a:cxnSpLocks/>
          </p:cNvCxnSpPr>
          <p:nvPr/>
        </p:nvCxnSpPr>
        <p:spPr>
          <a:xfrm flipH="1">
            <a:off x="1115564" y="2637747"/>
            <a:ext cx="4941483" cy="360117"/>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C29B31-3EDC-8A9F-3BF5-830223E02E1F}"/>
              </a:ext>
            </a:extLst>
          </p:cNvPr>
          <p:cNvCxnSpPr>
            <a:cxnSpLocks/>
          </p:cNvCxnSpPr>
          <p:nvPr/>
        </p:nvCxnSpPr>
        <p:spPr>
          <a:xfrm>
            <a:off x="1115564" y="3288783"/>
            <a:ext cx="4171646" cy="346333"/>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40A24302-53B7-BDF6-ABA9-A7BB976317CE}"/>
              </a:ext>
            </a:extLst>
          </p:cNvPr>
          <p:cNvCxnSpPr>
            <a:cxnSpLocks/>
          </p:cNvCxnSpPr>
          <p:nvPr/>
        </p:nvCxnSpPr>
        <p:spPr>
          <a:xfrm>
            <a:off x="4651086" y="3293768"/>
            <a:ext cx="1068360" cy="338924"/>
          </a:xfrm>
          <a:prstGeom prst="line">
            <a:avLst/>
          </a:prstGeom>
          <a:ln w="6350">
            <a:solidFill>
              <a:srgbClr val="7030A0"/>
            </a:solidFill>
          </a:ln>
        </p:spPr>
        <p:style>
          <a:lnRef idx="1">
            <a:schemeClr val="accent1"/>
          </a:lnRef>
          <a:fillRef idx="0">
            <a:schemeClr val="accent1"/>
          </a:fillRef>
          <a:effectRef idx="0">
            <a:schemeClr val="accent1"/>
          </a:effectRef>
          <a:fontRef idx="minor">
            <a:schemeClr val="tx1"/>
          </a:fontRef>
        </p:style>
      </p:cxnSp>
      <p:sp>
        <p:nvSpPr>
          <p:cNvPr id="151" name="Arrow: Left-Right 150">
            <a:extLst>
              <a:ext uri="{FF2B5EF4-FFF2-40B4-BE49-F238E27FC236}">
                <a16:creationId xmlns:a16="http://schemas.microsoft.com/office/drawing/2014/main" id="{39111343-A801-E4C1-654E-0CC2E014BA28}"/>
              </a:ext>
            </a:extLst>
          </p:cNvPr>
          <p:cNvSpPr/>
          <p:nvPr/>
        </p:nvSpPr>
        <p:spPr>
          <a:xfrm>
            <a:off x="5081609" y="3487470"/>
            <a:ext cx="420996" cy="215517"/>
          </a:xfrm>
          <a:prstGeom prst="leftRightArrow">
            <a:avLst/>
          </a:prstGeom>
          <a:solidFill>
            <a:srgbClr val="7B146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rm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ja-JP" altLang="en-US"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Route switching</a:t>
            </a:r>
            <a:endParaRPr kumimoji="1"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52" name="Arrow: Left-Right 151">
            <a:extLst>
              <a:ext uri="{FF2B5EF4-FFF2-40B4-BE49-F238E27FC236}">
                <a16:creationId xmlns:a16="http://schemas.microsoft.com/office/drawing/2014/main" id="{9688C6BE-2865-F7AC-C9BC-245671EEAB62}"/>
              </a:ext>
            </a:extLst>
          </p:cNvPr>
          <p:cNvSpPr/>
          <p:nvPr/>
        </p:nvSpPr>
        <p:spPr>
          <a:xfrm>
            <a:off x="5509191" y="3487470"/>
            <a:ext cx="420996" cy="215517"/>
          </a:xfrm>
          <a:prstGeom prst="leftRightArrow">
            <a:avLst/>
          </a:prstGeom>
          <a:solidFill>
            <a:srgbClr val="7B146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rm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ja-JP" altLang="en-US" sz="4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Route switching</a:t>
            </a:r>
            <a:endParaRPr kumimoji="1" lang="en-GB" sz="4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pic>
        <p:nvPicPr>
          <p:cNvPr id="975" name="Picture 974">
            <a:extLst>
              <a:ext uri="{FF2B5EF4-FFF2-40B4-BE49-F238E27FC236}">
                <a16:creationId xmlns:a16="http://schemas.microsoft.com/office/drawing/2014/main" id="{7C612F09-63C8-1E9F-215F-C5F99E312D5A}"/>
              </a:ext>
            </a:extLst>
          </p:cNvPr>
          <p:cNvPicPr>
            <a:picLocks noChangeAspect="1"/>
          </p:cNvPicPr>
          <p:nvPr/>
        </p:nvPicPr>
        <p:blipFill>
          <a:blip r:embed="rId17"/>
          <a:srcRect/>
          <a:stretch/>
        </p:blipFill>
        <p:spPr>
          <a:xfrm>
            <a:off x="8743656" y="1351961"/>
            <a:ext cx="261827" cy="261828"/>
          </a:xfrm>
          <a:prstGeom prst="rect">
            <a:avLst/>
          </a:prstGeom>
        </p:spPr>
      </p:pic>
      <p:sp>
        <p:nvSpPr>
          <p:cNvPr id="976" name="TextBox 975">
            <a:extLst>
              <a:ext uri="{FF2B5EF4-FFF2-40B4-BE49-F238E27FC236}">
                <a16:creationId xmlns:a16="http://schemas.microsoft.com/office/drawing/2014/main" id="{8F3F8F5C-151A-DA8D-D32D-0C1F7D1D7097}"/>
              </a:ext>
            </a:extLst>
          </p:cNvPr>
          <p:cNvSpPr txBox="1"/>
          <p:nvPr/>
        </p:nvSpPr>
        <p:spPr>
          <a:xfrm>
            <a:off x="8710275" y="1365028"/>
            <a:ext cx="317395"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DB Search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68" name="TextBox 67">
            <a:extLst>
              <a:ext uri="{FF2B5EF4-FFF2-40B4-BE49-F238E27FC236}">
                <a16:creationId xmlns:a16="http://schemas.microsoft.com/office/drawing/2014/main" id="{7274AD83-2C41-D8D6-B8E5-B37D43AF4A1E}"/>
              </a:ext>
            </a:extLst>
          </p:cNvPr>
          <p:cNvSpPr txBox="1"/>
          <p:nvPr/>
        </p:nvSpPr>
        <p:spPr>
          <a:xfrm>
            <a:off x="8689311" y="1510631"/>
            <a:ext cx="365485"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rPr>
              <a:t>Search Serv.</a:t>
            </a:r>
            <a:endParaRPr kumimoji="1" lang="ja-JP" altLang="en-US" sz="480" b="0" i="0" u="none" strike="noStrike" kern="1200" cap="none" spc="0" normalizeH="0" baseline="0" noProof="0">
              <a:ln>
                <a:noFill/>
              </a:ln>
              <a:solidFill>
                <a:srgbClr val="FFFFFF"/>
              </a:solidFill>
              <a:effectLst/>
              <a:highlight>
                <a:srgbClr val="800080"/>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30" name="Arrow: Right 129">
            <a:extLst>
              <a:ext uri="{FF2B5EF4-FFF2-40B4-BE49-F238E27FC236}">
                <a16:creationId xmlns:a16="http://schemas.microsoft.com/office/drawing/2014/main" id="{76A7EF7E-5DFA-7A8C-C467-D9C72361AB89}"/>
              </a:ext>
            </a:extLst>
          </p:cNvPr>
          <p:cNvSpPr/>
          <p:nvPr/>
        </p:nvSpPr>
        <p:spPr>
          <a:xfrm>
            <a:off x="1350193" y="1810938"/>
            <a:ext cx="362910" cy="397770"/>
          </a:xfrm>
          <a:prstGeom prst="rightArrow">
            <a:avLst/>
          </a:prstGeom>
          <a:solidFill>
            <a:schemeClr val="accent4">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ja-JP" sz="56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ExP</a:t>
            </a:r>
            <a:br>
              <a:rPr kumimoji="0" lang="en-US" altLang="ja-JP" sz="56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br>
            <a:r>
              <a:rPr kumimoji="0" lang="en-US" altLang="ja-JP" sz="56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UPG</a:t>
            </a:r>
            <a:endParaRPr kumimoji="1" lang="en-GB" sz="56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40" name="Arrow: Right 139">
            <a:extLst>
              <a:ext uri="{FF2B5EF4-FFF2-40B4-BE49-F238E27FC236}">
                <a16:creationId xmlns:a16="http://schemas.microsoft.com/office/drawing/2014/main" id="{693366D8-EE03-E7A4-3D3E-7594F7515BBE}"/>
              </a:ext>
            </a:extLst>
          </p:cNvPr>
          <p:cNvSpPr/>
          <p:nvPr/>
        </p:nvSpPr>
        <p:spPr>
          <a:xfrm>
            <a:off x="5251214" y="1810938"/>
            <a:ext cx="362910" cy="397770"/>
          </a:xfrm>
          <a:prstGeom prst="rightArrow">
            <a:avLst/>
          </a:prstGeom>
          <a:solidFill>
            <a:schemeClr val="accent4">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36000" tIns="36000" rIns="36000" bIns="36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ja-JP" sz="56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ExP</a:t>
            </a:r>
            <a:br>
              <a:rPr kumimoji="0" lang="en-US" altLang="ja-JP" sz="56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br>
            <a:r>
              <a:rPr kumimoji="0" lang="en-US" altLang="ja-JP" sz="56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UPG</a:t>
            </a:r>
            <a:endParaRPr kumimoji="1" lang="en-GB" sz="56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grpSp>
        <p:nvGrpSpPr>
          <p:cNvPr id="94" name="Group 93">
            <a:extLst>
              <a:ext uri="{FF2B5EF4-FFF2-40B4-BE49-F238E27FC236}">
                <a16:creationId xmlns:a16="http://schemas.microsoft.com/office/drawing/2014/main" id="{636BA781-3C4A-7A77-DA60-63A428A615FF}"/>
              </a:ext>
            </a:extLst>
          </p:cNvPr>
          <p:cNvGrpSpPr/>
          <p:nvPr/>
        </p:nvGrpSpPr>
        <p:grpSpPr>
          <a:xfrm>
            <a:off x="4519030" y="1656864"/>
            <a:ext cx="318998" cy="261828"/>
            <a:chOff x="7552366" y="1811155"/>
            <a:chExt cx="318998" cy="261828"/>
          </a:xfrm>
        </p:grpSpPr>
        <p:pic>
          <p:nvPicPr>
            <p:cNvPr id="153" name="Picture 152">
              <a:extLst>
                <a:ext uri="{FF2B5EF4-FFF2-40B4-BE49-F238E27FC236}">
                  <a16:creationId xmlns:a16="http://schemas.microsoft.com/office/drawing/2014/main" id="{E1E98061-4F91-04F7-E00C-DD6E0B2202DB}"/>
                </a:ext>
              </a:extLst>
            </p:cNvPr>
            <p:cNvPicPr>
              <a:picLocks noChangeAspect="1"/>
            </p:cNvPicPr>
            <p:nvPr/>
          </p:nvPicPr>
          <p:blipFill>
            <a:blip r:embed="rId36"/>
            <a:srcRect/>
            <a:stretch/>
          </p:blipFill>
          <p:spPr>
            <a:xfrm>
              <a:off x="7580949" y="1811155"/>
              <a:ext cx="261827" cy="261828"/>
            </a:xfrm>
            <a:prstGeom prst="rect">
              <a:avLst/>
            </a:prstGeom>
          </p:spPr>
        </p:pic>
        <p:sp>
          <p:nvSpPr>
            <p:cNvPr id="154" name="TextBox 153">
              <a:extLst>
                <a:ext uri="{FF2B5EF4-FFF2-40B4-BE49-F238E27FC236}">
                  <a16:creationId xmlns:a16="http://schemas.microsoft.com/office/drawing/2014/main" id="{CD7F81C2-00C3-D6BD-57FC-CF3E8E9CAEF1}"/>
                </a:ext>
              </a:extLst>
            </p:cNvPr>
            <p:cNvSpPr txBox="1"/>
            <p:nvPr/>
          </p:nvSpPr>
          <p:spPr>
            <a:xfrm>
              <a:off x="7552366" y="1821203"/>
              <a:ext cx="318998" cy="92333"/>
            </a:xfrm>
            <a:prstGeom prst="rect">
              <a:avLst/>
            </a:prstGeom>
            <a:noFill/>
          </p:spPr>
          <p:txBody>
            <a:bodyPr wrap="none" lIns="0" tIns="0" rIns="0" bIns="0" rtlCol="0">
              <a:spAutoFit/>
            </a:bodyPr>
            <a:lstStyle/>
            <a:p>
              <a:pPr marL="0" marR="0" lvl="0" indent="0" algn="ctr" defTabSz="360000" rtl="0" eaLnBrk="1" fontAlgn="base" latinLnBrk="0" hangingPunct="1">
                <a:lnSpc>
                  <a:spcPct val="100000"/>
                </a:lnSpc>
                <a:spcBef>
                  <a:spcPct val="0"/>
                </a:spcBef>
                <a:spcAft>
                  <a:spcPts val="0"/>
                </a:spcAft>
                <a:buClrTx/>
                <a:buSzTx/>
                <a:buFontTx/>
                <a:buNone/>
                <a:tabLst>
                  <a:tab pos="360000" algn="l"/>
                </a:tabLst>
                <a:defRPr/>
              </a:pPr>
              <a:r>
                <a:rPr kumimoji="1" lang="en-US" altLang="ja-JP" sz="480" b="1" i="0" u="none" strike="noStrike" kern="1200" cap="none" spc="0" normalizeH="0" baseline="0" noProof="1">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rPr>
                <a:t>LCM/Orch.</a:t>
              </a:r>
              <a:endParaRPr kumimoji="1" lang="ja-JP" altLang="en-US" sz="480" b="1" i="0" u="none" strike="noStrike" kern="1200" cap="none" spc="0" normalizeH="0" baseline="0" noProof="0">
                <a:ln>
                  <a:noFill/>
                </a:ln>
                <a:solidFill>
                  <a:srgbClr val="124191"/>
                </a:solidFill>
                <a:effectLst/>
                <a:highlight>
                  <a:srgbClr val="00FF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sp>
          <p:nvSpPr>
            <p:cNvPr id="155" name="TextBox 154">
              <a:extLst>
                <a:ext uri="{FF2B5EF4-FFF2-40B4-BE49-F238E27FC236}">
                  <a16:creationId xmlns:a16="http://schemas.microsoft.com/office/drawing/2014/main" id="{9E1942D2-84FB-019C-8467-E07E78A61EB5}"/>
                </a:ext>
              </a:extLst>
            </p:cNvPr>
            <p:cNvSpPr txBox="1"/>
            <p:nvPr/>
          </p:nvSpPr>
          <p:spPr>
            <a:xfrm>
              <a:off x="7599651" y="1966805"/>
              <a:ext cx="224420" cy="92333"/>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480" b="0" i="0" u="none" strike="noStrike" kern="1200" cap="none" spc="0" normalizeH="0" baseline="0" noProof="1">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rPr>
                <a:t>NCOMv</a:t>
              </a:r>
              <a:endParaRPr kumimoji="1" lang="ja-JP" altLang="en-US" sz="480" b="0" i="0" u="none" strike="noStrike" kern="1200" cap="none" spc="0" normalizeH="0" baseline="0" noProof="0">
                <a:ln>
                  <a:noFill/>
                </a:ln>
                <a:solidFill>
                  <a:srgbClr val="FFFFFF"/>
                </a:solidFill>
                <a:effectLst/>
                <a:highlight>
                  <a:srgbClr val="1A64FF"/>
                </a:highlight>
                <a:uLnTx/>
                <a:uFillTx/>
                <a:latin typeface="Arial Narrow" panose="020B0606020202030204" pitchFamily="34" charset="0"/>
                <a:ea typeface="Meiryo UI" panose="020B0604030504040204" pitchFamily="50" charset="-128"/>
                <a:cs typeface="Meiryo UI" panose="020B0604030504040204" pitchFamily="50" charset="-128"/>
              </a:endParaRPr>
            </a:p>
          </p:txBody>
        </p:sp>
      </p:grpSp>
      <p:sp>
        <p:nvSpPr>
          <p:cNvPr id="156" name="Rectangle: Rounded Corners 155">
            <a:extLst>
              <a:ext uri="{FF2B5EF4-FFF2-40B4-BE49-F238E27FC236}">
                <a16:creationId xmlns:a16="http://schemas.microsoft.com/office/drawing/2014/main" id="{47D77124-0F8F-A0D2-E316-1CF9384A5FA4}"/>
              </a:ext>
            </a:extLst>
          </p:cNvPr>
          <p:cNvSpPr/>
          <p:nvPr/>
        </p:nvSpPr>
        <p:spPr>
          <a:xfrm>
            <a:off x="4505061" y="1620026"/>
            <a:ext cx="340083" cy="326866"/>
          </a:xfrm>
          <a:prstGeom prst="roundRect">
            <a:avLst/>
          </a:prstGeom>
          <a:noFill/>
          <a:ln w="3810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67" name="TextBox 166">
            <a:extLst>
              <a:ext uri="{FF2B5EF4-FFF2-40B4-BE49-F238E27FC236}">
                <a16:creationId xmlns:a16="http://schemas.microsoft.com/office/drawing/2014/main" id="{22E7E652-F61E-6FE3-14CA-F89642468501}"/>
              </a:ext>
            </a:extLst>
          </p:cNvPr>
          <p:cNvSpPr txBox="1"/>
          <p:nvPr/>
        </p:nvSpPr>
        <p:spPr>
          <a:xfrm>
            <a:off x="8307158" y="283187"/>
            <a:ext cx="749170" cy="161583"/>
          </a:xfrm>
          <a:prstGeom prst="rect">
            <a:avLst/>
          </a:prstGeom>
          <a:noFill/>
          <a:ln w="38100">
            <a:solidFill>
              <a:srgbClr val="FF0000"/>
            </a:solidFill>
          </a:ln>
        </p:spPr>
        <p:txBody>
          <a:bodyPr wrap="none" lIns="36000" tIns="0" rIns="3600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840" b="0" i="0" u="none" strike="noStrike" kern="1200" cap="none" spc="0" normalizeH="0" baseline="0" noProof="1">
                <a:ln>
                  <a:noFill/>
                </a:ln>
                <a:solidFill>
                  <a:srgbClr val="FF0000"/>
                </a:solidFill>
                <a:effectLst/>
                <a:uLnTx/>
                <a:uFillTx/>
                <a:latin typeface="Meiryo UI" panose="020B0604030504040204" pitchFamily="50" charset="-128"/>
                <a:ea typeface="Meiryo UI" panose="020B0604030504040204" pitchFamily="50" charset="-128"/>
                <a:cs typeface="+mn-cs"/>
              </a:rPr>
              <a:t>Scope Range</a:t>
            </a:r>
            <a:endParaRPr kumimoji="0" lang="en-US" sz="84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169" name="TextBox 168">
            <a:extLst>
              <a:ext uri="{FF2B5EF4-FFF2-40B4-BE49-F238E27FC236}">
                <a16:creationId xmlns:a16="http://schemas.microsoft.com/office/drawing/2014/main" id="{4093B599-B783-C49E-EAD3-333F8412009C}"/>
              </a:ext>
            </a:extLst>
          </p:cNvPr>
          <p:cNvSpPr txBox="1"/>
          <p:nvPr/>
        </p:nvSpPr>
        <p:spPr>
          <a:xfrm>
            <a:off x="5432337" y="2781045"/>
            <a:ext cx="751809" cy="161583"/>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840" b="0" i="0" u="none" strike="noStrike" kern="1200" cap="none" spc="0" normalizeH="0" baseline="0" noProof="1">
                <a:ln>
                  <a:noFill/>
                </a:ln>
                <a:solidFill>
                  <a:srgbClr val="FF0000"/>
                </a:solidFill>
                <a:effectLst/>
                <a:uLnTx/>
                <a:uFillTx/>
                <a:latin typeface="Meiryo UI" panose="020B0604030504040204" pitchFamily="50" charset="-128"/>
                <a:ea typeface="Meiryo UI" panose="020B0604030504040204" pitchFamily="50" charset="-128"/>
                <a:cs typeface="+mn-cs"/>
              </a:rPr>
              <a:t>(Re) Build Only</a:t>
            </a:r>
            <a:endParaRPr kumimoji="0" lang="en-US" sz="84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182" name="Freeform: Shape 181">
            <a:extLst>
              <a:ext uri="{FF2B5EF4-FFF2-40B4-BE49-F238E27FC236}">
                <a16:creationId xmlns:a16="http://schemas.microsoft.com/office/drawing/2014/main" id="{13D20831-6D17-67E9-739B-DDECA3744CCC}"/>
              </a:ext>
            </a:extLst>
          </p:cNvPr>
          <p:cNvSpPr/>
          <p:nvPr/>
        </p:nvSpPr>
        <p:spPr>
          <a:xfrm>
            <a:off x="4442863" y="1557205"/>
            <a:ext cx="2331472" cy="1866810"/>
          </a:xfrm>
          <a:custGeom>
            <a:avLst/>
            <a:gdLst>
              <a:gd name="connsiteX0" fmla="*/ 0 w 2331472"/>
              <a:gd name="connsiteY0" fmla="*/ 0 h 1866810"/>
              <a:gd name="connsiteX1" fmla="*/ 468000 w 2331472"/>
              <a:gd name="connsiteY1" fmla="*/ 0 h 1866810"/>
              <a:gd name="connsiteX2" fmla="*/ 468000 w 2331472"/>
              <a:gd name="connsiteY2" fmla="*/ 672115 h 1866810"/>
              <a:gd name="connsiteX3" fmla="*/ 1922959 w 2331472"/>
              <a:gd name="connsiteY3" fmla="*/ 672115 h 1866810"/>
              <a:gd name="connsiteX4" fmla="*/ 1922959 w 2331472"/>
              <a:gd name="connsiteY4" fmla="*/ 1256331 h 1866810"/>
              <a:gd name="connsiteX5" fmla="*/ 2331472 w 2331472"/>
              <a:gd name="connsiteY5" fmla="*/ 1256331 h 1866810"/>
              <a:gd name="connsiteX6" fmla="*/ 2331472 w 2331472"/>
              <a:gd name="connsiteY6" fmla="*/ 1866810 h 1866810"/>
              <a:gd name="connsiteX7" fmla="*/ 778937 w 2331472"/>
              <a:gd name="connsiteY7" fmla="*/ 1866810 h 1866810"/>
              <a:gd name="connsiteX8" fmla="*/ 778937 w 2331472"/>
              <a:gd name="connsiteY8" fmla="*/ 1334547 h 1866810"/>
              <a:gd name="connsiteX9" fmla="*/ 231794 w 2331472"/>
              <a:gd name="connsiteY9" fmla="*/ 1334547 h 1866810"/>
              <a:gd name="connsiteX10" fmla="*/ 231794 w 2331472"/>
              <a:gd name="connsiteY10" fmla="*/ 714727 h 1866810"/>
              <a:gd name="connsiteX11" fmla="*/ 0 w 2331472"/>
              <a:gd name="connsiteY11" fmla="*/ 714727 h 186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31472" h="1866810">
                <a:moveTo>
                  <a:pt x="0" y="0"/>
                </a:moveTo>
                <a:lnTo>
                  <a:pt x="468000" y="0"/>
                </a:lnTo>
                <a:lnTo>
                  <a:pt x="468000" y="672115"/>
                </a:lnTo>
                <a:lnTo>
                  <a:pt x="1922959" y="672115"/>
                </a:lnTo>
                <a:lnTo>
                  <a:pt x="1922959" y="1256331"/>
                </a:lnTo>
                <a:lnTo>
                  <a:pt x="2331472" y="1256331"/>
                </a:lnTo>
                <a:lnTo>
                  <a:pt x="2331472" y="1866810"/>
                </a:lnTo>
                <a:lnTo>
                  <a:pt x="778937" y="1866810"/>
                </a:lnTo>
                <a:lnTo>
                  <a:pt x="778937" y="1334547"/>
                </a:lnTo>
                <a:lnTo>
                  <a:pt x="231794" y="1334547"/>
                </a:lnTo>
                <a:lnTo>
                  <a:pt x="231794" y="714727"/>
                </a:lnTo>
                <a:lnTo>
                  <a:pt x="0" y="714727"/>
                </a:ln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60" name="Rectangle 159">
            <a:extLst>
              <a:ext uri="{FF2B5EF4-FFF2-40B4-BE49-F238E27FC236}">
                <a16:creationId xmlns:a16="http://schemas.microsoft.com/office/drawing/2014/main" id="{580D30B9-5CD2-2666-29C6-B675B420CB49}"/>
              </a:ext>
            </a:extLst>
          </p:cNvPr>
          <p:cNvSpPr/>
          <p:nvPr/>
        </p:nvSpPr>
        <p:spPr>
          <a:xfrm>
            <a:off x="49121" y="1333421"/>
            <a:ext cx="4361497" cy="2648364"/>
          </a:xfrm>
          <a:prstGeom prst="rect">
            <a:avLst/>
          </a:prstGeom>
          <a:solidFill>
            <a:schemeClr val="bg1">
              <a:lumMod val="65000"/>
              <a:alpha val="62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61" name="Rectangle 160">
            <a:extLst>
              <a:ext uri="{FF2B5EF4-FFF2-40B4-BE49-F238E27FC236}">
                <a16:creationId xmlns:a16="http://schemas.microsoft.com/office/drawing/2014/main" id="{696DAD84-0033-5FB4-F93B-134E70216B87}"/>
              </a:ext>
            </a:extLst>
          </p:cNvPr>
          <p:cNvSpPr/>
          <p:nvPr/>
        </p:nvSpPr>
        <p:spPr>
          <a:xfrm>
            <a:off x="6712649" y="1650166"/>
            <a:ext cx="2348591" cy="1096614"/>
          </a:xfrm>
          <a:prstGeom prst="rect">
            <a:avLst/>
          </a:prstGeom>
          <a:solidFill>
            <a:schemeClr val="bg1">
              <a:lumMod val="65000"/>
              <a:alpha val="62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68" name="Rectangle 167">
            <a:extLst>
              <a:ext uri="{FF2B5EF4-FFF2-40B4-BE49-F238E27FC236}">
                <a16:creationId xmlns:a16="http://schemas.microsoft.com/office/drawing/2014/main" id="{E4FD1CF5-3036-3215-3C22-4A9657D0FA75}"/>
              </a:ext>
            </a:extLst>
          </p:cNvPr>
          <p:cNvSpPr/>
          <p:nvPr/>
        </p:nvSpPr>
        <p:spPr>
          <a:xfrm>
            <a:off x="6806346" y="2741384"/>
            <a:ext cx="2257249" cy="1243779"/>
          </a:xfrm>
          <a:prstGeom prst="rect">
            <a:avLst/>
          </a:prstGeom>
          <a:solidFill>
            <a:schemeClr val="bg1">
              <a:lumMod val="65000"/>
              <a:alpha val="62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73" name="Rectangle 172">
            <a:extLst>
              <a:ext uri="{FF2B5EF4-FFF2-40B4-BE49-F238E27FC236}">
                <a16:creationId xmlns:a16="http://schemas.microsoft.com/office/drawing/2014/main" id="{07A00060-CD54-BC4D-F359-7459B58BFDA6}"/>
              </a:ext>
            </a:extLst>
          </p:cNvPr>
          <p:cNvSpPr/>
          <p:nvPr/>
        </p:nvSpPr>
        <p:spPr>
          <a:xfrm>
            <a:off x="4395932" y="3438493"/>
            <a:ext cx="2412883" cy="564686"/>
          </a:xfrm>
          <a:prstGeom prst="rect">
            <a:avLst/>
          </a:prstGeom>
          <a:solidFill>
            <a:schemeClr val="bg1">
              <a:lumMod val="65000"/>
              <a:alpha val="62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83" name="Rectangle 182">
            <a:extLst>
              <a:ext uri="{FF2B5EF4-FFF2-40B4-BE49-F238E27FC236}">
                <a16:creationId xmlns:a16="http://schemas.microsoft.com/office/drawing/2014/main" id="{E4D1DF4E-F9CF-B4A1-FC92-C14CFE61EA80}"/>
              </a:ext>
            </a:extLst>
          </p:cNvPr>
          <p:cNvSpPr/>
          <p:nvPr/>
        </p:nvSpPr>
        <p:spPr>
          <a:xfrm>
            <a:off x="4920829" y="1317482"/>
            <a:ext cx="2114719" cy="890200"/>
          </a:xfrm>
          <a:prstGeom prst="rect">
            <a:avLst/>
          </a:prstGeom>
          <a:solidFill>
            <a:schemeClr val="bg1">
              <a:lumMod val="65000"/>
              <a:alpha val="62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84" name="Rectangle 183">
            <a:extLst>
              <a:ext uri="{FF2B5EF4-FFF2-40B4-BE49-F238E27FC236}">
                <a16:creationId xmlns:a16="http://schemas.microsoft.com/office/drawing/2014/main" id="{D86F5A53-0FAB-E6D8-ABC6-8DCE92BA8681}"/>
              </a:ext>
            </a:extLst>
          </p:cNvPr>
          <p:cNvSpPr/>
          <p:nvPr/>
        </p:nvSpPr>
        <p:spPr>
          <a:xfrm>
            <a:off x="4413254" y="2917478"/>
            <a:ext cx="719610" cy="532265"/>
          </a:xfrm>
          <a:prstGeom prst="rect">
            <a:avLst/>
          </a:prstGeom>
          <a:solidFill>
            <a:schemeClr val="bg1">
              <a:lumMod val="65000"/>
              <a:alpha val="62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87" name="Rectangle 186">
            <a:extLst>
              <a:ext uri="{FF2B5EF4-FFF2-40B4-BE49-F238E27FC236}">
                <a16:creationId xmlns:a16="http://schemas.microsoft.com/office/drawing/2014/main" id="{6B59FFAB-4345-2C60-6C0B-1E75E2CD1BEA}"/>
              </a:ext>
            </a:extLst>
          </p:cNvPr>
          <p:cNvSpPr/>
          <p:nvPr/>
        </p:nvSpPr>
        <p:spPr>
          <a:xfrm>
            <a:off x="7040384" y="1335804"/>
            <a:ext cx="744762" cy="27856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89" name="TextBox 188">
            <a:extLst>
              <a:ext uri="{FF2B5EF4-FFF2-40B4-BE49-F238E27FC236}">
                <a16:creationId xmlns:a16="http://schemas.microsoft.com/office/drawing/2014/main" id="{E84F73BF-7C6D-5CFB-A0E7-B25AEEFA6DBF}"/>
              </a:ext>
            </a:extLst>
          </p:cNvPr>
          <p:cNvSpPr txBox="1"/>
          <p:nvPr/>
        </p:nvSpPr>
        <p:spPr>
          <a:xfrm>
            <a:off x="6358298" y="1612714"/>
            <a:ext cx="1168400" cy="253916"/>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840" b="0" i="0" u="none" strike="noStrike" kern="1200" cap="none" spc="0" normalizeH="0" baseline="0" noProof="1">
                <a:ln>
                  <a:noFill/>
                </a:ln>
                <a:solidFill>
                  <a:srgbClr val="FF0000"/>
                </a:solidFill>
                <a:effectLst/>
                <a:uLnTx/>
                <a:uFillTx/>
                <a:latin typeface="Meiryo UI" panose="020B0604030504040204" pitchFamily="50" charset="-128"/>
                <a:ea typeface="Meiryo UI" panose="020B0604030504040204" pitchFamily="50" charset="-128"/>
                <a:cs typeface="+mn-cs"/>
              </a:rPr>
              <a:t>Build Nodes and Connections</a:t>
            </a:r>
            <a:endParaRPr kumimoji="0" lang="en-US" sz="840" b="0" i="0" u="none" strike="noStrike" kern="1200" cap="none" spc="0" normalizeH="0" baseline="0" noProof="0">
              <a:ln>
                <a:noFill/>
              </a:ln>
              <a:solidFill>
                <a:srgbClr val="CCCCCC"/>
              </a:solidFill>
              <a:effectLst/>
              <a:uLnTx/>
              <a:uFillTx/>
              <a:latin typeface="Nokia Pure Text Light"/>
              <a:ea typeface="+mn-ea"/>
              <a:cs typeface="+mn-cs"/>
            </a:endParaRPr>
          </a:p>
        </p:txBody>
      </p:sp>
      <p:sp>
        <p:nvSpPr>
          <p:cNvPr id="190" name="Rectangle 189">
            <a:extLst>
              <a:ext uri="{FF2B5EF4-FFF2-40B4-BE49-F238E27FC236}">
                <a16:creationId xmlns:a16="http://schemas.microsoft.com/office/drawing/2014/main" id="{59A34480-CC91-3415-C43B-C4A95CE13848}"/>
              </a:ext>
            </a:extLst>
          </p:cNvPr>
          <p:cNvSpPr/>
          <p:nvPr/>
        </p:nvSpPr>
        <p:spPr>
          <a:xfrm>
            <a:off x="7806111" y="1327972"/>
            <a:ext cx="1255130" cy="348066"/>
          </a:xfrm>
          <a:prstGeom prst="rect">
            <a:avLst/>
          </a:prstGeom>
          <a:solidFill>
            <a:schemeClr val="bg1">
              <a:lumMod val="65000"/>
              <a:alpha val="62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0" lang="en-US" sz="96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94" name="TextBox 193">
            <a:extLst>
              <a:ext uri="{FF2B5EF4-FFF2-40B4-BE49-F238E27FC236}">
                <a16:creationId xmlns:a16="http://schemas.microsoft.com/office/drawing/2014/main" id="{3D1F27E0-7EDC-63EE-4571-F04616CAEE5A}"/>
              </a:ext>
            </a:extLst>
          </p:cNvPr>
          <p:cNvSpPr txBox="1"/>
          <p:nvPr/>
        </p:nvSpPr>
        <p:spPr>
          <a:xfrm>
            <a:off x="7360114" y="1369762"/>
            <a:ext cx="1168400" cy="253916"/>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840" b="0" i="0" u="none" strike="noStrike" kern="1200" cap="none" spc="0" normalizeH="0" baseline="0" noProof="1">
                <a:ln>
                  <a:noFill/>
                </a:ln>
                <a:solidFill>
                  <a:srgbClr val="FF0000"/>
                </a:solidFill>
                <a:effectLst/>
                <a:uLnTx/>
                <a:uFillTx/>
                <a:latin typeface="Meiryo UI" panose="020B0604030504040204" pitchFamily="50" charset="-128"/>
                <a:ea typeface="Meiryo UI" panose="020B0604030504040204" pitchFamily="50" charset="-128"/>
                <a:cs typeface="+mn-cs"/>
              </a:rPr>
              <a:t>Existing</a:t>
            </a:r>
            <a:endParaRPr kumimoji="0" lang="en-US" sz="840" b="0" i="0" u="none" strike="noStrike" kern="1200" cap="none" spc="0" normalizeH="0" baseline="0" noProof="0">
              <a:ln>
                <a:noFill/>
              </a:ln>
              <a:solidFill>
                <a:srgbClr val="CCCCCC"/>
              </a:solidFill>
              <a:effectLst/>
              <a:uLnTx/>
              <a:uFillTx/>
              <a:latin typeface="Nokia Pure Text Light"/>
              <a:ea typeface="+mn-ea"/>
              <a:cs typeface="+mn-cs"/>
            </a:endParaRPr>
          </a:p>
        </p:txBody>
      </p:sp>
      <p:cxnSp>
        <p:nvCxnSpPr>
          <p:cNvPr id="196" name="Straight Connector 195">
            <a:extLst>
              <a:ext uri="{FF2B5EF4-FFF2-40B4-BE49-F238E27FC236}">
                <a16:creationId xmlns:a16="http://schemas.microsoft.com/office/drawing/2014/main" id="{0BF80F52-C0FD-62DE-2353-FC8F260AB8BB}"/>
              </a:ext>
            </a:extLst>
          </p:cNvPr>
          <p:cNvCxnSpPr>
            <a:stCxn id="182" idx="3"/>
            <a:endCxn id="194" idx="1"/>
          </p:cNvCxnSpPr>
          <p:nvPr/>
        </p:nvCxnSpPr>
        <p:spPr>
          <a:xfrm flipV="1">
            <a:off x="6365822" y="1496720"/>
            <a:ext cx="994292" cy="732600"/>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3AF0313F-B4A4-4941-B84E-1EA0FCF3D58D}"/>
              </a:ext>
            </a:extLst>
          </p:cNvPr>
          <p:cNvSpPr/>
          <p:nvPr/>
        </p:nvSpPr>
        <p:spPr>
          <a:xfrm>
            <a:off x="6793653" y="-1432"/>
            <a:ext cx="2350347" cy="2158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0"/>
              </a:spcAft>
              <a:buClrTx/>
              <a:buSzPct val="100000"/>
              <a:buFontTx/>
              <a:buNone/>
              <a:tabLst/>
              <a:defRPr/>
            </a:pPr>
            <a:r>
              <a:rPr kumimoji="0" lang="ja-JP" altLang="en-US" sz="8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Excerpt from our company Pre-Sales Proposal</a:t>
            </a:r>
            <a:endParaRPr kumimoji="0" lang="en-US" sz="8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50" name="Text Placeholder 6">
            <a:extLst>
              <a:ext uri="{FF2B5EF4-FFF2-40B4-BE49-F238E27FC236}">
                <a16:creationId xmlns:a16="http://schemas.microsoft.com/office/drawing/2014/main" id="{175593A2-AB8B-F0C6-39EF-2103A8B936A3}"/>
              </a:ext>
            </a:extLst>
          </p:cNvPr>
          <p:cNvSpPr txBox="1">
            <a:spLocks/>
          </p:cNvSpPr>
          <p:nvPr/>
        </p:nvSpPr>
        <p:spPr>
          <a:xfrm>
            <a:off x="220646" y="73665"/>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1536"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152"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96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9pPr>
          </a:lstStyle>
          <a:p>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3.</a:t>
            </a:r>
            <a:r>
              <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rPr>
              <a:t> </a:t>
            </a:r>
            <a:r>
              <a:rPr lang="en-US" altLang="ja-JP" sz="1920"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Overview</a:t>
            </a:r>
            <a:endParaRPr lang="en-US" altLang="ja-JP" sz="1920" b="1" u="sng">
              <a:latin typeface="游ゴシック Medium" panose="020B0500000000000000" pitchFamily="50" charset="-128"/>
              <a:ea typeface="游ゴシック Medium" panose="020B0500000000000000" pitchFamily="50" charset="-128"/>
              <a:cs typeface="Nokia Pure Text" panose="020B0504040602060303" pitchFamily="34" charset="0"/>
            </a:endParaRPr>
          </a:p>
          <a:p>
            <a:r>
              <a:rPr lang="en-US" altLang="ja-JP" sz="1920" noProof="1">
                <a:latin typeface="游ゴシック Medium" panose="020B0500000000000000" pitchFamily="50" charset="-128"/>
                <a:ea typeface="游ゴシック Medium" panose="020B0500000000000000" pitchFamily="50" charset="-128"/>
              </a:rPr>
              <a:t>- Target Node</a:t>
            </a:r>
            <a:endParaRPr lang="en-US" sz="192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2136532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E2013-5206-E5C0-8F2A-BDEF68DFCF9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60D1C3-B9F2-A3EA-C316-B0B09B616EBB}"/>
              </a:ext>
            </a:extLst>
          </p:cNvPr>
          <p:cNvSpPr>
            <a:spLocks noGrp="1"/>
          </p:cNvSpPr>
          <p:nvPr>
            <p:ph type="ftr" sz="quarter" idx="3"/>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640" b="0" i="0" u="none" strike="noStrike" kern="1200" cap="none" spc="0" normalizeH="0" baseline="0" noProof="1">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rPr>
              <a:t>CONFIDENTIAL</a:t>
            </a:r>
            <a:endParaRPr kumimoji="0" lang="en-US" sz="640" b="0" i="0" u="none" strike="noStrike" kern="1200" cap="none" spc="0" normalizeH="0" baseline="0" noProof="0">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 Placeholder 6">
            <a:extLst>
              <a:ext uri="{FF2B5EF4-FFF2-40B4-BE49-F238E27FC236}">
                <a16:creationId xmlns:a16="http://schemas.microsoft.com/office/drawing/2014/main" id="{DD42BFC3-D0F4-81FC-C121-C0492657C23A}"/>
              </a:ext>
            </a:extLst>
          </p:cNvPr>
          <p:cNvSpPr>
            <a:spLocks noGrp="1"/>
          </p:cNvSpPr>
          <p:nvPr>
            <p:ph type="body" sz="quarter" idx="12"/>
          </p:nvPr>
        </p:nvSpPr>
        <p:spPr>
          <a:xfrm>
            <a:off x="303300" y="377762"/>
            <a:ext cx="5011650" cy="340654"/>
          </a:xfrm>
        </p:spPr>
        <p:txBody>
          <a:bodyPr/>
          <a:lstStyle/>
          <a:p>
            <a:r>
              <a:rPr lang="en-US" altLang="ja-JP" noProof="1"/>
              <a:t>- Integration Matrix</a:t>
            </a:r>
            <a:endParaRPr lang="en-US"/>
          </a:p>
        </p:txBody>
      </p:sp>
      <p:graphicFrame>
        <p:nvGraphicFramePr>
          <p:cNvPr id="2" name="Table 1">
            <a:extLst>
              <a:ext uri="{FF2B5EF4-FFF2-40B4-BE49-F238E27FC236}">
                <a16:creationId xmlns:a16="http://schemas.microsoft.com/office/drawing/2014/main" id="{330ADB7E-A982-497E-2B6F-C31B43442392}"/>
              </a:ext>
            </a:extLst>
          </p:cNvPr>
          <p:cNvGraphicFramePr>
            <a:graphicFrameLocks noGrp="1"/>
          </p:cNvGraphicFramePr>
          <p:nvPr>
            <p:extLst>
              <p:ext uri="{D42A27DB-BD31-4B8C-83A1-F6EECF244321}">
                <p14:modId xmlns:p14="http://schemas.microsoft.com/office/powerpoint/2010/main" val="3712180071"/>
              </p:ext>
            </p:extLst>
          </p:nvPr>
        </p:nvGraphicFramePr>
        <p:xfrm>
          <a:off x="76198" y="718416"/>
          <a:ext cx="9048750" cy="3328320"/>
        </p:xfrm>
        <a:graphic>
          <a:graphicData uri="http://schemas.openxmlformats.org/drawingml/2006/table">
            <a:tbl>
              <a:tblPr firstRow="1" bandRow="1">
                <a:tableStyleId>{5C22544A-7EE6-4342-B048-85BDC9FD1C3A}</a:tableStyleId>
              </a:tblPr>
              <a:tblGrid>
                <a:gridCol w="1081015">
                  <a:extLst>
                    <a:ext uri="{9D8B030D-6E8A-4147-A177-3AD203B41FA5}">
                      <a16:colId xmlns:a16="http://schemas.microsoft.com/office/drawing/2014/main" val="2171629364"/>
                    </a:ext>
                  </a:extLst>
                </a:gridCol>
                <a:gridCol w="736485">
                  <a:extLst>
                    <a:ext uri="{9D8B030D-6E8A-4147-A177-3AD203B41FA5}">
                      <a16:colId xmlns:a16="http://schemas.microsoft.com/office/drawing/2014/main" val="388307350"/>
                    </a:ext>
                  </a:extLst>
                </a:gridCol>
                <a:gridCol w="736485">
                  <a:extLst>
                    <a:ext uri="{9D8B030D-6E8A-4147-A177-3AD203B41FA5}">
                      <a16:colId xmlns:a16="http://schemas.microsoft.com/office/drawing/2014/main" val="358017686"/>
                    </a:ext>
                  </a:extLst>
                </a:gridCol>
                <a:gridCol w="795721">
                  <a:extLst>
                    <a:ext uri="{9D8B030D-6E8A-4147-A177-3AD203B41FA5}">
                      <a16:colId xmlns:a16="http://schemas.microsoft.com/office/drawing/2014/main" val="2732492530"/>
                    </a:ext>
                  </a:extLst>
                </a:gridCol>
                <a:gridCol w="850511">
                  <a:extLst>
                    <a:ext uri="{9D8B030D-6E8A-4147-A177-3AD203B41FA5}">
                      <a16:colId xmlns:a16="http://schemas.microsoft.com/office/drawing/2014/main" val="3841111783"/>
                    </a:ext>
                  </a:extLst>
                </a:gridCol>
                <a:gridCol w="869928">
                  <a:extLst>
                    <a:ext uri="{9D8B030D-6E8A-4147-A177-3AD203B41FA5}">
                      <a16:colId xmlns:a16="http://schemas.microsoft.com/office/drawing/2014/main" val="3572932654"/>
                    </a:ext>
                  </a:extLst>
                </a:gridCol>
                <a:gridCol w="795721">
                  <a:extLst>
                    <a:ext uri="{9D8B030D-6E8A-4147-A177-3AD203B41FA5}">
                      <a16:colId xmlns:a16="http://schemas.microsoft.com/office/drawing/2014/main" val="1626613317"/>
                    </a:ext>
                  </a:extLst>
                </a:gridCol>
                <a:gridCol w="795721">
                  <a:extLst>
                    <a:ext uri="{9D8B030D-6E8A-4147-A177-3AD203B41FA5}">
                      <a16:colId xmlns:a16="http://schemas.microsoft.com/office/drawing/2014/main" val="1685956308"/>
                    </a:ext>
                  </a:extLst>
                </a:gridCol>
                <a:gridCol w="795721">
                  <a:extLst>
                    <a:ext uri="{9D8B030D-6E8A-4147-A177-3AD203B41FA5}">
                      <a16:colId xmlns:a16="http://schemas.microsoft.com/office/drawing/2014/main" val="4249629614"/>
                    </a:ext>
                  </a:extLst>
                </a:gridCol>
                <a:gridCol w="795721">
                  <a:extLst>
                    <a:ext uri="{9D8B030D-6E8A-4147-A177-3AD203B41FA5}">
                      <a16:colId xmlns:a16="http://schemas.microsoft.com/office/drawing/2014/main" val="2504281199"/>
                    </a:ext>
                  </a:extLst>
                </a:gridCol>
                <a:gridCol w="795721">
                  <a:extLst>
                    <a:ext uri="{9D8B030D-6E8A-4147-A177-3AD203B41FA5}">
                      <a16:colId xmlns:a16="http://schemas.microsoft.com/office/drawing/2014/main" val="1598564492"/>
                    </a:ext>
                  </a:extLst>
                </a:gridCol>
              </a:tblGrid>
              <a:tr h="370275">
                <a:tc rowSpan="2">
                  <a:txBody>
                    <a:bodyPr/>
                    <a:lstStyle/>
                    <a:p>
                      <a:pPr algn="ctr">
                        <a:lnSpc>
                          <a:spcPts val="1200"/>
                        </a:lnSpc>
                      </a:pPr>
                      <a:r>
                        <a:rPr lang="ja-JP" altLang="en-US" sz="800" b="1" noProof="1">
                          <a:latin typeface="Meiryo UI" panose="020B0604030504040204" pitchFamily="50" charset="-128"/>
                          <a:ea typeface="Meiryo UI" panose="020B0604030504040204" pitchFamily="50" charset="-128"/>
                        </a:rPr>
                        <a:t>Product name</a:t>
                      </a:r>
                      <a:endParaRPr lang="en-GB" sz="800" b="1">
                        <a:latin typeface="Meiryo UI" panose="020B0604030504040204" pitchFamily="50" charset="-128"/>
                        <a:ea typeface="Meiryo UI" panose="020B0604030504040204" pitchFamily="50" charset="-128"/>
                      </a:endParaRPr>
                    </a:p>
                  </a:txBody>
                  <a:tcPr marL="36000" marR="36000" marT="18000" marB="18000" anchor="ctr"/>
                </a:tc>
                <a:tc rowSpan="2">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OCP version</a:t>
                      </a:r>
                      <a:endParaRPr lang="ja-JP" altLang="en-US" sz="800" b="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1"/>
                    </a:solidFill>
                  </a:tcPr>
                </a:tc>
                <a:tc rowSpan="2">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1" noProof="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SW version</a:t>
                      </a:r>
                      <a:endParaRPr lang="ja-JP" altLang="en-US" sz="800" b="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1"/>
                    </a:solidFill>
                  </a:tcPr>
                </a:tc>
                <a:tc rowSpan="2">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1" noProof="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Signaling</a:t>
                      </a:r>
                    </a:p>
                    <a:p>
                      <a:pPr marL="0" marR="0" lvl="0" indent="0" algn="ctr" defTabSz="685800" rtl="0" eaLnBrk="1" fontAlgn="auto" latinLnBrk="0" hangingPunct="1">
                        <a:lnSpc>
                          <a:spcPts val="1200"/>
                        </a:lnSpc>
                        <a:spcBef>
                          <a:spcPts val="0"/>
                        </a:spcBef>
                        <a:spcAft>
                          <a:spcPts val="0"/>
                        </a:spcAft>
                        <a:buClrTx/>
                        <a:buSzTx/>
                        <a:buFontTx/>
                        <a:buNone/>
                        <a:tabLst/>
                        <a:defRPr/>
                      </a:pPr>
                      <a:r>
                        <a:rPr lang="ja-JP" altLang="en-US" sz="800" b="1" noProof="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Opposing device</a:t>
                      </a:r>
                    </a:p>
                  </a:txBody>
                  <a:tcPr marL="36000" marR="36000" marT="18000" marB="18000" anchor="ctr">
                    <a:solidFill>
                      <a:schemeClr val="accent1"/>
                    </a:solidFill>
                  </a:tcPr>
                </a:tc>
                <a:tc rowSpan="2">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1" noProof="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Installer device</a:t>
                      </a:r>
                    </a:p>
                  </a:txBody>
                  <a:tcPr marL="36000" marR="36000" marT="18000" marB="18000" anchor="ctr">
                    <a:solidFill>
                      <a:schemeClr val="accent1"/>
                    </a:solidFill>
                  </a:tcPr>
                </a:tc>
                <a:tc rowSpan="2">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ja-JP" altLang="en-US" sz="800" b="1" noProof="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Construction method</a:t>
                      </a:r>
                    </a:p>
                  </a:txBody>
                  <a:tcPr marL="36000" marR="36000" marT="18000" marB="18000" anchor="ctr">
                    <a:solidFill>
                      <a:schemeClr val="accent1"/>
                    </a:solidFill>
                  </a:tcPr>
                </a:tc>
                <a:tc gridSpan="5">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1" noProof="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MGMT Opposing device (existing)</a:t>
                      </a:r>
                      <a:endParaRPr lang="ja-JP" altLang="en-US" sz="800" b="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tc>
                <a:tc hMerge="1">
                  <a:txBody>
                    <a:bodyPr/>
                    <a:lstStyle/>
                    <a:p>
                      <a:pPr marL="0" marR="0" lvl="0" indent="0" algn="l" defTabSz="685800" rtl="0" eaLnBrk="1" fontAlgn="auto" latinLnBrk="0" hangingPunct="1">
                        <a:lnSpc>
                          <a:spcPts val="1200"/>
                        </a:lnSpc>
                        <a:spcBef>
                          <a:spcPts val="0"/>
                        </a:spcBef>
                        <a:spcAft>
                          <a:spcPts val="0"/>
                        </a:spcAft>
                        <a:buClrTx/>
                        <a:buSzTx/>
                        <a:buFontTx/>
                        <a:buNone/>
                        <a:tabLst/>
                        <a:defRPr/>
                      </a:pPr>
                      <a:endParaRPr lang="en-US" sz="880" b="1">
                        <a:solidFill>
                          <a:srgbClr val="FFFFFF"/>
                        </a:solidFill>
                        <a:effectLst/>
                        <a:latin typeface="Meiryo UI" panose="020B0604030504040204" pitchFamily="50" charset="-128"/>
                        <a:ea typeface="Meiryo UI" panose="020B0604030504040204" pitchFamily="50" charset="-128"/>
                      </a:endParaRPr>
                    </a:p>
                  </a:txBody>
                  <a:tcPr marL="36000" marR="36000" marT="18000" marB="18000" anchor="ctr"/>
                </a:tc>
                <a:tc hMerge="1">
                  <a:txBody>
                    <a:bodyPr/>
                    <a:lstStyle/>
                    <a:p>
                      <a:pPr marL="0" marR="0" lvl="0" indent="0" algn="l" defTabSz="685800" rtl="0" eaLnBrk="1" fontAlgn="auto" latinLnBrk="0" hangingPunct="1">
                        <a:lnSpc>
                          <a:spcPts val="1200"/>
                        </a:lnSpc>
                        <a:spcBef>
                          <a:spcPts val="0"/>
                        </a:spcBef>
                        <a:spcAft>
                          <a:spcPts val="0"/>
                        </a:spcAft>
                        <a:buClrTx/>
                        <a:buSzTx/>
                        <a:buFontTx/>
                        <a:buNone/>
                        <a:tabLst/>
                        <a:defRPr/>
                      </a:pPr>
                      <a:endParaRPr lang="en-US" sz="880" b="1">
                        <a:solidFill>
                          <a:srgbClr val="FFFFFF"/>
                        </a:solidFill>
                        <a:effectLst/>
                        <a:latin typeface="Meiryo UI" panose="020B0604030504040204" pitchFamily="50" charset="-128"/>
                        <a:ea typeface="Meiryo UI" panose="020B0604030504040204" pitchFamily="50" charset="-128"/>
                      </a:endParaRPr>
                    </a:p>
                  </a:txBody>
                  <a:tcPr marL="36000" marR="36000" marT="18000" marB="18000" anchor="ctr"/>
                </a:tc>
                <a:tc hMerge="1">
                  <a:txBody>
                    <a:bodyPr/>
                    <a:lstStyle/>
                    <a:p>
                      <a:pPr marL="0" marR="0" lvl="0" indent="0" algn="l" defTabSz="685800" rtl="0" eaLnBrk="1" fontAlgn="auto" latinLnBrk="0" hangingPunct="1">
                        <a:lnSpc>
                          <a:spcPts val="1200"/>
                        </a:lnSpc>
                        <a:spcBef>
                          <a:spcPts val="0"/>
                        </a:spcBef>
                        <a:spcAft>
                          <a:spcPts val="0"/>
                        </a:spcAft>
                        <a:buClrTx/>
                        <a:buSzTx/>
                        <a:buFontTx/>
                        <a:buNone/>
                        <a:tabLst/>
                        <a:defRPr/>
                      </a:pPr>
                      <a:endParaRPr lang="en-US" sz="880" b="1">
                        <a:solidFill>
                          <a:srgbClr val="FFFFFF"/>
                        </a:solidFill>
                        <a:effectLst/>
                        <a:latin typeface="Meiryo UI" panose="020B0604030504040204" pitchFamily="50" charset="-128"/>
                        <a:ea typeface="Meiryo UI" panose="020B0604030504040204" pitchFamily="50" charset="-128"/>
                      </a:endParaRPr>
                    </a:p>
                  </a:txBody>
                  <a:tcPr marL="36000" marR="36000" marT="18000" marB="18000" anchor="ctr"/>
                </a:tc>
                <a:tc hMerge="1">
                  <a:txBody>
                    <a:bodyPr/>
                    <a:lstStyle/>
                    <a:p>
                      <a:pPr marL="0" marR="0" lvl="0" indent="0" algn="l" defTabSz="685800" rtl="0" eaLnBrk="1" fontAlgn="auto" latinLnBrk="0" hangingPunct="1">
                        <a:lnSpc>
                          <a:spcPts val="1200"/>
                        </a:lnSpc>
                        <a:spcBef>
                          <a:spcPts val="0"/>
                        </a:spcBef>
                        <a:spcAft>
                          <a:spcPts val="0"/>
                        </a:spcAft>
                        <a:buClrTx/>
                        <a:buSzTx/>
                        <a:buFontTx/>
                        <a:buNone/>
                        <a:tabLst/>
                        <a:defRPr/>
                      </a:pPr>
                      <a:endParaRPr lang="en-US" sz="880" b="1">
                        <a:solidFill>
                          <a:srgbClr val="FFFFFF"/>
                        </a:solidFill>
                        <a:effectLst/>
                        <a:latin typeface="Meiryo UI" panose="020B0604030504040204" pitchFamily="50" charset="-128"/>
                        <a:ea typeface="Meiryo UI" panose="020B0604030504040204" pitchFamily="50" charset="-128"/>
                      </a:endParaRPr>
                    </a:p>
                  </a:txBody>
                  <a:tcPr marL="36000" marR="36000" marT="18000" marB="18000" anchor="ctr"/>
                </a:tc>
                <a:extLst>
                  <a:ext uri="{0D108BD9-81ED-4DB2-BD59-A6C34878D82A}">
                    <a16:rowId xmlns:a16="http://schemas.microsoft.com/office/drawing/2014/main" val="142778647"/>
                  </a:ext>
                </a:extLst>
              </a:tr>
              <a:tr h="370275">
                <a:tc vMerge="1">
                  <a:txBody>
                    <a:bodyPr/>
                    <a:lstStyle/>
                    <a:p>
                      <a:endParaRPr/>
                    </a:p>
                  </a:txBody>
                  <a:tcPr marL="36000" marR="36000" marT="18000" marB="18000" anchor="ctr">
                    <a:solidFill>
                      <a:schemeClr val="accent1"/>
                    </a:solidFill>
                  </a:tcPr>
                </a:tc>
                <a:tc vMerge="1">
                  <a:txBody>
                    <a:bodyPr/>
                    <a:lstStyle/>
                    <a:p>
                      <a:endParaRPr lang="en-US"/>
                    </a:p>
                  </a:txBody>
                  <a:tcPr/>
                </a:tc>
                <a:tc vMerge="1">
                  <a:txBody>
                    <a:bodyPr/>
                    <a:lstStyle/>
                    <a:p>
                      <a:endParaRPr lang="en-US"/>
                    </a:p>
                  </a:txBody>
                  <a:tcPr/>
                </a:tc>
                <a:tc vMerge="1">
                  <a:txBody>
                    <a:bodyPr/>
                    <a:lstStyle/>
                    <a:p>
                      <a:pPr marL="0" marR="0" lvl="0" indent="0" algn="l" defTabSz="685800" rtl="0" eaLnBrk="1" fontAlgn="auto" latinLnBrk="0" hangingPunct="1">
                        <a:lnSpc>
                          <a:spcPts val="1200"/>
                        </a:lnSpc>
                        <a:spcBef>
                          <a:spcPts val="0"/>
                        </a:spcBef>
                        <a:spcAft>
                          <a:spcPts val="0"/>
                        </a:spcAft>
                        <a:buClrTx/>
                        <a:buSzTx/>
                        <a:buFontTx/>
                        <a:buNone/>
                        <a:tabLst/>
                        <a:defRPr/>
                      </a:pPr>
                      <a:endParaRPr lang="ja-JP" altLang="en-US" sz="880" b="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1"/>
                    </a:solidFill>
                  </a:tcPr>
                </a:tc>
                <a:tc vMerge="1">
                  <a:txBody>
                    <a:bodyPr/>
                    <a:lstStyle/>
                    <a:p>
                      <a:endParaRPr lang="en-US"/>
                    </a:p>
                  </a:txBody>
                  <a:tcPr/>
                </a:tc>
                <a:tc vMerge="1">
                  <a:txBody>
                    <a:bodyPr/>
                    <a:lstStyle/>
                    <a:p>
                      <a:endParaRPr lang="en-US"/>
                    </a:p>
                  </a:txBody>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1" noProof="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rPr>
                        <a:t>FM/PM</a:t>
                      </a:r>
                      <a:endParaRPr lang="ja-JP" altLang="en-US" sz="800" b="1">
                        <a:solidFill>
                          <a:schemeClr val="bg1"/>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1"/>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sz="800" b="1" noProof="1">
                          <a:solidFill>
                            <a:srgbClr val="FFFFFF"/>
                          </a:solidFill>
                          <a:effectLst/>
                          <a:latin typeface="Meiryo UI" panose="020B0604030504040204" pitchFamily="50" charset="-128"/>
                          <a:ea typeface="Meiryo UI" panose="020B0604030504040204" pitchFamily="50" charset="-128"/>
                        </a:rPr>
                        <a:t>CM</a:t>
                      </a:r>
                    </a:p>
                  </a:txBody>
                  <a:tcPr marL="36000" marR="36000" marT="18000" marB="18000" anchor="ctr">
                    <a:solidFill>
                      <a:schemeClr val="accent1"/>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sz="800" b="1" noProof="1">
                          <a:solidFill>
                            <a:srgbClr val="FFFFFF"/>
                          </a:solidFill>
                          <a:effectLst/>
                          <a:latin typeface="Meiryo UI" panose="020B0604030504040204" pitchFamily="50" charset="-128"/>
                          <a:ea typeface="Meiryo UI" panose="020B0604030504040204" pitchFamily="50" charset="-128"/>
                        </a:rPr>
                        <a:t>B&amp;R</a:t>
                      </a:r>
                    </a:p>
                  </a:txBody>
                  <a:tcPr marL="36000" marR="36000" marT="18000" marB="18000" anchor="ctr">
                    <a:solidFill>
                      <a:schemeClr val="accent1"/>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sz="800" b="1" noProof="1">
                          <a:solidFill>
                            <a:srgbClr val="FFFFFF"/>
                          </a:solidFill>
                          <a:effectLst/>
                          <a:latin typeface="Meiryo UI" panose="020B0604030504040204" pitchFamily="50" charset="-128"/>
                          <a:ea typeface="Meiryo UI" panose="020B0604030504040204" pitchFamily="50" charset="-128"/>
                        </a:rPr>
                        <a:t>Log collection</a:t>
                      </a:r>
                    </a:p>
                  </a:txBody>
                  <a:tcPr marL="36000" marR="36000" marT="18000" marB="18000" anchor="ctr">
                    <a:solidFill>
                      <a:schemeClr val="accent1"/>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sz="800" b="1" noProof="1">
                          <a:solidFill>
                            <a:srgbClr val="FFFFFF"/>
                          </a:solidFill>
                          <a:effectLst/>
                          <a:latin typeface="Meiryo UI" panose="020B0604030504040204" pitchFamily="50" charset="-128"/>
                          <a:ea typeface="Meiryo UI" panose="020B0604030504040204" pitchFamily="50" charset="-128"/>
                        </a:rPr>
                        <a:t>Health Check</a:t>
                      </a:r>
                    </a:p>
                  </a:txBody>
                  <a:tcPr marL="36000" marR="36000" marT="18000" marB="18000" anchor="ctr">
                    <a:solidFill>
                      <a:schemeClr val="accent1"/>
                    </a:solidFill>
                  </a:tcPr>
                </a:tc>
                <a:extLst>
                  <a:ext uri="{0D108BD9-81ED-4DB2-BD59-A6C34878D82A}">
                    <a16:rowId xmlns:a16="http://schemas.microsoft.com/office/drawing/2014/main" val="1445498642"/>
                  </a:ext>
                </a:extLst>
              </a:tr>
              <a:tr h="352090">
                <a:tc>
                  <a:txBody>
                    <a:bodyPr/>
                    <a:lstStyle/>
                    <a:p>
                      <a:pPr marL="0" marR="0" lvl="0" indent="0" algn="l" defTabSz="685800" rtl="0" eaLnBrk="1" fontAlgn="auto" latinLnBrk="0" hangingPunct="1">
                        <a:lnSpc>
                          <a:spcPts val="1200"/>
                        </a:lnSpc>
                        <a:spcBef>
                          <a:spcPts val="0"/>
                        </a:spcBef>
                        <a:spcAft>
                          <a:spcPts val="0"/>
                        </a:spcAft>
                        <a:buClrTx/>
                        <a:buSzTx/>
                        <a:buFontTx/>
                        <a:buNone/>
                        <a:tabLst/>
                        <a:defRPr/>
                      </a:pPr>
                      <a:r>
                        <a:rPr lang="en-US" altLang="ja-JP" sz="800" b="1" noProof="1">
                          <a:solidFill>
                            <a:srgbClr val="002060"/>
                          </a:solidFill>
                          <a:effectLst/>
                          <a:latin typeface="Meiryo UI" panose="020B0604030504040204" pitchFamily="50" charset="-128"/>
                          <a:ea typeface="Meiryo UI" panose="020B0604030504040204" pitchFamily="50" charset="-128"/>
                        </a:rPr>
                        <a:t>AUSF/UDM</a:t>
                      </a:r>
                      <a:endParaRPr lang="ja-JP" altLang="en-US" sz="800" b="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25000"/>
                        <a:lumOff val="75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0">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rPr>
                        <a:t>4.18</a:t>
                      </a:r>
                      <a:endParaRPr lang="ja-JP" altLang="en-US" sz="800" b="0">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0" noProof="1">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rPr>
                        <a:t>24.7</a:t>
                      </a:r>
                      <a:endParaRPr lang="ja-JP" altLang="en-US" sz="800" b="0">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rowSpan="5">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noProof="1">
                          <a:solidFill>
                            <a:schemeClr val="tx2"/>
                          </a:solidFill>
                          <a:latin typeface="Meiryo UI" panose="020B0604030504040204" pitchFamily="50" charset="-128"/>
                          <a:ea typeface="Meiryo UI" panose="020B0604030504040204" pitchFamily="50" charset="-128"/>
                        </a:rPr>
                        <a:t>Connection up to Lv618 build unit</a:t>
                      </a:r>
                    </a:p>
                  </a:txBody>
                  <a:tcPr marL="36000" marR="36000" marT="18000" marB="18000" anchor="ctr">
                    <a:solidFill>
                      <a:schemeClr val="tx2">
                        <a:lumMod val="10000"/>
                        <a:lumOff val="90000"/>
                      </a:schemeClr>
                    </a:solidFill>
                  </a:tcPr>
                </a:tc>
                <a:tc rowSpan="5">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NCOMv</a:t>
                      </a:r>
                      <a:endParaRPr lang="ja-JP" altLang="en-US"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ja-JP" altLang="en-US"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New</a:t>
                      </a:r>
                    </a:p>
                  </a:txBody>
                  <a:tcPr marL="36000" marR="36000" marT="18000" marB="18000" anchor="ctr">
                    <a:solidFill>
                      <a:schemeClr val="tx2">
                        <a:lumMod val="10000"/>
                        <a:lumOff val="90000"/>
                      </a:schemeClr>
                    </a:solidFill>
                  </a:tcPr>
                </a:tc>
                <a:tc rowSpan="5">
                  <a:txBody>
                    <a:bodyPr/>
                    <a:lstStyle/>
                    <a:p>
                      <a:pPr algn="ctr">
                        <a:lnSpc>
                          <a:spcPts val="1200"/>
                        </a:lnSpc>
                      </a:pPr>
                      <a:r>
                        <a:rPr lang="en-US" altLang="ja-JP"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NZEv</a:t>
                      </a:r>
                      <a:endParaRPr lang="en-US" alt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rowSpan="2">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GUI/CLI</a:t>
                      </a:r>
                    </a:p>
                  </a:txBody>
                  <a:tcPr marT="36000" marB="36000" anchor="ctr">
                    <a:solidFill>
                      <a:schemeClr val="tx2">
                        <a:lumMod val="10000"/>
                        <a:lumOff val="90000"/>
                      </a:schemeClr>
                    </a:solidFill>
                  </a:tcPr>
                </a:tc>
                <a:tc rowSpan="4">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NZEv</a:t>
                      </a:r>
                    </a:p>
                  </a:txBody>
                  <a:tcPr marT="36000" marB="36000" anchor="ctr">
                    <a:solidFill>
                      <a:schemeClr val="tx2">
                        <a:lumMod val="10000"/>
                        <a:lumOff val="90000"/>
                      </a:schemeClr>
                    </a:solidFill>
                  </a:tcPr>
                </a:tc>
                <a:tc rowSpan="5">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CSv</a:t>
                      </a:r>
                    </a:p>
                  </a:txBody>
                  <a:tcPr marT="36000" marB="36000" anchor="ctr">
                    <a:solidFill>
                      <a:schemeClr val="tx2">
                        <a:lumMod val="10000"/>
                        <a:lumOff val="90000"/>
                      </a:schemeClr>
                    </a:solidFill>
                  </a:tcPr>
                </a:tc>
                <a:tc rowSpan="5">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CSv</a:t>
                      </a:r>
                    </a:p>
                  </a:txBody>
                  <a:tcPr marT="36000" marB="36000" anchor="ctr">
                    <a:solidFill>
                      <a:schemeClr val="tx2">
                        <a:lumMod val="10000"/>
                        <a:lumOff val="90000"/>
                      </a:schemeClr>
                    </a:solidFill>
                  </a:tcPr>
                </a:tc>
                <a:extLst>
                  <a:ext uri="{0D108BD9-81ED-4DB2-BD59-A6C34878D82A}">
                    <a16:rowId xmlns:a16="http://schemas.microsoft.com/office/drawing/2014/main" val="3469483374"/>
                  </a:ext>
                </a:extLst>
              </a:tr>
              <a:tr h="352090">
                <a:tc>
                  <a:txBody>
                    <a:bodyPr/>
                    <a:lstStyle/>
                    <a:p>
                      <a:pPr marL="0" marR="0" lvl="0" indent="0" algn="l" defTabSz="685800" rtl="0" eaLnBrk="1" fontAlgn="auto" latinLnBrk="0" hangingPunct="1">
                        <a:lnSpc>
                          <a:spcPts val="1200"/>
                        </a:lnSpc>
                        <a:spcBef>
                          <a:spcPts val="0"/>
                        </a:spcBef>
                        <a:spcAft>
                          <a:spcPts val="0"/>
                        </a:spcAft>
                        <a:buClrTx/>
                        <a:buSzTx/>
                        <a:buFontTx/>
                        <a:buNone/>
                        <a:tabLst/>
                        <a:defRPr/>
                      </a:pPr>
                      <a:r>
                        <a:rPr lang="en-US" altLang="ja-JP" sz="800" b="1" noProof="1">
                          <a:solidFill>
                            <a:srgbClr val="002060"/>
                          </a:solidFill>
                          <a:effectLst/>
                          <a:latin typeface="Meiryo UI" panose="020B0604030504040204" pitchFamily="50" charset="-128"/>
                          <a:ea typeface="Meiryo UI" panose="020B0604030504040204" pitchFamily="50" charset="-128"/>
                        </a:rPr>
                        <a:t>HSS/HLR</a:t>
                      </a:r>
                      <a:endParaRPr lang="ja-JP" altLang="en-US" sz="800" b="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25000"/>
                        <a:lumOff val="75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4.18</a:t>
                      </a:r>
                      <a:endPar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0" noProof="1">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rPr>
                        <a:t>24.7</a:t>
                      </a:r>
                      <a:endParaRPr lang="ja-JP" altLang="en-US" sz="800" b="0">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endParaRPr/>
                    </a:p>
                  </a:txBody>
                  <a:tcPr marL="36000" marR="36000" marT="18000" marB="18000" anchor="ctr">
                    <a:solidFill>
                      <a:schemeClr val="tx2">
                        <a:lumMod val="10000"/>
                        <a:lumOff val="90000"/>
                      </a:schemeClr>
                    </a:solidFill>
                  </a:tcPr>
                </a:tc>
                <a:tc vMerge="1">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ja-JP" altLang="en-US"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Sengu</a:t>
                      </a:r>
                    </a:p>
                  </a:txBody>
                  <a:tcPr marL="36000" marR="36000" marT="18000" marB="18000" anchor="ctr">
                    <a:solidFill>
                      <a:schemeClr val="tx2">
                        <a:lumMod val="10000"/>
                        <a:lumOff val="90000"/>
                      </a:schemeClr>
                    </a:solidFill>
                  </a:tcPr>
                </a:tc>
                <a:tc vMerge="1">
                  <a:txBody>
                    <a:bodyPr/>
                    <a:lstStyle/>
                    <a:p>
                      <a:pPr algn="ctr">
                        <a:lnSpc>
                          <a:spcPts val="1200"/>
                        </a:lnSpc>
                      </a:pPr>
                      <a:endParaRPr lang="en-US" alt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extLst>
                  <a:ext uri="{0D108BD9-81ED-4DB2-BD59-A6C34878D82A}">
                    <a16:rowId xmlns:a16="http://schemas.microsoft.com/office/drawing/2014/main" val="4064282593"/>
                  </a:ext>
                </a:extLst>
              </a:tr>
              <a:tr h="352090">
                <a:tc>
                  <a:txBody>
                    <a:bodyPr/>
                    <a:lstStyle/>
                    <a:p>
                      <a:pPr marL="0" marR="0" lvl="0" indent="0" algn="l" defTabSz="685800" rtl="0" eaLnBrk="1" fontAlgn="auto" latinLnBrk="0" hangingPunct="1">
                        <a:lnSpc>
                          <a:spcPts val="1200"/>
                        </a:lnSpc>
                        <a:spcBef>
                          <a:spcPts val="0"/>
                        </a:spcBef>
                        <a:spcAft>
                          <a:spcPts val="0"/>
                        </a:spcAft>
                        <a:buClrTx/>
                        <a:buSzTx/>
                        <a:buFontTx/>
                        <a:buNone/>
                        <a:tabLst/>
                        <a:defRPr/>
                      </a:pPr>
                      <a:r>
                        <a:rPr lang="en-US" sz="800" b="1" noProof="1">
                          <a:solidFill>
                            <a:srgbClr val="002060"/>
                          </a:solidFill>
                          <a:effectLst/>
                          <a:latin typeface="Meiryo UI" panose="020B0604030504040204" pitchFamily="50" charset="-128"/>
                          <a:ea typeface="Meiryo UI" panose="020B0604030504040204" pitchFamily="50" charset="-128"/>
                        </a:rPr>
                        <a:t>One-EIR(4G/5G)</a:t>
                      </a:r>
                      <a:endParaRPr lang="ja-JP" altLang="en-US" sz="800" b="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25000"/>
                        <a:lumOff val="75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4.18</a:t>
                      </a:r>
                      <a:endPar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algn="ctr">
                        <a:lnSpc>
                          <a:spcPts val="1200"/>
                        </a:lnSpc>
                      </a:pPr>
                      <a:r>
                        <a:rPr lang="en-US" altLang="ja-JP" sz="800" b="0" noProof="1">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rPr>
                        <a:t>24.7</a:t>
                      </a:r>
                      <a:endParaRPr lang="ja-JP" sz="800" b="0">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endParaRPr/>
                    </a:p>
                  </a:txBody>
                  <a:tcPr marL="36000" marR="36000" marT="18000" marB="18000" anchor="ctr">
                    <a:solidFill>
                      <a:schemeClr val="tx2">
                        <a:lumMod val="10000"/>
                        <a:lumOff val="90000"/>
                      </a:schemeClr>
                    </a:solidFill>
                  </a:tcPr>
                </a:tc>
                <a:tc vMerge="1">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ja-JP" altLang="en-US"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Sengu (4G)</a:t>
                      </a:r>
                    </a:p>
                    <a:p>
                      <a:pPr marL="0" marR="0" lvl="0" indent="0" algn="ctr" defTabSz="685800" rtl="0" eaLnBrk="1" fontAlgn="auto" latinLnBrk="0" hangingPunct="1">
                        <a:lnSpc>
                          <a:spcPts val="1200"/>
                        </a:lnSpc>
                        <a:spcBef>
                          <a:spcPts val="0"/>
                        </a:spcBef>
                        <a:spcAft>
                          <a:spcPts val="0"/>
                        </a:spcAft>
                        <a:buClrTx/>
                        <a:buSzTx/>
                        <a:buFontTx/>
                        <a:buNone/>
                        <a:tabLst/>
                        <a:defRPr/>
                      </a:pPr>
                      <a:r>
                        <a:rPr lang="ja-JP" altLang="en-US"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New (5G)</a:t>
                      </a:r>
                      <a:endParaRPr lang="ja-JP" altLang="en-US"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pPr algn="ctr">
                        <a:lnSpc>
                          <a:spcPts val="1200"/>
                        </a:lnSpc>
                      </a:pPr>
                      <a:endParaRPr lang="en-US" alt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CLI</a:t>
                      </a: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extLst>
                  <a:ext uri="{0D108BD9-81ED-4DB2-BD59-A6C34878D82A}">
                    <a16:rowId xmlns:a16="http://schemas.microsoft.com/office/drawing/2014/main" val="4266133323"/>
                  </a:ext>
                </a:extLst>
              </a:tr>
              <a:tr h="352090">
                <a:tc>
                  <a:txBody>
                    <a:bodyPr/>
                    <a:lstStyle/>
                    <a:p>
                      <a:pPr>
                        <a:lnSpc>
                          <a:spcPts val="1200"/>
                        </a:lnSpc>
                      </a:pPr>
                      <a:r>
                        <a:rPr lang="en-US" altLang="ja-JP" sz="800" b="1" noProof="1">
                          <a:solidFill>
                            <a:srgbClr val="002060"/>
                          </a:solidFill>
                          <a:effectLst/>
                          <a:latin typeface="Meiryo UI" panose="020B0604030504040204" pitchFamily="50" charset="-128"/>
                          <a:ea typeface="Meiryo UI" panose="020B0604030504040204" pitchFamily="50" charset="-128"/>
                        </a:rPr>
                        <a:t>SCPv (SCP/BSF/DRA)</a:t>
                      </a:r>
                      <a:endParaRPr lang="ja-JP" altLang="en-US" sz="800" b="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25000"/>
                        <a:lumOff val="75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4.18</a:t>
                      </a:r>
                      <a:endPar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algn="ctr">
                        <a:lnSpc>
                          <a:spcPts val="1200"/>
                        </a:lnSpc>
                      </a:pPr>
                      <a:r>
                        <a:rPr lang="en-US" altLang="ja-JP"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25.7</a:t>
                      </a:r>
                      <a:endParaRPr 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endParaRPr/>
                    </a:p>
                  </a:txBody>
                  <a:tcPr marL="36000" marR="36000" marT="18000" marB="18000" anchor="ctr">
                    <a:solidFill>
                      <a:schemeClr val="tx2">
                        <a:lumMod val="10000"/>
                        <a:lumOff val="90000"/>
                      </a:schemeClr>
                    </a:solidFill>
                  </a:tcPr>
                </a:tc>
                <a:tc vMerge="1">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ja-JP" altLang="en-US"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New (SCP/BSF)</a:t>
                      </a:r>
                    </a:p>
                    <a:p>
                      <a:pPr marL="0" marR="0" lvl="0" indent="0" algn="ctr" defTabSz="685800" rtl="0" eaLnBrk="1" fontAlgn="auto" latinLnBrk="0" hangingPunct="1">
                        <a:lnSpc>
                          <a:spcPts val="1200"/>
                        </a:lnSpc>
                        <a:spcBef>
                          <a:spcPts val="0"/>
                        </a:spcBef>
                        <a:spcAft>
                          <a:spcPts val="0"/>
                        </a:spcAft>
                        <a:buClrTx/>
                        <a:buSzTx/>
                        <a:buFontTx/>
                        <a:buNone/>
                        <a:tabLst/>
                        <a:defRPr/>
                      </a:pPr>
                      <a:r>
                        <a:rPr kumimoji="0" lang="ja-JP" altLang="en-US"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Sengu (DRA)</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pPr algn="ctr">
                        <a:lnSpc>
                          <a:spcPts val="1200"/>
                        </a:lnSpc>
                      </a:pPr>
                      <a:endParaRPr lang="en-US" alt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rowSpan="2">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GUI/CLI</a:t>
                      </a: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extLst>
                  <a:ext uri="{0D108BD9-81ED-4DB2-BD59-A6C34878D82A}">
                    <a16:rowId xmlns:a16="http://schemas.microsoft.com/office/drawing/2014/main" val="884206373"/>
                  </a:ext>
                </a:extLst>
              </a:tr>
              <a:tr h="352090">
                <a:tc>
                  <a:txBody>
                    <a:bodyPr/>
                    <a:lstStyle/>
                    <a:p>
                      <a:pPr>
                        <a:lnSpc>
                          <a:spcPts val="1200"/>
                        </a:lnSpc>
                      </a:pPr>
                      <a:r>
                        <a:rPr lang="en-US" altLang="ja-JP" sz="800" b="1" noProof="1">
                          <a:solidFill>
                            <a:srgbClr val="002060"/>
                          </a:solidFill>
                          <a:effectLst/>
                          <a:latin typeface="Meiryo UI" panose="020B0604030504040204" pitchFamily="50" charset="-128"/>
                          <a:ea typeface="Meiryo UI" panose="020B0604030504040204" pitchFamily="50" charset="-128"/>
                        </a:rPr>
                        <a:t>PCF/PCRFv</a:t>
                      </a:r>
                      <a:endParaRPr lang="ja-JP" altLang="en-US" sz="800" b="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25000"/>
                        <a:lumOff val="75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4.18</a:t>
                      </a:r>
                      <a:endPar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algn="ctr">
                        <a:lnSpc>
                          <a:spcPts val="1200"/>
                        </a:lnSpc>
                      </a:pPr>
                      <a:r>
                        <a:rPr lang="en-US" altLang="ja-JP"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25.7</a:t>
                      </a:r>
                      <a:endParaRPr 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endParaRPr/>
                    </a:p>
                  </a:txBody>
                  <a:tcPr marL="36000" marR="36000" marT="18000" marB="18000" anchor="ctr">
                    <a:solidFill>
                      <a:schemeClr val="tx2">
                        <a:lumMod val="10000"/>
                        <a:lumOff val="90000"/>
                      </a:schemeClr>
                    </a:solidFill>
                  </a:tcPr>
                </a:tc>
                <a:tc vMerge="1">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ja-JP" altLang="en-US"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New</a:t>
                      </a:r>
                    </a:p>
                  </a:txBody>
                  <a:tcPr marL="36000" marR="36000" marT="18000" marB="18000" anchor="ctr">
                    <a:solidFill>
                      <a:schemeClr val="tx2">
                        <a:lumMod val="10000"/>
                        <a:lumOff val="90000"/>
                      </a:schemeClr>
                    </a:solidFill>
                  </a:tcPr>
                </a:tc>
                <a:tc vMerge="1">
                  <a:txBody>
                    <a:bodyPr/>
                    <a:lstStyle/>
                    <a:p>
                      <a:pPr algn="ctr">
                        <a:lnSpc>
                          <a:spcPts val="1200"/>
                        </a:lnSpc>
                      </a:pPr>
                      <a:endParaRPr lang="en-US" alt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CSv</a:t>
                      </a: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tx2">
                        <a:lumMod val="10000"/>
                        <a:lumOff val="90000"/>
                      </a:schemeClr>
                    </a:solidFill>
                  </a:tcPr>
                </a:tc>
                <a:extLst>
                  <a:ext uri="{0D108BD9-81ED-4DB2-BD59-A6C34878D82A}">
                    <a16:rowId xmlns:a16="http://schemas.microsoft.com/office/drawing/2014/main" val="1861621105"/>
                  </a:ext>
                </a:extLst>
              </a:tr>
              <a:tr h="352090">
                <a:tc>
                  <a:txBody>
                    <a:bodyPr/>
                    <a:lstStyle/>
                    <a:p>
                      <a:pPr marL="0" marR="0" lvl="0" indent="0" algn="l" defTabSz="685800" rtl="0" eaLnBrk="1" fontAlgn="auto" latinLnBrk="0" hangingPunct="1">
                        <a:lnSpc>
                          <a:spcPts val="1200"/>
                        </a:lnSpc>
                        <a:spcBef>
                          <a:spcPts val="0"/>
                        </a:spcBef>
                        <a:spcAft>
                          <a:spcPts val="0"/>
                        </a:spcAft>
                        <a:buClrTx/>
                        <a:buSzTx/>
                        <a:buFontTx/>
                        <a:buNone/>
                        <a:tabLst/>
                        <a:defRPr/>
                      </a:pPr>
                      <a:r>
                        <a:rPr lang="en-US" sz="800" b="1" noProof="1">
                          <a:solidFill>
                            <a:srgbClr val="002060"/>
                          </a:solidFill>
                          <a:effectLst/>
                          <a:latin typeface="Meiryo UI" panose="020B0604030504040204" pitchFamily="50" charset="-128"/>
                          <a:ea typeface="Meiryo UI" panose="020B0604030504040204" pitchFamily="50" charset="-128"/>
                        </a:rPr>
                        <a:t>NCOMv</a:t>
                      </a:r>
                      <a:endParaRPr lang="ja-JP" altLang="en-US" sz="800" b="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40000"/>
                        <a:lumOff val="60000"/>
                      </a:schemeClr>
                    </a:solidFill>
                  </a:tcPr>
                </a:tc>
                <a:tc>
                  <a:txBody>
                    <a:bodyPr/>
                    <a:lstStyle/>
                    <a:p>
                      <a:pPr algn="ctr">
                        <a:lnSpc>
                          <a:spcPts val="1200"/>
                        </a:lnSpc>
                      </a:pPr>
                      <a:r>
                        <a:rPr lang="en-US" alt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4.13</a:t>
                      </a:r>
                      <a:endParaRPr 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a:txBody>
                    <a:bodyPr/>
                    <a:lstStyle/>
                    <a:p>
                      <a:pPr algn="ctr">
                        <a:lnSpc>
                          <a:spcPts val="1200"/>
                        </a:lnSpc>
                      </a:pPr>
                      <a:r>
                        <a:rPr lang="en-US" altLang="ja-JP"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24 FP1</a:t>
                      </a:r>
                      <a:endParaRPr 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noProof="1">
                          <a:solidFill>
                            <a:schemeClr val="tx2"/>
                          </a:solidFill>
                          <a:latin typeface="Meiryo UI" panose="020B0604030504040204" pitchFamily="50" charset="-128"/>
                          <a:ea typeface="Meiryo UI" panose="020B0604030504040204" pitchFamily="50" charset="-128"/>
                        </a:rPr>
                        <a:t>Connection up to Lv618 build unit</a:t>
                      </a:r>
                    </a:p>
                  </a:txBody>
                  <a:tcPr marL="36000" marR="36000" marT="18000" marB="18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NCOMv</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rowSpan="2">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ja-JP" altLang="en-US"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New</a:t>
                      </a:r>
                    </a:p>
                  </a:txBody>
                  <a:tcPr marL="36000" marR="36000" marT="18000" marB="18000" anchor="ctr">
                    <a:solidFill>
                      <a:schemeClr val="accent2">
                        <a:lumMod val="20000"/>
                        <a:lumOff val="80000"/>
                      </a:schemeClr>
                    </a:solidFill>
                  </a:tcPr>
                </a:tc>
                <a:tc>
                  <a:txBody>
                    <a:bodyPr/>
                    <a:lstStyle/>
                    <a:p>
                      <a:pPr algn="ctr">
                        <a:lnSpc>
                          <a:spcPts val="1200"/>
                        </a:lnSpc>
                      </a:pPr>
                      <a:r>
                        <a:rPr lang="en-US" altLang="ja-JP" sz="800" b="0" noProof="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rPr>
                        <a:t>NZEv</a:t>
                      </a:r>
                      <a:endParaRPr lang="en-US" altLang="ja-JP" sz="800" b="0">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GUI</a:t>
                      </a:r>
                    </a:p>
                  </a:txBody>
                  <a:tcPr marT="36000" marB="36000" anchor="ctr">
                    <a:solidFill>
                      <a:schemeClr val="accent2">
                        <a:lumMod val="20000"/>
                        <a:lumOff val="80000"/>
                      </a:schemeClr>
                    </a:solidFill>
                  </a:tcPr>
                </a:tc>
                <a:tc rowSpan="2">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CSv</a:t>
                      </a:r>
                    </a:p>
                  </a:txBody>
                  <a:tcPr marT="36000" marB="36000" anchor="ctr">
                    <a:solidFill>
                      <a:schemeClr val="accent2">
                        <a:lumMod val="20000"/>
                        <a:lumOff val="80000"/>
                      </a:schemeClr>
                    </a:solidFill>
                  </a:tcPr>
                </a:tc>
                <a:tc>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CSv</a:t>
                      </a:r>
                    </a:p>
                  </a:txBody>
                  <a:tcPr marT="36000" marB="36000" anchor="ctr">
                    <a:solidFill>
                      <a:schemeClr val="accent2">
                        <a:lumMod val="20000"/>
                        <a:lumOff val="80000"/>
                      </a:schemeClr>
                    </a:solidFill>
                  </a:tcPr>
                </a:tc>
                <a:tc>
                  <a:txBody>
                    <a:bodyPr/>
                    <a:lstStyle/>
                    <a:p>
                      <a:pPr algn="ctr" fontAlgn="base"/>
                      <a:r>
                        <a:rPr lang="en-US" altLang="ja-JP" sz="800" b="0" noProof="1">
                          <a:solidFill>
                            <a:srgbClr val="002060"/>
                          </a:solidFill>
                          <a:effectLst/>
                          <a:latin typeface="Meiryo UI" panose="020B0604030504040204" pitchFamily="50" charset="-128"/>
                          <a:ea typeface="Meiryo UI" panose="020B0604030504040204" pitchFamily="50" charset="-128"/>
                        </a:rPr>
                        <a:t>CSv</a:t>
                      </a:r>
                    </a:p>
                  </a:txBody>
                  <a:tcPr marT="36000" marB="36000" anchor="ctr">
                    <a:solidFill>
                      <a:schemeClr val="accent2">
                        <a:lumMod val="20000"/>
                        <a:lumOff val="80000"/>
                      </a:schemeClr>
                    </a:solidFill>
                  </a:tcPr>
                </a:tc>
                <a:extLst>
                  <a:ext uri="{0D108BD9-81ED-4DB2-BD59-A6C34878D82A}">
                    <a16:rowId xmlns:a16="http://schemas.microsoft.com/office/drawing/2014/main" val="576427976"/>
                  </a:ext>
                </a:extLst>
              </a:tr>
              <a:tr h="352090">
                <a:tc>
                  <a:txBody>
                    <a:bodyPr/>
                    <a:lstStyle/>
                    <a:p>
                      <a:pPr marL="0" marR="0" lvl="0" indent="0" algn="l" defTabSz="685800" rtl="0" eaLnBrk="1" fontAlgn="auto" latinLnBrk="0" hangingPunct="1">
                        <a:lnSpc>
                          <a:spcPts val="1200"/>
                        </a:lnSpc>
                        <a:spcBef>
                          <a:spcPts val="0"/>
                        </a:spcBef>
                        <a:spcAft>
                          <a:spcPts val="0"/>
                        </a:spcAft>
                        <a:buClrTx/>
                        <a:buSzTx/>
                        <a:buFontTx/>
                        <a:buNone/>
                        <a:tabLst/>
                        <a:defRPr/>
                      </a:pPr>
                      <a:r>
                        <a:rPr lang="en-US" altLang="ja-JP" sz="800" b="1" noProof="1">
                          <a:solidFill>
                            <a:srgbClr val="002060"/>
                          </a:solidFill>
                          <a:effectLst/>
                          <a:latin typeface="Meiryo UI" panose="020B0604030504040204" pitchFamily="50" charset="-128"/>
                          <a:ea typeface="Meiryo UI" panose="020B0604030504040204" pitchFamily="50" charset="-128"/>
                        </a:rPr>
                        <a:t>Mirroring Server</a:t>
                      </a:r>
                      <a:endParaRPr lang="en-US" altLang="ja-JP" sz="800" b="1">
                        <a:solidFill>
                          <a:srgbClr val="002060"/>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40000"/>
                        <a:lumOff val="6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0">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rPr>
                        <a:t>4.18</a:t>
                      </a:r>
                      <a:endParaRPr lang="ja-JP" altLang="en-US" sz="800" b="0">
                        <a:solidFill>
                          <a:schemeClr val="tx2"/>
                        </a:solidFill>
                        <a:effectLst/>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lang="en-US" altLang="ja-JP" sz="800" b="0" noProof="1">
                          <a:solidFill>
                            <a:srgbClr val="002060"/>
                          </a:solidFill>
                          <a:effectLst/>
                          <a:latin typeface="Meiryo UI" panose="020B0604030504040204" pitchFamily="50" charset="-128"/>
                          <a:ea typeface="Meiryo UI" panose="020B0604030504040204" pitchFamily="50" charset="-128"/>
                        </a:rPr>
                        <a:t>N/A</a:t>
                      </a:r>
                      <a:endParaRPr lang="ja-JP" altLang="en-US" sz="800" b="0">
                        <a:solidFill>
                          <a:srgbClr val="002060"/>
                        </a:solidFill>
                        <a:effectLst/>
                        <a:latin typeface="Meiryo UI" panose="020B0604030504040204" pitchFamily="50" charset="-128"/>
                        <a:ea typeface="Meiryo UI" panose="020B0604030504040204" pitchFamily="50" charset="-128"/>
                      </a:endParaRPr>
                    </a:p>
                  </a:txBody>
                  <a:tcPr marL="36000" marR="36000" marT="18000" marB="18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SCPv</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N/A</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vMerge="1">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N/A</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L="36000" marR="36000" marT="18000" marB="18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N/A(CLI)</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T="36000" marB="36000" anchor="ctr">
                    <a:solidFill>
                      <a:schemeClr val="accent2">
                        <a:lumMod val="20000"/>
                        <a:lumOff val="80000"/>
                      </a:schemeClr>
                    </a:solidFill>
                  </a:tcPr>
                </a:tc>
                <a:tc vMerge="1">
                  <a:txBody>
                    <a:bodyPr/>
                    <a:lstStyle/>
                    <a:p>
                      <a:pPr algn="ctr" fontAlgn="base"/>
                      <a:endParaRPr lang="en-US" altLang="ja-JP" sz="800" b="0" noProof="1">
                        <a:solidFill>
                          <a:srgbClr val="002060"/>
                        </a:solidFill>
                        <a:effectLst/>
                        <a:latin typeface="Meiryo UI" panose="020B0604030504040204" pitchFamily="50" charset="-128"/>
                        <a:ea typeface="Meiryo UI" panose="020B0604030504040204" pitchFamily="50" charset="-128"/>
                      </a:endParaRPr>
                    </a:p>
                  </a:txBody>
                  <a:tcPr marT="36000" marB="36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N/A</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T="36000" marB="36000" anchor="ctr">
                    <a:solidFill>
                      <a:schemeClr val="accent2">
                        <a:lumMod val="20000"/>
                        <a:lumOff val="80000"/>
                      </a:schemeClr>
                    </a:solidFill>
                  </a:tcPr>
                </a:tc>
                <a:tc>
                  <a:txBody>
                    <a:bodyPr/>
                    <a:lstStyle/>
                    <a:p>
                      <a:pPr marL="0" marR="0" lvl="0" indent="0" algn="ctr" defTabSz="685800" rtl="0" eaLnBrk="1" fontAlgn="auto" latinLnBrk="0" hangingPunct="1">
                        <a:lnSpc>
                          <a:spcPts val="1200"/>
                        </a:lnSpc>
                        <a:spcBef>
                          <a:spcPts val="0"/>
                        </a:spcBef>
                        <a:spcAft>
                          <a:spcPts val="0"/>
                        </a:spcAft>
                        <a:buClrTx/>
                        <a:buSzTx/>
                        <a:buFontTx/>
                        <a:buNone/>
                        <a:tabLst/>
                        <a:defRPr/>
                      </a:pPr>
                      <a:r>
                        <a:rPr kumimoji="0" lang="en-US" altLang="ja-JP" sz="800" b="0" i="0" u="none" strike="noStrike" kern="1200" cap="none" spc="0" normalizeH="0" baseline="0" noProof="1">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N/A</a:t>
                      </a:r>
                      <a:endParaRPr kumimoji="0" lang="ja-JP" altLang="en-US" sz="800" b="0" i="0" u="none" strike="noStrike" kern="1200" cap="none" spc="0" normalizeH="0" baseline="0" noProof="0">
                        <a:ln>
                          <a:noFill/>
                        </a:ln>
                        <a:solidFill>
                          <a:srgbClr val="002060"/>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txBody>
                  <a:tcPr marT="36000" marB="36000" anchor="ctr">
                    <a:solidFill>
                      <a:schemeClr val="accent2">
                        <a:lumMod val="20000"/>
                        <a:lumOff val="80000"/>
                      </a:schemeClr>
                    </a:solidFill>
                  </a:tcPr>
                </a:tc>
                <a:extLst>
                  <a:ext uri="{0D108BD9-81ED-4DB2-BD59-A6C34878D82A}">
                    <a16:rowId xmlns:a16="http://schemas.microsoft.com/office/drawing/2014/main" val="3415620767"/>
                  </a:ext>
                </a:extLst>
              </a:tr>
            </a:tbl>
          </a:graphicData>
        </a:graphic>
      </p:graphicFrame>
      <p:sp>
        <p:nvSpPr>
          <p:cNvPr id="3" name="TextBox 2">
            <a:extLst>
              <a:ext uri="{FF2B5EF4-FFF2-40B4-BE49-F238E27FC236}">
                <a16:creationId xmlns:a16="http://schemas.microsoft.com/office/drawing/2014/main" id="{EE5F6971-AF70-4FC2-3ADC-0758702552EA}"/>
              </a:ext>
            </a:extLst>
          </p:cNvPr>
          <p:cNvSpPr txBox="1"/>
          <p:nvPr/>
        </p:nvSpPr>
        <p:spPr>
          <a:xfrm>
            <a:off x="97608" y="4316135"/>
            <a:ext cx="6359377" cy="553998"/>
          </a:xfrm>
          <a:prstGeom prst="rect">
            <a:avLst/>
          </a:prstGeom>
          <a:no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300"/>
              </a:spcAft>
              <a:buClrTx/>
              <a:buSzTx/>
              <a:buFont typeface="Arial" panose="020B0604020202020204" pitchFamily="34" charset="0"/>
              <a:buChar char="•"/>
              <a:tabLst>
                <a:tab pos="180000" algn="l"/>
              </a:tabLst>
              <a:defRPr/>
            </a:pPr>
            <a:r>
              <a:rPr kumimoji="0" lang="en-US" altLang="ja-JP" sz="96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Integrating between Lv618 constructors is done</a:t>
            </a:r>
            <a:br>
              <a:rPr kumimoji="0" lang="en-US" altLang="ja-JP" sz="96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960" b="0" i="0" u="none" strike="noStrike" kern="1200" cap="none" spc="0" normalizeH="0" baseline="0" noProof="1">
                <a:ln>
                  <a:noFill/>
                </a:ln>
                <a:solidFill>
                  <a:srgbClr val="CCCCCC"/>
                </a:solidFill>
                <a:effectLst/>
                <a:uLnTx/>
                <a:uFillTx/>
                <a:latin typeface="Nokia Pure Text Light"/>
                <a:ea typeface="+mn-ea"/>
                <a:cs typeface="+mn-cs"/>
              </a:rPr>
              <a:t>Signaling counter-devices are </a:t>
            </a:r>
            <a:r>
              <a:rPr kumimoji="0" lang="ja-JP" altLang="en-US" sz="960" b="1" i="0" u="sng" strike="noStrike" kern="1200" cap="none" spc="0" normalizeH="0" baseline="0" noProof="1">
                <a:ln>
                  <a:noFill/>
                </a:ln>
                <a:solidFill>
                  <a:srgbClr val="005AFF"/>
                </a:solidFill>
                <a:effectLst/>
                <a:uLnTx/>
                <a:uFillTx/>
                <a:latin typeface="Meiryo UI" panose="020B0604030504040204" pitchFamily="50" charset="-128"/>
                <a:ea typeface="Meiryo UI" panose="020B0604030504040204" pitchFamily="50" charset="-128"/>
                <a:cs typeface="+mn-cs"/>
              </a:rPr>
              <a:t>assumed to have completed integs</a:t>
            </a:r>
            <a:r>
              <a:rPr kumimoji="0" lang="en-US" altLang="ja-JP" sz="960" b="0" i="0" u="none" strike="noStrike" kern="1200" cap="none" spc="0" normalizeH="0" baseline="0" noProof="1">
                <a:ln>
                  <a:noFill/>
                </a:ln>
                <a:solidFill>
                  <a:srgbClr val="CCCCCC"/>
                </a:solidFill>
                <a:effectLst/>
                <a:uLnTx/>
                <a:uFillTx/>
                <a:latin typeface="Nokia Pure Text Light"/>
                <a:ea typeface="+mn-ea"/>
                <a:cs typeface="+mn-cs"/>
              </a:rPr>
              <a:t> </a:t>
            </a:r>
            <a:r>
              <a:rPr kumimoji="0" lang="en-US" altLang="ja-JP" sz="96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after construction and before commercial traffic starts flowing</a:t>
            </a:r>
            <a:r>
              <a:rPr kumimoji="0" lang="en-US" altLang="ja-JP" sz="960" b="0" i="0" u="none" strike="noStrike" kern="1200" cap="none" spc="0" normalizeH="0" baseline="0" noProof="1">
                <a:ln>
                  <a:noFill/>
                </a:ln>
                <a:solidFill>
                  <a:srgbClr val="CCCCCC"/>
                </a:solidFill>
                <a:effectLst/>
                <a:uLnTx/>
                <a:uFillTx/>
                <a:latin typeface="Nokia Pure Text Light"/>
                <a:ea typeface="+mn-ea"/>
                <a:cs typeface="+mn-cs"/>
              </a:rPr>
              <a:t> in.</a:t>
            </a:r>
            <a:br>
              <a:rPr kumimoji="0" lang="en-US" altLang="ja-JP" sz="96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960" b="1" i="0" u="sng" strike="noStrike" kern="1200" cap="none" spc="0" normalizeH="0" baseline="0" noProof="1">
                <a:ln>
                  <a:noFill/>
                </a:ln>
                <a:solidFill>
                  <a:srgbClr val="FF0000"/>
                </a:solidFill>
                <a:effectLst/>
                <a:uLnTx/>
                <a:uFillTx/>
                <a:latin typeface="Meiryo UI" panose="020B0604030504040204" pitchFamily="50" charset="-128"/>
                <a:ea typeface="Meiryo UI" panose="020B0604030504040204" pitchFamily="50" charset="-128"/>
                <a:cs typeface="+mn-cs"/>
              </a:rPr>
              <a:t>➡ Consultation with xGN/KDDI is required</a:t>
            </a:r>
            <a:r>
              <a:rPr kumimoji="0" lang="en-US" altLang="ja-JP" sz="960" b="0" i="0" u="none" strike="noStrike" kern="1200" cap="none" spc="0" normalizeH="0" baseline="0" noProof="1">
                <a:ln>
                  <a:noFill/>
                </a:ln>
                <a:solidFill>
                  <a:srgbClr val="CCCCCC"/>
                </a:solidFill>
                <a:effectLst/>
                <a:uLnTx/>
                <a:uFillTx/>
                <a:latin typeface="Nokia Pure Text Light"/>
                <a:ea typeface="+mn-ea"/>
                <a:cs typeface="+mn-cs"/>
              </a:rPr>
              <a:t>.</a:t>
            </a:r>
            <a:endParaRPr kumimoji="0" lang="en-US" altLang="ja-JP" sz="960" b="1" i="0" u="sng"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5" name="TextBox 4">
            <a:extLst>
              <a:ext uri="{FF2B5EF4-FFF2-40B4-BE49-F238E27FC236}">
                <a16:creationId xmlns:a16="http://schemas.microsoft.com/office/drawing/2014/main" id="{86929393-3765-AD22-E0D9-605D12FA7BE9}"/>
              </a:ext>
            </a:extLst>
          </p:cNvPr>
          <p:cNvSpPr txBox="1"/>
          <p:nvPr/>
        </p:nvSpPr>
        <p:spPr>
          <a:xfrm>
            <a:off x="6347791" y="4316135"/>
            <a:ext cx="2796210" cy="400110"/>
          </a:xfrm>
          <a:prstGeom prst="rect">
            <a:avLst/>
          </a:prstGeom>
          <a:noFill/>
          <a:ln>
            <a:noFill/>
          </a:ln>
        </p:spPr>
        <p:txBody>
          <a:bodyPr wrap="square">
            <a:spAutoFit/>
          </a:bodyPr>
          <a:lstStyle/>
          <a:p>
            <a:pPr marL="0" marR="0" lvl="0" indent="0" algn="l" defTabSz="457200" rtl="0" eaLnBrk="1" fontAlgn="auto" latinLnBrk="0" hangingPunct="1">
              <a:lnSpc>
                <a:spcPts val="1200"/>
              </a:lnSpc>
              <a:spcBef>
                <a:spcPts val="0"/>
              </a:spcBef>
              <a:spcAft>
                <a:spcPts val="0"/>
              </a:spcAft>
              <a:buClrTx/>
              <a:buSzTx/>
              <a:buFontTx/>
              <a:buNone/>
              <a:tabLst/>
              <a:defRPr/>
            </a:pPr>
            <a:r>
              <a:rPr kumimoji="0" lang="en-US" altLang="ja-JP" sz="880" b="1" i="0" u="none" strike="noStrike" kern="1200" cap="none" spc="0" normalizeH="0" baseline="0" noProof="1">
                <a:ln>
                  <a:noFill/>
                </a:ln>
                <a:solidFill>
                  <a:srgbClr val="001135"/>
                </a:solidFill>
                <a:effectLst/>
                <a:uLnTx/>
                <a:uFillTx/>
                <a:latin typeface="Arial Narrow" panose="020B0606020202030204" pitchFamily="34" charset="0"/>
                <a:ea typeface="Meiryo UI" panose="020B0604030504040204" pitchFamily="50" charset="-128"/>
                <a:cs typeface="+mn-cs"/>
              </a:rPr>
              <a:t>*OCP version is assumed to be OCP4.18</a:t>
            </a:r>
            <a:endParaRPr kumimoji="0" lang="en-US" altLang="ja-JP" sz="880" b="1" i="0" u="none" strike="noStrike" kern="1200" cap="none" spc="0" normalizeH="0" baseline="0" noProof="0">
              <a:ln>
                <a:noFill/>
              </a:ln>
              <a:solidFill>
                <a:srgbClr val="001135"/>
              </a:solidFill>
              <a:effectLst/>
              <a:uLnTx/>
              <a:uFillTx/>
              <a:latin typeface="Arial Narrow" panose="020B0606020202030204" pitchFamily="34" charset="0"/>
              <a:ea typeface="Meiryo UI" panose="020B0604030504040204" pitchFamily="50" charset="-128"/>
              <a:cs typeface="+mn-cs"/>
            </a:endParaRPr>
          </a:p>
          <a:p>
            <a:pPr marL="0" marR="0" lvl="0" indent="0" algn="l" defTabSz="457200" rtl="0" eaLnBrk="1" fontAlgn="auto" latinLnBrk="0" hangingPunct="1">
              <a:lnSpc>
                <a:spcPts val="1200"/>
              </a:lnSpc>
              <a:spcBef>
                <a:spcPts val="0"/>
              </a:spcBef>
              <a:spcAft>
                <a:spcPts val="0"/>
              </a:spcAft>
              <a:buClrTx/>
              <a:buSzTx/>
              <a:buFontTx/>
              <a:buNone/>
              <a:tabLst/>
              <a:defRPr/>
            </a:pPr>
            <a:r>
              <a:rPr kumimoji="0" lang="en-US" altLang="ja-JP" sz="880" b="1" i="0" u="none" strike="noStrike" kern="1200" cap="none" spc="0" normalizeH="0" baseline="0" noProof="1">
                <a:ln>
                  <a:noFill/>
                </a:ln>
                <a:solidFill>
                  <a:srgbClr val="001135"/>
                </a:solidFill>
                <a:effectLst/>
                <a:uLnTx/>
                <a:uFillTx/>
                <a:latin typeface="Arial Narrow" panose="020B0606020202030204" pitchFamily="34" charset="0"/>
                <a:ea typeface="Meiryo UI" panose="020B0604030504040204" pitchFamily="50" charset="-128"/>
                <a:cs typeface="+mn-cs"/>
              </a:rPr>
              <a:t>*OCP version compatible with NCOM24 FP1 is 4.13</a:t>
            </a:r>
            <a:endParaRPr kumimoji="0" lang="en-GB" sz="880" b="1" i="0" u="none" strike="noStrike" kern="1200" cap="none" spc="0" normalizeH="0" baseline="0" noProof="0">
              <a:ln>
                <a:noFill/>
              </a:ln>
              <a:solidFill>
                <a:srgbClr val="001135"/>
              </a:solidFill>
              <a:effectLst/>
              <a:uLnTx/>
              <a:uFillTx/>
              <a:latin typeface="Arial Narrow" panose="020B0606020202030204" pitchFamily="34" charset="0"/>
              <a:ea typeface="Meiryo UI" panose="020B0604030504040204" pitchFamily="50" charset="-128"/>
              <a:cs typeface="+mn-cs"/>
            </a:endParaRPr>
          </a:p>
        </p:txBody>
      </p:sp>
      <p:sp>
        <p:nvSpPr>
          <p:cNvPr id="6" name="Rectangle 5">
            <a:extLst>
              <a:ext uri="{FF2B5EF4-FFF2-40B4-BE49-F238E27FC236}">
                <a16:creationId xmlns:a16="http://schemas.microsoft.com/office/drawing/2014/main" id="{BF28A673-3A38-2004-3900-130002D4D349}"/>
              </a:ext>
            </a:extLst>
          </p:cNvPr>
          <p:cNvSpPr/>
          <p:nvPr/>
        </p:nvSpPr>
        <p:spPr>
          <a:xfrm>
            <a:off x="7878416" y="53418"/>
            <a:ext cx="1246533" cy="193276"/>
          </a:xfrm>
          <a:prstGeom prst="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300"/>
              </a:spcAft>
              <a:buClrTx/>
              <a:buSzPct val="100000"/>
              <a:buFontTx/>
              <a:buNone/>
              <a:tabLst/>
              <a:defRPr/>
            </a:pPr>
            <a:r>
              <a:rPr kumimoji="0" lang="en-US" sz="800" b="0" i="0" u="none" strike="noStrike" kern="1200" cap="none" spc="0" normalizeH="0" baseline="0" noProof="1">
                <a:ln>
                  <a:noFill/>
                </a:ln>
                <a:solidFill>
                  <a:srgbClr val="001135"/>
                </a:solidFill>
                <a:effectLst/>
                <a:uLnTx/>
                <a:uFillTx/>
                <a:latin typeface="Meiryo UI" panose="020B0604030504040204" pitchFamily="50" charset="-128"/>
                <a:ea typeface="Meiryo UI" panose="020B0604030504040204" pitchFamily="50" charset="-128"/>
                <a:cs typeface="+mn-cs"/>
              </a:rPr>
              <a:t>3N Updated</a:t>
            </a:r>
          </a:p>
        </p:txBody>
      </p:sp>
      <p:sp>
        <p:nvSpPr>
          <p:cNvPr id="8" name="Text Placeholder 6">
            <a:extLst>
              <a:ext uri="{FF2B5EF4-FFF2-40B4-BE49-F238E27FC236}">
                <a16:creationId xmlns:a16="http://schemas.microsoft.com/office/drawing/2014/main" id="{13F1EC7D-0853-E021-08E3-A820DC60529C}"/>
              </a:ext>
            </a:extLst>
          </p:cNvPr>
          <p:cNvSpPr txBox="1">
            <a:spLocks/>
          </p:cNvSpPr>
          <p:nvPr/>
        </p:nvSpPr>
        <p:spPr>
          <a:xfrm>
            <a:off x="220646" y="73665"/>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1536"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152"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96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3.</a:t>
            </a:r>
            <a:r>
              <a:rPr kumimoji="0"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 </a:t>
            </a:r>
            <a:r>
              <a:rPr kumimoji="0"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Solution Overview</a:t>
            </a:r>
            <a:endParaRPr kumimoji="0"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2244141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A82171D-9903-73B6-72E9-1EB0387B7FA2}"/>
              </a:ext>
            </a:extLst>
          </p:cNvPr>
          <p:cNvSpPr>
            <a:spLocks noGrp="1"/>
          </p:cNvSpPr>
          <p:nvPr>
            <p:ph type="ftr" sz="quarter" idx="3"/>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640" b="0" i="0" u="none" strike="noStrike" kern="1200" cap="none" spc="0" normalizeH="0" baseline="0" noProof="1">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rPr>
              <a:t>Confidential</a:t>
            </a:r>
            <a:endParaRPr kumimoji="0" lang="en-US" sz="640" b="0" i="0" u="none" strike="noStrike" kern="1200" cap="none" spc="0" normalizeH="0" baseline="0" noProof="0">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graphicFrame>
        <p:nvGraphicFramePr>
          <p:cNvPr id="6" name="Table 5">
            <a:extLst>
              <a:ext uri="{FF2B5EF4-FFF2-40B4-BE49-F238E27FC236}">
                <a16:creationId xmlns:a16="http://schemas.microsoft.com/office/drawing/2014/main" id="{3AFA3288-EE8E-0238-7630-A826249CA0C5}"/>
              </a:ext>
            </a:extLst>
          </p:cNvPr>
          <p:cNvGraphicFramePr>
            <a:graphicFrameLocks noGrp="1"/>
          </p:cNvGraphicFramePr>
          <p:nvPr>
            <p:extLst>
              <p:ext uri="{D42A27DB-BD31-4B8C-83A1-F6EECF244321}">
                <p14:modId xmlns:p14="http://schemas.microsoft.com/office/powerpoint/2010/main" val="1498589782"/>
              </p:ext>
            </p:extLst>
          </p:nvPr>
        </p:nvGraphicFramePr>
        <p:xfrm>
          <a:off x="150725" y="814057"/>
          <a:ext cx="8207660" cy="2158744"/>
        </p:xfrm>
        <a:graphic>
          <a:graphicData uri="http://schemas.openxmlformats.org/drawingml/2006/table">
            <a:tbl>
              <a:tblPr firstRow="1" bandRow="1">
                <a:tableStyleId>{5C22544A-7EE6-4342-B048-85BDC9FD1C3A}</a:tableStyleId>
              </a:tblPr>
              <a:tblGrid>
                <a:gridCol w="1007660">
                  <a:extLst>
                    <a:ext uri="{9D8B030D-6E8A-4147-A177-3AD203B41FA5}">
                      <a16:colId xmlns:a16="http://schemas.microsoft.com/office/drawing/2014/main" val="665647352"/>
                    </a:ext>
                  </a:extLst>
                </a:gridCol>
                <a:gridCol w="720000">
                  <a:extLst>
                    <a:ext uri="{9D8B030D-6E8A-4147-A177-3AD203B41FA5}">
                      <a16:colId xmlns:a16="http://schemas.microsoft.com/office/drawing/2014/main" val="2071834452"/>
                    </a:ext>
                  </a:extLst>
                </a:gridCol>
                <a:gridCol w="720000">
                  <a:extLst>
                    <a:ext uri="{9D8B030D-6E8A-4147-A177-3AD203B41FA5}">
                      <a16:colId xmlns:a16="http://schemas.microsoft.com/office/drawing/2014/main" val="3497477056"/>
                    </a:ext>
                  </a:extLst>
                </a:gridCol>
                <a:gridCol w="720000">
                  <a:extLst>
                    <a:ext uri="{9D8B030D-6E8A-4147-A177-3AD203B41FA5}">
                      <a16:colId xmlns:a16="http://schemas.microsoft.com/office/drawing/2014/main" val="3130812763"/>
                    </a:ext>
                  </a:extLst>
                </a:gridCol>
                <a:gridCol w="720000">
                  <a:extLst>
                    <a:ext uri="{9D8B030D-6E8A-4147-A177-3AD203B41FA5}">
                      <a16:colId xmlns:a16="http://schemas.microsoft.com/office/drawing/2014/main" val="1636231412"/>
                    </a:ext>
                  </a:extLst>
                </a:gridCol>
                <a:gridCol w="720000">
                  <a:extLst>
                    <a:ext uri="{9D8B030D-6E8A-4147-A177-3AD203B41FA5}">
                      <a16:colId xmlns:a16="http://schemas.microsoft.com/office/drawing/2014/main" val="3275116981"/>
                    </a:ext>
                  </a:extLst>
                </a:gridCol>
                <a:gridCol w="720000">
                  <a:extLst>
                    <a:ext uri="{9D8B030D-6E8A-4147-A177-3AD203B41FA5}">
                      <a16:colId xmlns:a16="http://schemas.microsoft.com/office/drawing/2014/main" val="4095379387"/>
                    </a:ext>
                  </a:extLst>
                </a:gridCol>
                <a:gridCol w="720000">
                  <a:extLst>
                    <a:ext uri="{9D8B030D-6E8A-4147-A177-3AD203B41FA5}">
                      <a16:colId xmlns:a16="http://schemas.microsoft.com/office/drawing/2014/main" val="2173132394"/>
                    </a:ext>
                  </a:extLst>
                </a:gridCol>
                <a:gridCol w="720000">
                  <a:extLst>
                    <a:ext uri="{9D8B030D-6E8A-4147-A177-3AD203B41FA5}">
                      <a16:colId xmlns:a16="http://schemas.microsoft.com/office/drawing/2014/main" val="3455328928"/>
                    </a:ext>
                  </a:extLst>
                </a:gridCol>
                <a:gridCol w="720000">
                  <a:extLst>
                    <a:ext uri="{9D8B030D-6E8A-4147-A177-3AD203B41FA5}">
                      <a16:colId xmlns:a16="http://schemas.microsoft.com/office/drawing/2014/main" val="127086393"/>
                    </a:ext>
                  </a:extLst>
                </a:gridCol>
                <a:gridCol w="720000">
                  <a:extLst>
                    <a:ext uri="{9D8B030D-6E8A-4147-A177-3AD203B41FA5}">
                      <a16:colId xmlns:a16="http://schemas.microsoft.com/office/drawing/2014/main" val="1808781096"/>
                    </a:ext>
                  </a:extLst>
                </a:gridCol>
              </a:tblGrid>
              <a:tr h="199410">
                <a:tc rowSpan="2">
                  <a:txBody>
                    <a:bodyPr/>
                    <a:lstStyle/>
                    <a:p>
                      <a:pPr algn="ctr" fontAlgn="auto"/>
                      <a:r>
                        <a:rPr lang="ja-JP" altLang="en-US" sz="768" b="1" noProof="1">
                          <a:solidFill>
                            <a:srgbClr val="124191"/>
                          </a:solidFill>
                          <a:effectLst/>
                          <a:latin typeface="Arial Narrow" panose="020B0606020202030204" pitchFamily="34" charset="0"/>
                          <a:ea typeface="Meiryo UI" panose="020B0604030504040204" pitchFamily="34" charset="-128"/>
                        </a:rPr>
                        <a:t>New (Rebuild) Nodes/Systems</a:t>
                      </a:r>
                      <a:r>
                        <a:rPr lang="en-US" sz="768" b="1">
                          <a:solidFill>
                            <a:srgbClr val="FFFFFF"/>
                          </a:solidFill>
                          <a:effectLst/>
                          <a:latin typeface="Arial Narrow" panose="020B0606020202030204" pitchFamily="34" charset="0"/>
                          <a:ea typeface="Meiryo UI" panose="020B0604030504040204" pitchFamily="34" charset="-128"/>
                        </a:rPr>
                        <a:t>​</a:t>
                      </a:r>
                      <a:endParaRPr lang="en-US" sz="768" b="1">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BEC8D2"/>
                    </a:solidFill>
                  </a:tcPr>
                </a:tc>
                <a:tc gridSpan="3">
                  <a:txBody>
                    <a:bodyPr/>
                    <a:lstStyle/>
                    <a:p>
                      <a:pPr algn="ctr" fontAlgn="base"/>
                      <a:r>
                        <a:rPr lang="en-US" sz="768" b="1" noProof="1">
                          <a:solidFill>
                            <a:srgbClr val="FFFFFF"/>
                          </a:solidFill>
                          <a:effectLst/>
                          <a:latin typeface="Arial Narrow" panose="020B0606020202030204" pitchFamily="34" charset="0"/>
                          <a:ea typeface="Meiryo UI" panose="020B0604030504040204" pitchFamily="34" charset="-128"/>
                        </a:rPr>
                        <a:t>Vender Lab​@Tama</a:t>
                      </a:r>
                      <a:endParaRPr lang="en-US" sz="768" b="1">
                        <a:solidFill>
                          <a:srgbClr val="FFFFFF"/>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8DB1FF"/>
                    </a:solidFill>
                  </a:tcPr>
                </a:tc>
                <a:tc hMerge="1">
                  <a:txBody>
                    <a:bodyPr/>
                    <a:lstStyle/>
                    <a:p>
                      <a:endParaRPr lang="en-US"/>
                    </a:p>
                  </a:txBody>
                  <a:tcPr/>
                </a:tc>
                <a:tc hMerge="1">
                  <a:txBody>
                    <a:bodyPr/>
                    <a:lstStyle/>
                    <a:p>
                      <a:endParaRPr lang="en-US"/>
                    </a:p>
                  </a:txBody>
                  <a:tcPr/>
                </a:tc>
                <a:tc gridSpan="3">
                  <a:txBody>
                    <a:bodyPr/>
                    <a:lstStyle/>
                    <a:p>
                      <a:pPr algn="ctr" fontAlgn="base"/>
                      <a:r>
                        <a:rPr lang="en-US" sz="768" b="1" noProof="1">
                          <a:solidFill>
                            <a:srgbClr val="FFFFFF"/>
                          </a:solidFill>
                          <a:effectLst/>
                          <a:latin typeface="Arial Narrow" panose="020B0606020202030204" pitchFamily="34" charset="0"/>
                          <a:ea typeface="Meiryo UI" panose="020B0604030504040204" pitchFamily="34" charset="-128"/>
                        </a:rPr>
                        <a:t>KDDI Tama Lab​</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1B64FF"/>
                    </a:solidFill>
                  </a:tcPr>
                </a:tc>
                <a:tc hMerge="1">
                  <a:txBody>
                    <a:bodyPr/>
                    <a:lstStyle/>
                    <a:p>
                      <a:endParaRPr lang="en-US"/>
                    </a:p>
                  </a:txBody>
                  <a:tcPr/>
                </a:tc>
                <a:tc hMerge="1">
                  <a:txBody>
                    <a:bodyPr/>
                    <a:lstStyle/>
                    <a:p>
                      <a:endParaRPr lang="en-US"/>
                    </a:p>
                  </a:txBody>
                  <a:tcPr/>
                </a:tc>
                <a:tc gridSpan="4">
                  <a:txBody>
                    <a:bodyPr/>
                    <a:lstStyle/>
                    <a:p>
                      <a:pPr algn="ctr" fontAlgn="base"/>
                      <a:r>
                        <a:rPr lang="en-US" sz="768" b="1" noProof="1">
                          <a:solidFill>
                            <a:srgbClr val="FFFFFF"/>
                          </a:solidFill>
                          <a:effectLst/>
                          <a:latin typeface="Arial Narrow" panose="020B0606020202030204" pitchFamily="34" charset="0"/>
                          <a:ea typeface="Meiryo UI" panose="020B0604030504040204" pitchFamily="34" charset="-128"/>
                        </a:rPr>
                        <a:t>Commercial​</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0036A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8084627"/>
                  </a:ext>
                </a:extLst>
              </a:tr>
              <a:tr h="265880">
                <a:tc vMerge="1">
                  <a:txBody>
                    <a:bodyPr/>
                    <a:lstStyle/>
                    <a:p>
                      <a:pPr algn="ctr" fontAlgn="auto"/>
                      <a:endParaRPr lang="en-US" sz="768" b="1">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V-1-1​</a:t>
                      </a: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V-1-2​</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V-1-3​</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A-1​</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B-1​</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C-1​</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East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Tama​</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East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Oyama​</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West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Osaka​</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West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Chiyo​</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1823863997"/>
                  </a:ext>
                </a:extLst>
              </a:tr>
              <a:tr h="216028">
                <a:tc>
                  <a:txBody>
                    <a:bodyPr/>
                    <a:lstStyle/>
                    <a:p>
                      <a:pPr algn="ctr" fontAlgn="base"/>
                      <a:r>
                        <a:rPr lang="en-US" altLang="ja-JP" sz="768" b="0" noProof="1">
                          <a:solidFill>
                            <a:srgbClr val="124191"/>
                          </a:solidFill>
                          <a:effectLst/>
                          <a:latin typeface="Arial Narrow" panose="020B0606020202030204" pitchFamily="34" charset="0"/>
                          <a:ea typeface="Meiryo UI" panose="020B0604030504040204" pitchFamily="34" charset="-128"/>
                        </a:rPr>
                        <a:t>One-EIR</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1427158355"/>
                  </a:ext>
                </a:extLst>
              </a:tr>
              <a:tr h="216028">
                <a:tc>
                  <a:txBody>
                    <a:bodyPr/>
                    <a:lstStyle/>
                    <a:p>
                      <a:pPr algn="ctr" fontAlgn="base"/>
                      <a:r>
                        <a:rPr lang="en-US" sz="768" b="0" noProof="1">
                          <a:solidFill>
                            <a:srgbClr val="124191"/>
                          </a:solidFill>
                          <a:effectLst/>
                          <a:latin typeface="Arial Narrow" panose="020B0606020202030204" pitchFamily="34" charset="0"/>
                          <a:ea typeface="Meiryo UI" panose="020B0604030504040204" pitchFamily="34" charset="-128"/>
                        </a:rPr>
                        <a:t>HSS/HLR</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auto"/>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 </a:t>
                      </a:r>
                      <a:r>
                        <a:rPr lang="en-US" altLang="ja-JP" sz="512" b="0" noProof="1">
                          <a:solidFill>
                            <a:srgbClr val="124191"/>
                          </a:solidFill>
                          <a:effectLst/>
                          <a:latin typeface="Arial Narrow" panose="020B0606020202030204" pitchFamily="34" charset="0"/>
                          <a:ea typeface="Meiryo UI" panose="020B0604030504040204" pitchFamily="34" charset="-128"/>
                        </a:rPr>
                        <a:t>x 2</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ja-JP" altLang="en-US"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〇 </a:t>
                      </a:r>
                      <a:r>
                        <a:rPr kumimoji="0" lang="en-US" altLang="ja-JP"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x 2</a:t>
                      </a:r>
                      <a:endParaRPr kumimoji="0" lang="en-US" sz="512" b="0" i="0" u="none" strike="noStrike" kern="1200" cap="none" spc="0" normalizeH="0" baseline="0" noProof="0">
                        <a:ln>
                          <a:noFill/>
                        </a:ln>
                        <a:solidFill>
                          <a:srgbClr val="124191"/>
                        </a:solidFill>
                        <a:effectLst/>
                        <a:uLnTx/>
                        <a:uFillTx/>
                        <a:latin typeface="Arial Narrow" panose="020B0606020202030204" pitchFamily="34" charset="0"/>
                        <a:ea typeface="Meiryo UI" panose="020B0604030504040204" pitchFamily="34" charset="-128"/>
                        <a:cs typeface="+mn-cs"/>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ja-JP" altLang="en-US"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〇 </a:t>
                      </a:r>
                      <a:r>
                        <a:rPr kumimoji="0" lang="en-US" altLang="ja-JP"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x 2</a:t>
                      </a:r>
                      <a:endParaRPr kumimoji="0" lang="en-US" sz="512" b="0" i="0" u="none" strike="noStrike" kern="1200" cap="none" spc="0" normalizeH="0" baseline="0" noProof="0">
                        <a:ln>
                          <a:noFill/>
                        </a:ln>
                        <a:solidFill>
                          <a:srgbClr val="124191"/>
                        </a:solidFill>
                        <a:effectLst/>
                        <a:uLnTx/>
                        <a:uFillTx/>
                        <a:latin typeface="Arial Narrow" panose="020B0606020202030204" pitchFamily="34" charset="0"/>
                        <a:ea typeface="Meiryo UI" panose="020B0604030504040204" pitchFamily="34" charset="-128"/>
                        <a:cs typeface="+mn-cs"/>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ja-JP" altLang="en-US"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〇 </a:t>
                      </a:r>
                      <a:r>
                        <a:rPr kumimoji="0" lang="en-US" altLang="ja-JP"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x 2</a:t>
                      </a:r>
                      <a:endParaRPr kumimoji="0" lang="en-US" sz="512" b="0" i="0" u="none" strike="noStrike" kern="1200" cap="none" spc="0" normalizeH="0" baseline="0" noProof="0">
                        <a:ln>
                          <a:noFill/>
                        </a:ln>
                        <a:solidFill>
                          <a:srgbClr val="124191"/>
                        </a:solidFill>
                        <a:effectLst/>
                        <a:uLnTx/>
                        <a:uFillTx/>
                        <a:latin typeface="Arial Narrow" panose="020B0606020202030204" pitchFamily="34" charset="0"/>
                        <a:ea typeface="Meiryo UI" panose="020B0604030504040204" pitchFamily="34" charset="-128"/>
                        <a:cs typeface="+mn-cs"/>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3403317773"/>
                  </a:ext>
                </a:extLst>
              </a:tr>
              <a:tr h="216028">
                <a:tc>
                  <a:txBody>
                    <a:bodyPr/>
                    <a:lstStyle/>
                    <a:p>
                      <a:pPr algn="ctr" fontAlgn="base"/>
                      <a:r>
                        <a:rPr lang="en-US" sz="768" b="0" noProof="1">
                          <a:solidFill>
                            <a:srgbClr val="124191"/>
                          </a:solidFill>
                          <a:effectLst/>
                          <a:latin typeface="Arial Narrow" panose="020B0606020202030204" pitchFamily="34" charset="0"/>
                          <a:ea typeface="Meiryo UI" panose="020B0604030504040204" pitchFamily="34" charset="-128"/>
                        </a:rPr>
                        <a:t>UDM-AUSF</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ja-JP" altLang="en-US"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〇 </a:t>
                      </a:r>
                      <a:r>
                        <a:rPr kumimoji="0" lang="en-US" altLang="ja-JP"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x 2</a:t>
                      </a:r>
                      <a:endParaRPr kumimoji="0" lang="en-US" sz="512" b="0" i="0" u="none" strike="noStrike" kern="1200" cap="none" spc="0" normalizeH="0" baseline="0" noProof="0">
                        <a:ln>
                          <a:noFill/>
                        </a:ln>
                        <a:solidFill>
                          <a:srgbClr val="124191"/>
                        </a:solidFill>
                        <a:effectLst/>
                        <a:uLnTx/>
                        <a:uFillTx/>
                        <a:latin typeface="Arial Narrow" panose="020B0606020202030204" pitchFamily="34" charset="0"/>
                        <a:ea typeface="Meiryo UI" panose="020B0604030504040204" pitchFamily="34" charset="-128"/>
                        <a:cs typeface="+mn-cs"/>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ja-JP" altLang="en-US"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〇 </a:t>
                      </a:r>
                      <a:r>
                        <a:rPr kumimoji="0" lang="en-US" altLang="ja-JP"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x 2</a:t>
                      </a:r>
                      <a:endParaRPr kumimoji="0" lang="en-US" sz="512" b="0" i="0" u="none" strike="noStrike" kern="1200" cap="none" spc="0" normalizeH="0" baseline="0" noProof="0">
                        <a:ln>
                          <a:noFill/>
                        </a:ln>
                        <a:solidFill>
                          <a:srgbClr val="124191"/>
                        </a:solidFill>
                        <a:effectLst/>
                        <a:uLnTx/>
                        <a:uFillTx/>
                        <a:latin typeface="Arial Narrow" panose="020B0606020202030204" pitchFamily="34" charset="0"/>
                        <a:ea typeface="Meiryo UI" panose="020B0604030504040204" pitchFamily="34" charset="-128"/>
                        <a:cs typeface="+mn-cs"/>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ja-JP" altLang="en-US"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〇 </a:t>
                      </a:r>
                      <a:r>
                        <a:rPr kumimoji="0" lang="en-US" altLang="ja-JP"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x 2</a:t>
                      </a:r>
                      <a:endParaRPr kumimoji="0" lang="en-US" sz="512" b="0" i="0" u="none" strike="noStrike" kern="1200" cap="none" spc="0" normalizeH="0" baseline="0" noProof="0">
                        <a:ln>
                          <a:noFill/>
                        </a:ln>
                        <a:solidFill>
                          <a:srgbClr val="124191"/>
                        </a:solidFill>
                        <a:effectLst/>
                        <a:uLnTx/>
                        <a:uFillTx/>
                        <a:latin typeface="Arial Narrow" panose="020B0606020202030204" pitchFamily="34" charset="0"/>
                        <a:ea typeface="Meiryo UI" panose="020B0604030504040204" pitchFamily="34" charset="-128"/>
                        <a:cs typeface="+mn-cs"/>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ja-JP" altLang="en-US"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〇 </a:t>
                      </a:r>
                      <a:r>
                        <a:rPr kumimoji="0" lang="en-US" altLang="ja-JP" sz="512" b="0" i="0" u="none" strike="noStrike" kern="1200" cap="none" spc="0" normalizeH="0" baseline="0" noProof="1">
                          <a:ln>
                            <a:noFill/>
                          </a:ln>
                          <a:solidFill>
                            <a:srgbClr val="124191"/>
                          </a:solidFill>
                          <a:effectLst/>
                          <a:uLnTx/>
                          <a:uFillTx/>
                          <a:latin typeface="Arial Narrow" panose="020B0606020202030204" pitchFamily="34" charset="0"/>
                          <a:ea typeface="Meiryo UI" panose="020B0604030504040204" pitchFamily="34" charset="-128"/>
                          <a:cs typeface="+mn-cs"/>
                        </a:rPr>
                        <a:t>x 2</a:t>
                      </a:r>
                      <a:endParaRPr kumimoji="0" lang="en-US" sz="512" b="0" i="0" u="none" strike="noStrike" kern="1200" cap="none" spc="0" normalizeH="0" baseline="0" noProof="0">
                        <a:ln>
                          <a:noFill/>
                        </a:ln>
                        <a:solidFill>
                          <a:srgbClr val="124191"/>
                        </a:solidFill>
                        <a:effectLst/>
                        <a:uLnTx/>
                        <a:uFillTx/>
                        <a:latin typeface="Arial Narrow" panose="020B0606020202030204" pitchFamily="34" charset="0"/>
                        <a:ea typeface="Meiryo UI" panose="020B0604030504040204" pitchFamily="34" charset="-128"/>
                        <a:cs typeface="+mn-cs"/>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1487736182"/>
                  </a:ext>
                </a:extLst>
              </a:tr>
              <a:tr h="216028">
                <a:tc>
                  <a:txBody>
                    <a:bodyPr/>
                    <a:lstStyle/>
                    <a:p>
                      <a:pPr algn="ctr" fontAlgn="base"/>
                      <a:r>
                        <a:rPr lang="en-US" sz="768" b="0" noProof="1">
                          <a:solidFill>
                            <a:srgbClr val="124191"/>
                          </a:solidFill>
                          <a:effectLst/>
                          <a:latin typeface="Arial Narrow" panose="020B0606020202030204" pitchFamily="34" charset="0"/>
                          <a:ea typeface="Meiryo UI" panose="020B0604030504040204" pitchFamily="34" charset="-128"/>
                        </a:rPr>
                        <a:t>NPCv</a:t>
                      </a:r>
                    </a:p>
                    <a:p>
                      <a:pPr algn="ctr" fontAlgn="base"/>
                      <a:r>
                        <a:rPr lang="en-US" sz="768" b="0">
                          <a:solidFill>
                            <a:srgbClr val="124191"/>
                          </a:solidFill>
                          <a:effectLst/>
                          <a:latin typeface="Arial Narrow" panose="020B0606020202030204" pitchFamily="34" charset="0"/>
                          <a:ea typeface="Meiryo UI" panose="020B0604030504040204" pitchFamily="34" charset="-128"/>
                        </a:rPr>
                        <a:t> </a:t>
                      </a:r>
                      <a:r>
                        <a:rPr lang="en-US" sz="768" b="0" noProof="1">
                          <a:solidFill>
                            <a:srgbClr val="124191"/>
                          </a:solidFill>
                          <a:effectLst/>
                          <a:latin typeface="Arial Narrow" panose="020B0606020202030204" pitchFamily="34" charset="0"/>
                          <a:ea typeface="Meiryo UI" panose="020B0604030504040204" pitchFamily="34" charset="-128"/>
                        </a:rPr>
                        <a:t>(3 site geo x 2)</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auto"/>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 </a:t>
                      </a:r>
                      <a:r>
                        <a:rPr lang="en-US" altLang="ja-JP" sz="512" b="0" noProof="1">
                          <a:solidFill>
                            <a:srgbClr val="124191"/>
                          </a:solidFill>
                          <a:effectLst/>
                          <a:latin typeface="Arial Narrow" panose="020B0606020202030204" pitchFamily="34" charset="0"/>
                          <a:ea typeface="Meiryo UI" panose="020B0604030504040204" pitchFamily="34" charset="-128"/>
                        </a:rPr>
                        <a:t>x 2</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 </a:t>
                      </a:r>
                      <a:r>
                        <a:rPr lang="en-US" altLang="ja-JP" sz="512" b="0" noProof="1">
                          <a:solidFill>
                            <a:srgbClr val="124191"/>
                          </a:solidFill>
                          <a:effectLst/>
                          <a:latin typeface="Arial Narrow" panose="020B0606020202030204" pitchFamily="34" charset="0"/>
                          <a:ea typeface="Meiryo UI" panose="020B0604030504040204" pitchFamily="34" charset="-128"/>
                        </a:rPr>
                        <a:t>x 2</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3599386263"/>
                  </a:ext>
                </a:extLst>
              </a:tr>
              <a:tr h="216028">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en-US" sz="768" b="0" noProof="1">
                          <a:solidFill>
                            <a:srgbClr val="124191"/>
                          </a:solidFill>
                          <a:effectLst/>
                          <a:latin typeface="Arial Narrow" panose="020B0606020202030204" pitchFamily="34" charset="0"/>
                          <a:ea typeface="Meiryo UI" panose="020B0604030504040204" pitchFamily="34" charset="-128"/>
                        </a:rPr>
                        <a:t>SCPv</a:t>
                      </a:r>
                      <a:br>
                        <a:rPr lang="en-US" sz="768" b="0">
                          <a:solidFill>
                            <a:srgbClr val="124191"/>
                          </a:solidFill>
                          <a:effectLst/>
                          <a:latin typeface="Arial Narrow" panose="020B0606020202030204" pitchFamily="34" charset="0"/>
                          <a:ea typeface="Meiryo UI" panose="020B0604030504040204" pitchFamily="34" charset="-128"/>
                        </a:rPr>
                      </a:br>
                      <a:r>
                        <a:rPr lang="en-US" sz="768" b="0">
                          <a:solidFill>
                            <a:srgbClr val="124191"/>
                          </a:solidFill>
                          <a:effectLst/>
                          <a:latin typeface="Arial Narrow" panose="020B0606020202030204" pitchFamily="34" charset="0"/>
                          <a:ea typeface="Meiryo UI" panose="020B0604030504040204" pitchFamily="34" charset="-128"/>
                        </a:rPr>
                        <a:t> </a:t>
                      </a:r>
                      <a:r>
                        <a:rPr lang="en-US" sz="768" b="0" noProof="1">
                          <a:solidFill>
                            <a:srgbClr val="124191"/>
                          </a:solidFill>
                          <a:effectLst/>
                          <a:latin typeface="Arial Narrow" panose="020B0606020202030204" pitchFamily="34" charset="0"/>
                          <a:ea typeface="Meiryo UI" panose="020B0604030504040204" pitchFamily="34" charset="-128"/>
                        </a:rPr>
                        <a:t>(3 site geo x 2)</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auto"/>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 </a:t>
                      </a:r>
                      <a:r>
                        <a:rPr lang="en-US" altLang="ja-JP" sz="512" b="0" noProof="1">
                          <a:solidFill>
                            <a:srgbClr val="124191"/>
                          </a:solidFill>
                          <a:effectLst/>
                          <a:latin typeface="Arial Narrow" panose="020B0606020202030204" pitchFamily="34" charset="0"/>
                          <a:ea typeface="Meiryo UI" panose="020B0604030504040204" pitchFamily="34" charset="-128"/>
                        </a:rPr>
                        <a:t>x 2</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 </a:t>
                      </a:r>
                      <a:r>
                        <a:rPr lang="en-US" altLang="ja-JP" sz="512" b="0" noProof="1">
                          <a:solidFill>
                            <a:srgbClr val="124191"/>
                          </a:solidFill>
                          <a:effectLst/>
                          <a:latin typeface="Arial Narrow" panose="020B0606020202030204" pitchFamily="34" charset="0"/>
                          <a:ea typeface="Meiryo UI" panose="020B0604030504040204" pitchFamily="34" charset="-128"/>
                        </a:rPr>
                        <a:t>x 2</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2096796203"/>
                  </a:ext>
                </a:extLst>
              </a:tr>
              <a:tr h="216028">
                <a:tc>
                  <a:txBody>
                    <a:bodyPr/>
                    <a:lstStyle/>
                    <a:p>
                      <a:pPr algn="ctr" fontAlgn="base"/>
                      <a:r>
                        <a:rPr lang="en-US" sz="768" b="0" noProof="1">
                          <a:solidFill>
                            <a:srgbClr val="124191"/>
                          </a:solidFill>
                          <a:effectLst/>
                          <a:latin typeface="Arial Narrow" panose="020B0606020202030204" pitchFamily="34" charset="0"/>
                          <a:ea typeface="Meiryo UI" panose="020B0604030504040204" pitchFamily="34" charset="-128"/>
                        </a:rPr>
                        <a:t>Mirroring Server</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CBD1FF"/>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4193260865"/>
                  </a:ext>
                </a:extLst>
              </a:tr>
              <a:tr h="216028">
                <a:tc>
                  <a:txBody>
                    <a:bodyPr/>
                    <a:lstStyle/>
                    <a:p>
                      <a:pPr algn="ctr" fontAlgn="base"/>
                      <a:r>
                        <a:rPr lang="en-US" sz="768" b="0" noProof="1">
                          <a:solidFill>
                            <a:srgbClr val="124191"/>
                          </a:solidFill>
                          <a:effectLst/>
                          <a:latin typeface="Arial Narrow" panose="020B0606020202030204" pitchFamily="34" charset="0"/>
                          <a:ea typeface="Meiryo UI" panose="020B0604030504040204" pitchFamily="34" charset="-128"/>
                        </a:rPr>
                        <a:t>NCOMv</a:t>
                      </a:r>
                      <a:endParaRPr lang="en-US" sz="768"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E7EAFF"/>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4084512759"/>
                  </a:ext>
                </a:extLst>
              </a:tr>
            </a:tbl>
          </a:graphicData>
        </a:graphic>
      </p:graphicFrame>
      <p:graphicFrame>
        <p:nvGraphicFramePr>
          <p:cNvPr id="5" name="Table 4">
            <a:extLst>
              <a:ext uri="{FF2B5EF4-FFF2-40B4-BE49-F238E27FC236}">
                <a16:creationId xmlns:a16="http://schemas.microsoft.com/office/drawing/2014/main" id="{92D72DAA-C223-EB76-9C60-37C0635C80EC}"/>
              </a:ext>
            </a:extLst>
          </p:cNvPr>
          <p:cNvGraphicFramePr>
            <a:graphicFrameLocks noGrp="1"/>
          </p:cNvGraphicFramePr>
          <p:nvPr/>
        </p:nvGraphicFramePr>
        <p:xfrm>
          <a:off x="150725" y="3238150"/>
          <a:ext cx="8208000" cy="1048095"/>
        </p:xfrm>
        <a:graphic>
          <a:graphicData uri="http://schemas.openxmlformats.org/drawingml/2006/table">
            <a:tbl>
              <a:tblPr firstRow="1" bandRow="1">
                <a:tableStyleId>{5C22544A-7EE6-4342-B048-85BDC9FD1C3A}</a:tableStyleId>
              </a:tblPr>
              <a:tblGrid>
                <a:gridCol w="1008000">
                  <a:extLst>
                    <a:ext uri="{9D8B030D-6E8A-4147-A177-3AD203B41FA5}">
                      <a16:colId xmlns:a16="http://schemas.microsoft.com/office/drawing/2014/main" val="665647352"/>
                    </a:ext>
                  </a:extLst>
                </a:gridCol>
                <a:gridCol w="720000">
                  <a:extLst>
                    <a:ext uri="{9D8B030D-6E8A-4147-A177-3AD203B41FA5}">
                      <a16:colId xmlns:a16="http://schemas.microsoft.com/office/drawing/2014/main" val="2071834452"/>
                    </a:ext>
                  </a:extLst>
                </a:gridCol>
                <a:gridCol w="720000">
                  <a:extLst>
                    <a:ext uri="{9D8B030D-6E8A-4147-A177-3AD203B41FA5}">
                      <a16:colId xmlns:a16="http://schemas.microsoft.com/office/drawing/2014/main" val="3497477056"/>
                    </a:ext>
                  </a:extLst>
                </a:gridCol>
                <a:gridCol w="720000">
                  <a:extLst>
                    <a:ext uri="{9D8B030D-6E8A-4147-A177-3AD203B41FA5}">
                      <a16:colId xmlns:a16="http://schemas.microsoft.com/office/drawing/2014/main" val="3130812763"/>
                    </a:ext>
                  </a:extLst>
                </a:gridCol>
                <a:gridCol w="720000">
                  <a:extLst>
                    <a:ext uri="{9D8B030D-6E8A-4147-A177-3AD203B41FA5}">
                      <a16:colId xmlns:a16="http://schemas.microsoft.com/office/drawing/2014/main" val="1636231412"/>
                    </a:ext>
                  </a:extLst>
                </a:gridCol>
                <a:gridCol w="720000">
                  <a:extLst>
                    <a:ext uri="{9D8B030D-6E8A-4147-A177-3AD203B41FA5}">
                      <a16:colId xmlns:a16="http://schemas.microsoft.com/office/drawing/2014/main" val="3275116981"/>
                    </a:ext>
                  </a:extLst>
                </a:gridCol>
                <a:gridCol w="720000">
                  <a:extLst>
                    <a:ext uri="{9D8B030D-6E8A-4147-A177-3AD203B41FA5}">
                      <a16:colId xmlns:a16="http://schemas.microsoft.com/office/drawing/2014/main" val="4095379387"/>
                    </a:ext>
                  </a:extLst>
                </a:gridCol>
                <a:gridCol w="720000">
                  <a:extLst>
                    <a:ext uri="{9D8B030D-6E8A-4147-A177-3AD203B41FA5}">
                      <a16:colId xmlns:a16="http://schemas.microsoft.com/office/drawing/2014/main" val="2173132394"/>
                    </a:ext>
                  </a:extLst>
                </a:gridCol>
                <a:gridCol w="720000">
                  <a:extLst>
                    <a:ext uri="{9D8B030D-6E8A-4147-A177-3AD203B41FA5}">
                      <a16:colId xmlns:a16="http://schemas.microsoft.com/office/drawing/2014/main" val="3455328928"/>
                    </a:ext>
                  </a:extLst>
                </a:gridCol>
                <a:gridCol w="720000">
                  <a:extLst>
                    <a:ext uri="{9D8B030D-6E8A-4147-A177-3AD203B41FA5}">
                      <a16:colId xmlns:a16="http://schemas.microsoft.com/office/drawing/2014/main" val="127086393"/>
                    </a:ext>
                  </a:extLst>
                </a:gridCol>
                <a:gridCol w="720000">
                  <a:extLst>
                    <a:ext uri="{9D8B030D-6E8A-4147-A177-3AD203B41FA5}">
                      <a16:colId xmlns:a16="http://schemas.microsoft.com/office/drawing/2014/main" val="1808781096"/>
                    </a:ext>
                  </a:extLst>
                </a:gridCol>
              </a:tblGrid>
              <a:tr h="199410">
                <a:tc rowSpan="2">
                  <a:txBody>
                    <a:bodyPr/>
                    <a:lstStyle/>
                    <a:p>
                      <a:pPr algn="ctr" fontAlgn="auto"/>
                      <a:r>
                        <a:rPr lang="ja-JP" altLang="en-US" sz="768" b="1" noProof="1">
                          <a:solidFill>
                            <a:srgbClr val="124191"/>
                          </a:solidFill>
                          <a:effectLst/>
                          <a:latin typeface="Arial Narrow" panose="020B0606020202030204" pitchFamily="34" charset="0"/>
                          <a:ea typeface="Meiryo UI" panose="020B0604030504040204" pitchFamily="34" charset="-128"/>
                        </a:rPr>
                        <a:t>existing equipment</a:t>
                      </a:r>
                      <a:endParaRPr lang="en-US" sz="768" b="1">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BEC8D2"/>
                    </a:solidFill>
                  </a:tcPr>
                </a:tc>
                <a:tc gridSpan="3">
                  <a:txBody>
                    <a:bodyPr/>
                    <a:lstStyle/>
                    <a:p>
                      <a:pPr algn="ctr" fontAlgn="base"/>
                      <a:r>
                        <a:rPr lang="en-US" sz="768" b="1" noProof="1">
                          <a:solidFill>
                            <a:srgbClr val="FFFFFF"/>
                          </a:solidFill>
                          <a:effectLst/>
                          <a:latin typeface="Arial Narrow" panose="020B0606020202030204" pitchFamily="34" charset="0"/>
                          <a:ea typeface="Meiryo UI" panose="020B0604030504040204" pitchFamily="34" charset="-128"/>
                        </a:rPr>
                        <a:t>Vender Lab​@Tama</a:t>
                      </a:r>
                      <a:endParaRPr lang="en-US" sz="768" b="1">
                        <a:solidFill>
                          <a:srgbClr val="FFFFFF"/>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8DB1FF"/>
                    </a:solidFill>
                  </a:tcPr>
                </a:tc>
                <a:tc hMerge="1">
                  <a:txBody>
                    <a:bodyPr/>
                    <a:lstStyle/>
                    <a:p>
                      <a:endParaRPr lang="en-US"/>
                    </a:p>
                  </a:txBody>
                  <a:tcPr/>
                </a:tc>
                <a:tc hMerge="1">
                  <a:txBody>
                    <a:bodyPr/>
                    <a:lstStyle/>
                    <a:p>
                      <a:endParaRPr lang="en-US"/>
                    </a:p>
                  </a:txBody>
                  <a:tcPr/>
                </a:tc>
                <a:tc gridSpan="3">
                  <a:txBody>
                    <a:bodyPr/>
                    <a:lstStyle/>
                    <a:p>
                      <a:pPr algn="ctr" fontAlgn="base"/>
                      <a:r>
                        <a:rPr lang="en-US" sz="768" b="1" noProof="1">
                          <a:solidFill>
                            <a:srgbClr val="FFFFFF"/>
                          </a:solidFill>
                          <a:effectLst/>
                          <a:latin typeface="Arial Narrow" panose="020B0606020202030204" pitchFamily="34" charset="0"/>
                          <a:ea typeface="Meiryo UI" panose="020B0604030504040204" pitchFamily="34" charset="-128"/>
                        </a:rPr>
                        <a:t>KDDI Tama Lab​</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1B64FF"/>
                    </a:solidFill>
                  </a:tcPr>
                </a:tc>
                <a:tc hMerge="1">
                  <a:txBody>
                    <a:bodyPr/>
                    <a:lstStyle/>
                    <a:p>
                      <a:endParaRPr lang="en-US"/>
                    </a:p>
                  </a:txBody>
                  <a:tcPr/>
                </a:tc>
                <a:tc hMerge="1">
                  <a:txBody>
                    <a:bodyPr/>
                    <a:lstStyle/>
                    <a:p>
                      <a:endParaRPr lang="en-US"/>
                    </a:p>
                  </a:txBody>
                  <a:tcPr/>
                </a:tc>
                <a:tc gridSpan="4">
                  <a:txBody>
                    <a:bodyPr/>
                    <a:lstStyle/>
                    <a:p>
                      <a:pPr algn="ctr" fontAlgn="base"/>
                      <a:r>
                        <a:rPr lang="en-US" sz="768" b="1" noProof="1">
                          <a:solidFill>
                            <a:srgbClr val="FFFFFF"/>
                          </a:solidFill>
                          <a:effectLst/>
                          <a:latin typeface="Arial Narrow" panose="020B0606020202030204" pitchFamily="34" charset="0"/>
                          <a:ea typeface="Meiryo UI" panose="020B0604030504040204" pitchFamily="34" charset="-128"/>
                        </a:rPr>
                        <a:t>Commercial​</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0036A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8084627"/>
                  </a:ext>
                </a:extLst>
              </a:tr>
              <a:tr h="265880">
                <a:tc vMerge="1">
                  <a:txBody>
                    <a:bodyPr/>
                    <a:lstStyle/>
                    <a:p>
                      <a:pPr algn="ctr" fontAlgn="auto"/>
                      <a:endParaRPr lang="en-US" sz="768" b="1">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V-1-1​</a:t>
                      </a: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V-1-2​</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V-1-3​</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A-1​</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B-1​</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C-1​</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East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Tama​</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East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Oyama​</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West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Osaka​</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en-US" sz="640" b="1" noProof="1">
                          <a:solidFill>
                            <a:srgbClr val="124191"/>
                          </a:solidFill>
                          <a:effectLst/>
                          <a:latin typeface="Arial Narrow" panose="020B0606020202030204" pitchFamily="34" charset="0"/>
                          <a:ea typeface="Meiryo UI" panose="020B0604030504040204" pitchFamily="34" charset="-128"/>
                        </a:rPr>
                        <a:t>West</a:t>
                      </a:r>
                      <a:r>
                        <a:rPr lang="en-US" sz="640" b="1">
                          <a:solidFill>
                            <a:srgbClr val="124191"/>
                          </a:solidFill>
                          <a:effectLst/>
                          <a:latin typeface="Arial Narrow" panose="020B0606020202030204" pitchFamily="34" charset="0"/>
                          <a:ea typeface="Meiryo UI" panose="020B0604030504040204" pitchFamily="34" charset="-128"/>
                        </a:rPr>
                        <a:t>​</a:t>
                      </a:r>
                      <a:br>
                        <a:rPr lang="en-US" sz="640" b="1">
                          <a:solidFill>
                            <a:srgbClr val="124191"/>
                          </a:solidFill>
                          <a:effectLst/>
                          <a:latin typeface="Arial Narrow" panose="020B0606020202030204" pitchFamily="34" charset="0"/>
                          <a:ea typeface="Meiryo UI" panose="020B0604030504040204" pitchFamily="34" charset="-128"/>
                        </a:rPr>
                      </a:br>
                      <a:r>
                        <a:rPr lang="en-US" sz="640" b="1" noProof="1">
                          <a:solidFill>
                            <a:srgbClr val="124191"/>
                          </a:solidFill>
                          <a:effectLst/>
                          <a:latin typeface="Arial Narrow" panose="020B0606020202030204" pitchFamily="34" charset="0"/>
                          <a:ea typeface="Meiryo UI" panose="020B0604030504040204" pitchFamily="34" charset="-128"/>
                        </a:rPr>
                        <a:t>Chiyo​</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1823863997"/>
                  </a:ext>
                </a:extLst>
              </a:tr>
              <a:tr h="216028">
                <a:tc>
                  <a:txBody>
                    <a:bodyPr/>
                    <a:lstStyle/>
                    <a:p>
                      <a:pPr algn="ctr" fontAlgn="base"/>
                      <a:r>
                        <a:rPr lang="en-US" sz="768" b="0" noProof="1">
                          <a:solidFill>
                            <a:srgbClr val="124191"/>
                          </a:solidFill>
                          <a:effectLst/>
                          <a:latin typeface="Arial Narrow" panose="020B0606020202030204" pitchFamily="34" charset="0"/>
                          <a:ea typeface="Meiryo UI" panose="020B0604030504040204" pitchFamily="34" charset="-128"/>
                        </a:rPr>
                        <a:t>NZEv</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auto"/>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E7EAFF"/>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3200113353"/>
                  </a:ext>
                </a:extLst>
              </a:tr>
              <a:tr h="365585">
                <a:tc>
                  <a:txBody>
                    <a:bodyPr/>
                    <a:lstStyle/>
                    <a:p>
                      <a:pPr algn="ctr" fontAlgn="base"/>
                      <a:r>
                        <a:rPr lang="en-US" sz="768" b="0" noProof="1">
                          <a:solidFill>
                            <a:srgbClr val="124191"/>
                          </a:solidFill>
                          <a:effectLst/>
                          <a:latin typeface="Arial Narrow" panose="020B0606020202030204" pitchFamily="34" charset="0"/>
                          <a:ea typeface="Meiryo UI" panose="020B0604030504040204" pitchFamily="34" charset="-128"/>
                        </a:rPr>
                        <a:t>Custom Server V</a:t>
                      </a:r>
                    </a:p>
                  </a:txBody>
                  <a:tcPr marT="36000" marB="36000" anchor="ctr">
                    <a:lnL w="14554" cap="flat" cmpd="sng" algn="ctr">
                      <a:solidFill>
                        <a:srgbClr val="124191"/>
                      </a:solidFill>
                      <a:prstDash val="solid"/>
                      <a:round/>
                      <a:headEnd type="none" w="med" len="med"/>
                      <a:tailEnd type="none" w="med" len="med"/>
                    </a:lnL>
                    <a:lnR w="12700" cap="flat" cmpd="sng" algn="ctr">
                      <a:solidFill>
                        <a:schemeClr val="tx2">
                          <a:lumMod val="75000"/>
                          <a:lumOff val="25000"/>
                        </a:schemeClr>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2700" cap="flat" cmpd="sng" algn="ctr">
                      <a:solidFill>
                        <a:schemeClr val="tx2">
                          <a:lumMod val="75000"/>
                          <a:lumOff val="25000"/>
                        </a:schemeClr>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algn="ctr" fontAlgn="base"/>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endParaRPr lang="en-US" sz="512" b="0">
                        <a:solidFill>
                          <a:srgbClr val="124191"/>
                        </a:solidFill>
                        <a:effectLst/>
                        <a:latin typeface="Arial Narrow" panose="020B0606020202030204" pitchFamily="34" charset="0"/>
                        <a:ea typeface="Meiryo UI" panose="020B0604030504040204" pitchFamily="34" charset="-128"/>
                      </a:endParaRPr>
                    </a:p>
                    <a:p>
                      <a:pPr marL="0" marR="0" lvl="0" indent="0" algn="ctr" defTabSz="685800" rtl="0" eaLnBrk="1" fontAlgn="base" latinLnBrk="0" hangingPunct="1">
                        <a:lnSpc>
                          <a:spcPct val="100000"/>
                        </a:lnSpc>
                        <a:spcBef>
                          <a:spcPts val="0"/>
                        </a:spcBef>
                        <a:spcAft>
                          <a:spcPts val="0"/>
                        </a:spcAft>
                        <a:buClrTx/>
                        <a:buSzTx/>
                        <a:buFontTx/>
                        <a:buNone/>
                        <a:tabLst/>
                        <a:defRPr/>
                      </a:pP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chemeClr val="tx1">
                        <a:lumMod val="50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solidFill>
                      <a:srgbClr val="CBD1FF"/>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endParaRPr lang="en-US" sz="512" b="0">
                        <a:solidFill>
                          <a:srgbClr val="124191"/>
                        </a:solidFill>
                        <a:effectLst/>
                        <a:latin typeface="Arial Narrow" panose="020B0606020202030204" pitchFamily="34" charset="0"/>
                        <a:ea typeface="Meiryo UI" panose="020B0604030504040204" pitchFamily="34" charset="-128"/>
                      </a:endParaRP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ja-JP" altLang="en-US" sz="512" b="0" noProof="1">
                          <a:solidFill>
                            <a:srgbClr val="124191"/>
                          </a:solidFill>
                          <a:effectLst/>
                          <a:latin typeface="Arial Narrow" panose="020B0606020202030204" pitchFamily="34" charset="0"/>
                          <a:ea typeface="Meiryo UI" panose="020B0604030504040204" pitchFamily="34" charset="-128"/>
                        </a:rPr>
                        <a:t>〇</a:t>
                      </a:r>
                    </a:p>
                  </a:txBody>
                  <a:tcPr marT="36000" marB="36000" anchor="ctr">
                    <a:lnL w="14554" cap="flat" cmpd="sng" algn="ctr">
                      <a:solidFill>
                        <a:srgbClr val="124191"/>
                      </a:solidFill>
                      <a:prstDash val="solid"/>
                      <a:round/>
                      <a:headEnd type="none" w="med" len="med"/>
                      <a:tailEnd type="none" w="med" len="med"/>
                    </a:lnL>
                    <a:lnR w="14554" cap="flat" cmpd="sng" algn="ctr">
                      <a:solidFill>
                        <a:srgbClr val="124191"/>
                      </a:solidFill>
                      <a:prstDash val="solid"/>
                      <a:round/>
                      <a:headEnd type="none" w="med" len="med"/>
                      <a:tailEnd type="none" w="med" len="med"/>
                    </a:lnR>
                    <a:lnT w="14554" cap="flat" cmpd="sng" algn="ctr">
                      <a:solidFill>
                        <a:srgbClr val="124191"/>
                      </a:solidFill>
                      <a:prstDash val="solid"/>
                      <a:round/>
                      <a:headEnd type="none" w="med" len="med"/>
                      <a:tailEnd type="none" w="med" len="med"/>
                    </a:lnT>
                    <a:lnB w="14554" cap="flat" cmpd="sng" algn="ctr">
                      <a:solidFill>
                        <a:srgbClr val="124191"/>
                      </a:solidFill>
                      <a:prstDash val="solid"/>
                      <a:round/>
                      <a:headEnd type="none" w="med" len="med"/>
                      <a:tailEnd type="none" w="med" len="med"/>
                    </a:lnB>
                  </a:tcPr>
                </a:tc>
                <a:extLst>
                  <a:ext uri="{0D108BD9-81ED-4DB2-BD59-A6C34878D82A}">
                    <a16:rowId xmlns:a16="http://schemas.microsoft.com/office/drawing/2014/main" val="1171502455"/>
                  </a:ext>
                </a:extLst>
              </a:tr>
            </a:tbl>
          </a:graphicData>
        </a:graphic>
      </p:graphicFrame>
      <p:sp>
        <p:nvSpPr>
          <p:cNvPr id="9" name="Text Placeholder 6">
            <a:extLst>
              <a:ext uri="{FF2B5EF4-FFF2-40B4-BE49-F238E27FC236}">
                <a16:creationId xmlns:a16="http://schemas.microsoft.com/office/drawing/2014/main" id="{50959865-AEFE-3344-DE2C-8248060BF729}"/>
              </a:ext>
            </a:extLst>
          </p:cNvPr>
          <p:cNvSpPr>
            <a:spLocks noGrp="1"/>
          </p:cNvSpPr>
          <p:nvPr>
            <p:ph type="body" sz="quarter" idx="12"/>
          </p:nvPr>
        </p:nvSpPr>
        <p:spPr>
          <a:xfrm>
            <a:off x="249727" y="408087"/>
            <a:ext cx="6091600" cy="340654"/>
          </a:xfrm>
        </p:spPr>
        <p:txBody>
          <a:bodyPr/>
          <a:lstStyle/>
          <a:p>
            <a:r>
              <a:rPr lang="en-US" altLang="ja-JP" noProof="1"/>
              <a:t>- Facilities to be built in lab and commercial environments</a:t>
            </a:r>
            <a:endParaRPr lang="en-US"/>
          </a:p>
        </p:txBody>
      </p:sp>
      <p:sp>
        <p:nvSpPr>
          <p:cNvPr id="3" name="Rectangle 2">
            <a:extLst>
              <a:ext uri="{FF2B5EF4-FFF2-40B4-BE49-F238E27FC236}">
                <a16:creationId xmlns:a16="http://schemas.microsoft.com/office/drawing/2014/main" id="{8A432C80-E423-2BDB-88C5-D090A2BB5E35}"/>
              </a:ext>
            </a:extLst>
          </p:cNvPr>
          <p:cNvSpPr/>
          <p:nvPr/>
        </p:nvSpPr>
        <p:spPr>
          <a:xfrm>
            <a:off x="6430537" y="-1432"/>
            <a:ext cx="2713463" cy="2158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0"/>
              </a:spcAft>
              <a:buClrTx/>
              <a:buSzPct val="100000"/>
              <a:buFontTx/>
              <a:buNone/>
              <a:tabLst/>
              <a:defRPr/>
            </a:pPr>
            <a:r>
              <a:rPr kumimoji="0" lang="ja-JP" altLang="en-US" sz="880" b="0" i="0" u="none" strike="noStrike" kern="1200" cap="none" spc="0" normalizeH="0" baseline="0" noProof="1">
                <a:ln>
                  <a:noFill/>
                </a:ln>
                <a:solidFill>
                  <a:srgbClr val="FFFFFF"/>
                </a:solidFill>
                <a:effectLst/>
                <a:uLnTx/>
                <a:uFillTx/>
                <a:latin typeface="Meiryo UI" panose="020B0604030504040204" pitchFamily="50" charset="-128"/>
                <a:ea typeface="Meiryo UI" panose="020B0604030504040204" pitchFamily="50" charset="-128"/>
                <a:cs typeface="+mn-cs"/>
              </a:rPr>
              <a:t>Excerpt from our company Pre-Sales Proposal</a:t>
            </a:r>
            <a:endParaRPr kumimoji="0" lang="en-US" sz="88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7" name="Text Placeholder 6">
            <a:extLst>
              <a:ext uri="{FF2B5EF4-FFF2-40B4-BE49-F238E27FC236}">
                <a16:creationId xmlns:a16="http://schemas.microsoft.com/office/drawing/2014/main" id="{4B42F350-CCF1-7C29-BDF5-0C8B20463A56}"/>
              </a:ext>
            </a:extLst>
          </p:cNvPr>
          <p:cNvSpPr txBox="1">
            <a:spLocks/>
          </p:cNvSpPr>
          <p:nvPr/>
        </p:nvSpPr>
        <p:spPr>
          <a:xfrm>
            <a:off x="220646" y="73665"/>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1536"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152"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96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3.</a:t>
            </a:r>
            <a:r>
              <a:rPr kumimoji="0"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 </a:t>
            </a:r>
            <a:r>
              <a:rPr kumimoji="0"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Solution Overview</a:t>
            </a:r>
            <a:endParaRPr kumimoji="0"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3954249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6C8BF-A2FE-9EED-AFDA-6D048844361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8607D08-9CE1-08EF-4B9B-1B847ED3F281}"/>
              </a:ext>
            </a:extLst>
          </p:cNvPr>
          <p:cNvSpPr>
            <a:spLocks noGrp="1"/>
          </p:cNvSpPr>
          <p:nvPr>
            <p:ph type="ftr" sz="quarter" idx="3"/>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640" b="0" i="0" u="none" strike="noStrike" kern="1200" cap="none" spc="0" normalizeH="0" baseline="0" noProof="1">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rPr>
              <a:t>CONFIDENTIAL</a:t>
            </a:r>
            <a:endParaRPr kumimoji="0" lang="en-US" sz="640" b="0" i="0" u="none" strike="noStrike" kern="1200" cap="none" spc="0" normalizeH="0" baseline="0" noProof="0">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40276840-6715-7610-519A-8427E605FB33}"/>
              </a:ext>
            </a:extLst>
          </p:cNvPr>
          <p:cNvSpPr txBox="1"/>
          <p:nvPr/>
        </p:nvSpPr>
        <p:spPr>
          <a:xfrm>
            <a:off x="6347791" y="4316135"/>
            <a:ext cx="2796210" cy="400110"/>
          </a:xfrm>
          <a:prstGeom prst="rect">
            <a:avLst/>
          </a:prstGeom>
          <a:noFill/>
          <a:ln>
            <a:noFill/>
          </a:ln>
        </p:spPr>
        <p:txBody>
          <a:bodyPr wrap="square">
            <a:spAutoFit/>
          </a:bodyPr>
          <a:lstStyle/>
          <a:p>
            <a:pPr marL="0" marR="0" lvl="0" indent="0" algn="l" defTabSz="457200" rtl="0" eaLnBrk="1" fontAlgn="auto" latinLnBrk="0" hangingPunct="1">
              <a:lnSpc>
                <a:spcPts val="1200"/>
              </a:lnSpc>
              <a:spcBef>
                <a:spcPts val="0"/>
              </a:spcBef>
              <a:spcAft>
                <a:spcPts val="0"/>
              </a:spcAft>
              <a:buClrTx/>
              <a:buSzTx/>
              <a:buFontTx/>
              <a:buNone/>
              <a:tabLst/>
              <a:defRPr/>
            </a:pPr>
            <a:r>
              <a:rPr kumimoji="0" lang="en-US" altLang="ja-JP" sz="880" b="1" i="0" u="none" strike="noStrike" kern="1200" cap="none" spc="0" normalizeH="0" baseline="0" noProof="1">
                <a:ln>
                  <a:noFill/>
                </a:ln>
                <a:solidFill>
                  <a:srgbClr val="001135"/>
                </a:solidFill>
                <a:effectLst/>
                <a:uLnTx/>
                <a:uFillTx/>
                <a:latin typeface="Arial Narrow" panose="020B0606020202030204" pitchFamily="34" charset="0"/>
                <a:ea typeface="Meiryo UI" panose="020B0604030504040204" pitchFamily="50" charset="-128"/>
                <a:cs typeface="+mn-cs"/>
              </a:rPr>
              <a:t>*OCP version is assumed to be OCP4.18</a:t>
            </a:r>
            <a:endParaRPr kumimoji="0" lang="en-US" altLang="ja-JP" sz="880" b="1" i="0" u="none" strike="noStrike" kern="1200" cap="none" spc="0" normalizeH="0" baseline="0" noProof="0">
              <a:ln>
                <a:noFill/>
              </a:ln>
              <a:solidFill>
                <a:srgbClr val="001135"/>
              </a:solidFill>
              <a:effectLst/>
              <a:uLnTx/>
              <a:uFillTx/>
              <a:latin typeface="Arial Narrow" panose="020B0606020202030204" pitchFamily="34" charset="0"/>
              <a:ea typeface="Meiryo UI" panose="020B0604030504040204" pitchFamily="50" charset="-128"/>
              <a:cs typeface="+mn-cs"/>
            </a:endParaRPr>
          </a:p>
          <a:p>
            <a:pPr marL="0" marR="0" lvl="0" indent="0" algn="l" defTabSz="457200" rtl="0" eaLnBrk="1" fontAlgn="auto" latinLnBrk="0" hangingPunct="1">
              <a:lnSpc>
                <a:spcPts val="1200"/>
              </a:lnSpc>
              <a:spcBef>
                <a:spcPts val="0"/>
              </a:spcBef>
              <a:spcAft>
                <a:spcPts val="0"/>
              </a:spcAft>
              <a:buClrTx/>
              <a:buSzTx/>
              <a:buFontTx/>
              <a:buNone/>
              <a:tabLst/>
              <a:defRPr/>
            </a:pPr>
            <a:r>
              <a:rPr kumimoji="0" lang="en-US" altLang="ja-JP" sz="880" b="1" i="0" u="none" strike="noStrike" kern="1200" cap="none" spc="0" normalizeH="0" baseline="0" noProof="1">
                <a:ln>
                  <a:noFill/>
                </a:ln>
                <a:solidFill>
                  <a:srgbClr val="001135"/>
                </a:solidFill>
                <a:effectLst/>
                <a:uLnTx/>
                <a:uFillTx/>
                <a:latin typeface="Arial Narrow" panose="020B0606020202030204" pitchFamily="34" charset="0"/>
                <a:ea typeface="Meiryo UI" panose="020B0604030504040204" pitchFamily="50" charset="-128"/>
                <a:cs typeface="+mn-cs"/>
              </a:rPr>
              <a:t>*OCP version compatible with NCOM24 FP1 is 4.13</a:t>
            </a:r>
            <a:endParaRPr kumimoji="0" lang="en-GB" sz="880" b="1" i="0" u="none" strike="noStrike" kern="1200" cap="none" spc="0" normalizeH="0" baseline="0" noProof="0">
              <a:ln>
                <a:noFill/>
              </a:ln>
              <a:solidFill>
                <a:srgbClr val="001135"/>
              </a:solidFill>
              <a:effectLst/>
              <a:uLnTx/>
              <a:uFillTx/>
              <a:latin typeface="Arial Narrow" panose="020B0606020202030204" pitchFamily="34" charset="0"/>
              <a:ea typeface="Meiryo UI" panose="020B0604030504040204" pitchFamily="50" charset="-128"/>
              <a:cs typeface="+mn-cs"/>
            </a:endParaRPr>
          </a:p>
        </p:txBody>
      </p:sp>
      <p:pic>
        <p:nvPicPr>
          <p:cNvPr id="9" name="Picture 8">
            <a:extLst>
              <a:ext uri="{FF2B5EF4-FFF2-40B4-BE49-F238E27FC236}">
                <a16:creationId xmlns:a16="http://schemas.microsoft.com/office/drawing/2014/main" id="{34773A3D-70C9-626D-B9A0-B286A5777814}"/>
              </a:ext>
            </a:extLst>
          </p:cNvPr>
          <p:cNvPicPr>
            <a:picLocks noChangeAspect="1"/>
          </p:cNvPicPr>
          <p:nvPr/>
        </p:nvPicPr>
        <p:blipFill>
          <a:blip r:embed="rId3"/>
          <a:stretch>
            <a:fillRect/>
          </a:stretch>
        </p:blipFill>
        <p:spPr>
          <a:xfrm>
            <a:off x="21354" y="611865"/>
            <a:ext cx="8726512" cy="3618164"/>
          </a:xfrm>
          <a:prstGeom prst="rect">
            <a:avLst/>
          </a:prstGeom>
        </p:spPr>
      </p:pic>
      <p:sp>
        <p:nvSpPr>
          <p:cNvPr id="2" name="Text Placeholder 6">
            <a:extLst>
              <a:ext uri="{FF2B5EF4-FFF2-40B4-BE49-F238E27FC236}">
                <a16:creationId xmlns:a16="http://schemas.microsoft.com/office/drawing/2014/main" id="{4C8A0797-4741-22A9-EBF6-79A161224912}"/>
              </a:ext>
            </a:extLst>
          </p:cNvPr>
          <p:cNvSpPr txBox="1">
            <a:spLocks/>
          </p:cNvSpPr>
          <p:nvPr/>
        </p:nvSpPr>
        <p:spPr>
          <a:xfrm>
            <a:off x="220646" y="73665"/>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1536"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152"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96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864"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3.</a:t>
            </a:r>
            <a:r>
              <a:rPr kumimoji="0"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 </a:t>
            </a:r>
            <a:r>
              <a:rPr kumimoji="0" lang="en-US" altLang="ja-JP"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Compatibility Matrix</a:t>
            </a:r>
            <a:endParaRPr kumimoji="0"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Tree>
    <p:extLst>
      <p:ext uri="{BB962C8B-B14F-4D97-AF65-F5344CB8AC3E}">
        <p14:creationId xmlns:p14="http://schemas.microsoft.com/office/powerpoint/2010/main" val="1630440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Box 4"/>
          <p:cNvSpPr txBox="1">
            <a:spLocks noChangeArrowheads="1"/>
          </p:cNvSpPr>
          <p:nvPr/>
        </p:nvSpPr>
        <p:spPr bwMode="auto">
          <a:xfrm>
            <a:off x="409825" y="488110"/>
            <a:ext cx="8815004" cy="4139404"/>
          </a:xfrm>
          <a:prstGeom prst="rect">
            <a:avLst/>
          </a:prstGeom>
          <a:noFill/>
          <a:ln w="19050" algn="ctr">
            <a:noFill/>
            <a:miter lim="800000"/>
            <a:headEnd/>
            <a:tailEnd/>
          </a:ln>
        </p:spPr>
        <p:txBody>
          <a:bodyPr wrap="square" lIns="90000" tIns="46800" rIns="90000" bIns="46800">
            <a:spAutoFit/>
          </a:bodyPr>
          <a:lstStyle/>
          <a:p>
            <a:pPr defTabSz="762000" eaLnBrk="0" hangingPunct="0">
              <a:lnSpc>
                <a:spcPct val="90000"/>
              </a:lnSpc>
              <a:spcBef>
                <a:spcPct val="50000"/>
              </a:spcBef>
              <a:buClr>
                <a:srgbClr val="124192"/>
              </a:buClr>
              <a:buFont typeface="Arial" pitchFamily="34" charset="0"/>
              <a:buChar char="•"/>
              <a:defRPr/>
            </a:pPr>
            <a:r>
              <a:rPr lang="en-US" sz="1200" b="1">
                <a:solidFill>
                  <a:schemeClr val="accent1">
                    <a:lumMod val="50000"/>
                  </a:schemeClr>
                </a:solidFill>
              </a:rPr>
              <a:t> Key requirements, use cases for acceptance</a:t>
            </a:r>
            <a:endParaRPr lang="en-US" sz="1200" b="1">
              <a:solidFill>
                <a:schemeClr val="accent1">
                  <a:lumMod val="50000"/>
                </a:schemeClr>
              </a:solidFill>
              <a:latin typeface="+mn-lt"/>
            </a:endParaRPr>
          </a:p>
          <a:p>
            <a:pPr lvl="1" defTabSz="762000" eaLnBrk="0" hangingPunct="0">
              <a:lnSpc>
                <a:spcPct val="90000"/>
              </a:lnSpc>
              <a:spcBef>
                <a:spcPct val="50000"/>
              </a:spcBef>
              <a:buClr>
                <a:srgbClr val="124192"/>
              </a:buClr>
              <a:buFont typeface="Arial" pitchFamily="34" charset="0"/>
              <a:buChar char="•"/>
              <a:defRPr/>
            </a:pPr>
            <a:r>
              <a:rPr lang="en-US" sz="1200">
                <a:solidFill>
                  <a:srgbClr val="002060"/>
                </a:solidFill>
                <a:latin typeface="+mn-lt"/>
              </a:rPr>
              <a:t>Functional requirements and use cases</a:t>
            </a:r>
            <a:r>
              <a:rPr lang="en-US" sz="1200">
                <a:solidFill>
                  <a:srgbClr val="002060"/>
                </a:solidFill>
              </a:rPr>
              <a:t> : </a:t>
            </a:r>
            <a:r>
              <a:rPr lang="en-US" sz="1200">
                <a:solidFill>
                  <a:srgbClr val="002060"/>
                </a:solidFill>
                <a:highlight>
                  <a:srgbClr val="808080"/>
                </a:highlight>
              </a:rPr>
              <a:t>N/A</a:t>
            </a:r>
            <a:endParaRPr lang="en-US" sz="1200">
              <a:solidFill>
                <a:srgbClr val="002060"/>
              </a:solidFill>
              <a:highlight>
                <a:srgbClr val="808080"/>
              </a:highlight>
              <a:latin typeface="+mn-lt"/>
            </a:endParaRPr>
          </a:p>
          <a:p>
            <a:pPr lvl="1" defTabSz="762000" eaLnBrk="0" hangingPunct="0">
              <a:lnSpc>
                <a:spcPct val="90000"/>
              </a:lnSpc>
              <a:spcBef>
                <a:spcPct val="50000"/>
              </a:spcBef>
              <a:buClr>
                <a:srgbClr val="124192"/>
              </a:buClr>
              <a:buFont typeface="Arial" pitchFamily="34" charset="0"/>
              <a:buChar char="•"/>
              <a:defRPr/>
            </a:pPr>
            <a:r>
              <a:rPr lang="en-US" sz="1200">
                <a:solidFill>
                  <a:srgbClr val="002060"/>
                </a:solidFill>
              </a:rPr>
              <a:t>Non-functional Requirements – </a:t>
            </a:r>
          </a:p>
          <a:p>
            <a:pPr lvl="2" defTabSz="762000" eaLnBrk="0" hangingPunct="0">
              <a:lnSpc>
                <a:spcPct val="90000"/>
              </a:lnSpc>
              <a:spcBef>
                <a:spcPct val="50000"/>
              </a:spcBef>
              <a:buClr>
                <a:srgbClr val="124192"/>
              </a:buClr>
              <a:buFont typeface="Arial" pitchFamily="34" charset="0"/>
              <a:buChar char="•"/>
              <a:defRPr/>
            </a:pPr>
            <a:r>
              <a:rPr lang="en-US" sz="1200">
                <a:solidFill>
                  <a:srgbClr val="002060"/>
                </a:solidFill>
              </a:rPr>
              <a:t>Target Capacity </a:t>
            </a:r>
            <a:r>
              <a:rPr lang="en-US" sz="1200">
                <a:solidFill>
                  <a:srgbClr val="002060"/>
                </a:solidFill>
                <a:highlight>
                  <a:srgbClr val="FFFF00"/>
                </a:highlight>
              </a:rPr>
              <a:t>: refer to next slide </a:t>
            </a:r>
          </a:p>
          <a:p>
            <a:pPr lvl="2" defTabSz="762000" eaLnBrk="0" hangingPunct="0">
              <a:lnSpc>
                <a:spcPct val="90000"/>
              </a:lnSpc>
              <a:spcBef>
                <a:spcPct val="50000"/>
              </a:spcBef>
              <a:buClr>
                <a:srgbClr val="124192"/>
              </a:buClr>
              <a:buFont typeface="Arial" pitchFamily="34" charset="0"/>
              <a:buChar char="•"/>
              <a:defRPr/>
            </a:pPr>
            <a:r>
              <a:rPr lang="en-US" sz="1200">
                <a:solidFill>
                  <a:srgbClr val="002060"/>
                </a:solidFill>
              </a:rPr>
              <a:t>Security, Operational, Automation : </a:t>
            </a:r>
            <a:r>
              <a:rPr lang="en-US" sz="1200">
                <a:solidFill>
                  <a:srgbClr val="002060"/>
                </a:solidFill>
                <a:highlight>
                  <a:srgbClr val="808080"/>
                </a:highlight>
              </a:rPr>
              <a:t>N/A</a:t>
            </a:r>
          </a:p>
          <a:p>
            <a:pPr lvl="1" defTabSz="762000" eaLnBrk="0" hangingPunct="0">
              <a:lnSpc>
                <a:spcPct val="90000"/>
              </a:lnSpc>
              <a:spcBef>
                <a:spcPct val="50000"/>
              </a:spcBef>
              <a:buClr>
                <a:srgbClr val="124192"/>
              </a:buClr>
              <a:buFont typeface="Arial" pitchFamily="34" charset="0"/>
              <a:buChar char="•"/>
              <a:defRPr/>
            </a:pPr>
            <a:r>
              <a:rPr lang="en-US" sz="1200">
                <a:solidFill>
                  <a:srgbClr val="002060"/>
                </a:solidFill>
              </a:rPr>
              <a:t>Alarm + Performance management : </a:t>
            </a:r>
            <a:r>
              <a:rPr lang="en-US" sz="1200" err="1">
                <a:solidFill>
                  <a:srgbClr val="002060"/>
                </a:solidFill>
                <a:highlight>
                  <a:srgbClr val="FFFF00"/>
                </a:highlight>
              </a:rPr>
              <a:t>NZEv</a:t>
            </a:r>
            <a:endParaRPr lang="en-US" sz="1200">
              <a:solidFill>
                <a:srgbClr val="002060"/>
              </a:solidFill>
              <a:highlight>
                <a:srgbClr val="FFFF00"/>
              </a:highlight>
            </a:endParaRPr>
          </a:p>
          <a:p>
            <a:pPr lvl="1" defTabSz="762000" eaLnBrk="0" hangingPunct="0">
              <a:lnSpc>
                <a:spcPct val="90000"/>
              </a:lnSpc>
              <a:spcBef>
                <a:spcPct val="50000"/>
              </a:spcBef>
              <a:buClr>
                <a:srgbClr val="124192"/>
              </a:buClr>
              <a:buFont typeface="Arial" pitchFamily="34" charset="0"/>
              <a:buChar char="•"/>
              <a:defRPr/>
            </a:pPr>
            <a:r>
              <a:rPr lang="en-US" sz="1200">
                <a:solidFill>
                  <a:srgbClr val="002060"/>
                </a:solidFill>
              </a:rPr>
              <a:t>GR / DR (Solution &amp; Trigger) : </a:t>
            </a:r>
          </a:p>
          <a:p>
            <a:pPr lvl="2" defTabSz="762000" eaLnBrk="0" hangingPunct="0">
              <a:lnSpc>
                <a:spcPct val="90000"/>
              </a:lnSpc>
              <a:spcBef>
                <a:spcPct val="50000"/>
              </a:spcBef>
              <a:buClr>
                <a:srgbClr val="124192"/>
              </a:buClr>
              <a:buFont typeface="Arial" pitchFamily="34" charset="0"/>
              <a:buChar char="•"/>
              <a:defRPr/>
            </a:pPr>
            <a:r>
              <a:rPr lang="en-US" sz="1200">
                <a:solidFill>
                  <a:srgbClr val="002060"/>
                </a:solidFill>
              </a:rPr>
              <a:t>Geo Redundancy : </a:t>
            </a:r>
            <a:r>
              <a:rPr lang="en-US" sz="1200">
                <a:solidFill>
                  <a:srgbClr val="002060"/>
                </a:solidFill>
                <a:highlight>
                  <a:srgbClr val="FFFF00"/>
                </a:highlight>
              </a:rPr>
              <a:t>SCP_BSF, </a:t>
            </a:r>
            <a:r>
              <a:rPr lang="en-US" sz="1200" err="1">
                <a:solidFill>
                  <a:srgbClr val="002060"/>
                </a:solidFill>
                <a:highlight>
                  <a:srgbClr val="FFFF00"/>
                </a:highlight>
              </a:rPr>
              <a:t>NPCv</a:t>
            </a:r>
            <a:r>
              <a:rPr lang="en-US" sz="1200">
                <a:solidFill>
                  <a:srgbClr val="002060"/>
                </a:solidFill>
                <a:highlight>
                  <a:srgbClr val="FFFF00"/>
                </a:highlight>
              </a:rPr>
              <a:t> *refer to “Solution overview”</a:t>
            </a:r>
          </a:p>
          <a:p>
            <a:pPr lvl="2" defTabSz="762000" eaLnBrk="0" hangingPunct="0">
              <a:lnSpc>
                <a:spcPct val="90000"/>
              </a:lnSpc>
              <a:spcBef>
                <a:spcPct val="50000"/>
              </a:spcBef>
              <a:buClr>
                <a:srgbClr val="124192"/>
              </a:buClr>
              <a:buFont typeface="Arial" pitchFamily="34" charset="0"/>
              <a:buChar char="•"/>
              <a:defRPr/>
            </a:pPr>
            <a:r>
              <a:rPr lang="en-US" altLang="ja-JP" sz="1200">
                <a:solidFill>
                  <a:srgbClr val="002060"/>
                </a:solidFill>
              </a:rPr>
              <a:t>Disaster recovery</a:t>
            </a:r>
            <a:r>
              <a:rPr lang="ja-JP" altLang="en-US" sz="1200">
                <a:solidFill>
                  <a:srgbClr val="002060"/>
                </a:solidFill>
              </a:rPr>
              <a:t>：</a:t>
            </a:r>
            <a:r>
              <a:rPr lang="en-US" altLang="ja-JP" sz="1200" err="1">
                <a:solidFill>
                  <a:srgbClr val="002060"/>
                </a:solidFill>
                <a:highlight>
                  <a:srgbClr val="FFFF00"/>
                </a:highlight>
              </a:rPr>
              <a:t>NCOMv</a:t>
            </a:r>
            <a:r>
              <a:rPr lang="en-US" altLang="ja-JP" sz="1200">
                <a:solidFill>
                  <a:srgbClr val="002060"/>
                </a:solidFill>
                <a:highlight>
                  <a:srgbClr val="FFFF00"/>
                </a:highlight>
              </a:rPr>
              <a:t> *</a:t>
            </a:r>
            <a:r>
              <a:rPr lang="en-US" sz="1200">
                <a:solidFill>
                  <a:srgbClr val="002060"/>
                </a:solidFill>
                <a:highlight>
                  <a:srgbClr val="FFFF00"/>
                </a:highlight>
              </a:rPr>
              <a:t>refer to “Solution overview”</a:t>
            </a:r>
          </a:p>
          <a:p>
            <a:pPr lvl="1" defTabSz="762000" eaLnBrk="0" hangingPunct="0">
              <a:lnSpc>
                <a:spcPct val="90000"/>
              </a:lnSpc>
              <a:spcBef>
                <a:spcPct val="50000"/>
              </a:spcBef>
              <a:buClr>
                <a:srgbClr val="124192"/>
              </a:buClr>
              <a:buFont typeface="Arial" pitchFamily="34" charset="0"/>
              <a:buChar char="•"/>
              <a:defRPr/>
            </a:pPr>
            <a:r>
              <a:rPr lang="en-US" sz="1200">
                <a:solidFill>
                  <a:srgbClr val="002060"/>
                </a:solidFill>
              </a:rPr>
              <a:t>Migration : </a:t>
            </a:r>
            <a:r>
              <a:rPr lang="en-US" sz="1200">
                <a:solidFill>
                  <a:srgbClr val="002060"/>
                </a:solidFill>
                <a:highlight>
                  <a:srgbClr val="808080"/>
                </a:highlight>
              </a:rPr>
              <a:t>N/A </a:t>
            </a:r>
            <a:r>
              <a:rPr lang="en-US" sz="1200">
                <a:solidFill>
                  <a:srgbClr val="002060"/>
                </a:solidFill>
              </a:rPr>
              <a:t>(Lv623 scope)</a:t>
            </a:r>
          </a:p>
          <a:p>
            <a:pPr marL="92075" indent="-92075" defTabSz="762000" eaLnBrk="0" hangingPunct="0">
              <a:lnSpc>
                <a:spcPct val="90000"/>
              </a:lnSpc>
              <a:spcBef>
                <a:spcPct val="50000"/>
              </a:spcBef>
              <a:buClr>
                <a:srgbClr val="124192"/>
              </a:buClr>
              <a:buFont typeface="Arial" panose="020B0604020202020204" pitchFamily="34" charset="0"/>
              <a:buChar char="•"/>
              <a:defRPr/>
            </a:pPr>
            <a:r>
              <a:rPr lang="en-US" sz="1200" b="1">
                <a:solidFill>
                  <a:schemeClr val="accent1">
                    <a:lumMod val="50000"/>
                  </a:schemeClr>
                </a:solidFill>
              </a:rPr>
              <a:t>Logical Solution Architecture diagram including system building blocks and key interfaces </a:t>
            </a:r>
            <a:r>
              <a:rPr lang="en-US" sz="1200">
                <a:solidFill>
                  <a:schemeClr val="accent1">
                    <a:lumMod val="50000"/>
                  </a:schemeClr>
                </a:solidFill>
              </a:rPr>
              <a:t>: </a:t>
            </a:r>
            <a:r>
              <a:rPr lang="en-US" sz="1200">
                <a:solidFill>
                  <a:schemeClr val="accent1">
                    <a:lumMod val="50000"/>
                  </a:schemeClr>
                </a:solidFill>
                <a:highlight>
                  <a:srgbClr val="FFFF00"/>
                </a:highlight>
              </a:rPr>
              <a:t>refer to “Overview”</a:t>
            </a:r>
          </a:p>
          <a:p>
            <a:pPr defTabSz="762000" eaLnBrk="0" hangingPunct="0">
              <a:lnSpc>
                <a:spcPct val="90000"/>
              </a:lnSpc>
              <a:spcBef>
                <a:spcPct val="50000"/>
              </a:spcBef>
              <a:buClr>
                <a:srgbClr val="124192"/>
              </a:buClr>
              <a:buFont typeface="Arial" pitchFamily="34" charset="0"/>
              <a:buChar char="•"/>
              <a:defRPr/>
            </a:pPr>
            <a:r>
              <a:rPr lang="en-US" sz="1200" b="1">
                <a:solidFill>
                  <a:schemeClr val="accent1">
                    <a:lumMod val="50000"/>
                  </a:schemeClr>
                </a:solidFill>
              </a:rPr>
              <a:t> Topology diagram : </a:t>
            </a:r>
            <a:r>
              <a:rPr lang="en-US" sz="1200">
                <a:solidFill>
                  <a:schemeClr val="accent1">
                    <a:lumMod val="50000"/>
                  </a:schemeClr>
                </a:solidFill>
                <a:highlight>
                  <a:srgbClr val="FFFF00"/>
                </a:highlight>
              </a:rPr>
              <a:t>refer to “Overview”</a:t>
            </a:r>
            <a:endParaRPr lang="en-US" sz="1200" b="1">
              <a:solidFill>
                <a:schemeClr val="accent1">
                  <a:lumMod val="50000"/>
                </a:schemeClr>
              </a:solidFill>
              <a:highlight>
                <a:srgbClr val="FFFF00"/>
              </a:highlight>
            </a:endParaRPr>
          </a:p>
          <a:p>
            <a:pPr defTabSz="762000" eaLnBrk="0" hangingPunct="0">
              <a:lnSpc>
                <a:spcPct val="90000"/>
              </a:lnSpc>
              <a:spcBef>
                <a:spcPct val="50000"/>
              </a:spcBef>
              <a:buClr>
                <a:srgbClr val="124192"/>
              </a:buClr>
              <a:buFont typeface="Arial" pitchFamily="34" charset="0"/>
              <a:buChar char="•"/>
              <a:defRPr/>
            </a:pPr>
            <a:r>
              <a:rPr lang="en-US" sz="1200" b="1">
                <a:solidFill>
                  <a:schemeClr val="accent1">
                    <a:lumMod val="50000"/>
                  </a:schemeClr>
                </a:solidFill>
              </a:rPr>
              <a:t> Number of sites : </a:t>
            </a:r>
            <a:r>
              <a:rPr lang="en-US" sz="1200">
                <a:solidFill>
                  <a:srgbClr val="002060"/>
                </a:solidFill>
                <a:highlight>
                  <a:srgbClr val="FFFF00"/>
                </a:highlight>
              </a:rPr>
              <a:t>refer to “Solution overview”</a:t>
            </a:r>
            <a:endParaRPr lang="en-US" sz="1200" b="1">
              <a:solidFill>
                <a:schemeClr val="accent1">
                  <a:lumMod val="50000"/>
                </a:schemeClr>
              </a:solidFill>
              <a:highlight>
                <a:srgbClr val="FFFF00"/>
              </a:highlight>
            </a:endParaRPr>
          </a:p>
          <a:p>
            <a:pPr defTabSz="762000" eaLnBrk="0" hangingPunct="0">
              <a:lnSpc>
                <a:spcPct val="90000"/>
              </a:lnSpc>
              <a:spcBef>
                <a:spcPct val="50000"/>
              </a:spcBef>
              <a:buClr>
                <a:srgbClr val="124192"/>
              </a:buClr>
              <a:buFont typeface="Arial" pitchFamily="34" charset="0"/>
              <a:buChar char="•"/>
              <a:defRPr/>
            </a:pPr>
            <a:r>
              <a:rPr lang="en-US" sz="1200" b="1">
                <a:solidFill>
                  <a:schemeClr val="accent1">
                    <a:lumMod val="50000"/>
                  </a:schemeClr>
                </a:solidFill>
              </a:rPr>
              <a:t> Committed PreC3 features with timelines. </a:t>
            </a:r>
            <a:r>
              <a:rPr lang="en-US" sz="1200">
                <a:solidFill>
                  <a:schemeClr val="accent1">
                    <a:lumMod val="50000"/>
                  </a:schemeClr>
                </a:solidFill>
              </a:rPr>
              <a:t>: </a:t>
            </a:r>
            <a:r>
              <a:rPr lang="en-US" sz="1200">
                <a:solidFill>
                  <a:schemeClr val="accent1">
                    <a:lumMod val="50000"/>
                  </a:schemeClr>
                </a:solidFill>
                <a:highlight>
                  <a:srgbClr val="808080"/>
                </a:highlight>
              </a:rPr>
              <a:t>N/A</a:t>
            </a:r>
          </a:p>
          <a:p>
            <a:pPr defTabSz="762000" eaLnBrk="0" hangingPunct="0">
              <a:lnSpc>
                <a:spcPct val="90000"/>
              </a:lnSpc>
              <a:spcBef>
                <a:spcPct val="50000"/>
              </a:spcBef>
              <a:buClr>
                <a:srgbClr val="124192"/>
              </a:buClr>
              <a:buFont typeface="Arial" pitchFamily="34" charset="0"/>
              <a:buChar char="•"/>
              <a:defRPr/>
            </a:pPr>
            <a:r>
              <a:rPr lang="en-US" sz="1200" b="1">
                <a:solidFill>
                  <a:schemeClr val="accent1">
                    <a:lumMod val="50000"/>
                  </a:schemeClr>
                </a:solidFill>
              </a:rPr>
              <a:t>Reference to SharePoint folder : </a:t>
            </a:r>
            <a:r>
              <a:rPr lang="en-US" sz="1200">
                <a:solidFill>
                  <a:schemeClr val="accent1">
                    <a:lumMod val="50000"/>
                  </a:schemeClr>
                </a:solidFill>
                <a:highlight>
                  <a:srgbClr val="FFFF00"/>
                </a:highlight>
                <a:hlinkClick r:id="rId3"/>
              </a:rPr>
              <a:t>LINK</a:t>
            </a:r>
            <a:endParaRPr lang="en-US" sz="1200">
              <a:solidFill>
                <a:schemeClr val="accent1">
                  <a:lumMod val="50000"/>
                </a:schemeClr>
              </a:solidFill>
              <a:highlight>
                <a:srgbClr val="FFFF00"/>
              </a:highlight>
            </a:endParaRPr>
          </a:p>
          <a:p>
            <a:pPr defTabSz="762000" eaLnBrk="0" hangingPunct="0">
              <a:lnSpc>
                <a:spcPct val="90000"/>
              </a:lnSpc>
              <a:spcBef>
                <a:spcPct val="50000"/>
              </a:spcBef>
              <a:buClr>
                <a:srgbClr val="124192"/>
              </a:buClr>
              <a:buFont typeface="Arial" pitchFamily="34" charset="0"/>
              <a:buChar char="•"/>
              <a:defRPr/>
            </a:pPr>
            <a:r>
              <a:rPr lang="en-US" sz="1200" b="1">
                <a:solidFill>
                  <a:schemeClr val="accent1">
                    <a:lumMod val="50000"/>
                  </a:schemeClr>
                </a:solidFill>
              </a:rPr>
              <a:t>Change Management : </a:t>
            </a:r>
            <a:r>
              <a:rPr lang="en-US" sz="1200">
                <a:solidFill>
                  <a:schemeClr val="accent1">
                    <a:lumMod val="50000"/>
                  </a:schemeClr>
                </a:solidFill>
                <a:highlight>
                  <a:srgbClr val="FFFF00"/>
                </a:highlight>
                <a:hlinkClick r:id="rId4"/>
              </a:rPr>
              <a:t>LINK</a:t>
            </a:r>
            <a:endParaRPr lang="en-US" sz="1200">
              <a:solidFill>
                <a:schemeClr val="accent1">
                  <a:lumMod val="50000"/>
                </a:schemeClr>
              </a:solidFill>
              <a:highlight>
                <a:srgbClr val="FFFF00"/>
              </a:highlight>
            </a:endParaRPr>
          </a:p>
        </p:txBody>
      </p:sp>
      <p:sp>
        <p:nvSpPr>
          <p:cNvPr id="2" name="Text Placeholder 1">
            <a:extLst>
              <a:ext uri="{FF2B5EF4-FFF2-40B4-BE49-F238E27FC236}">
                <a16:creationId xmlns:a16="http://schemas.microsoft.com/office/drawing/2014/main" id="{C866ABD0-0DDF-AD0C-E5F4-78A2189C3999}"/>
              </a:ext>
            </a:extLst>
          </p:cNvPr>
          <p:cNvSpPr>
            <a:spLocks noGrp="1"/>
          </p:cNvSpPr>
          <p:nvPr>
            <p:ph type="body" sz="quarter" idx="12"/>
          </p:nvPr>
        </p:nvSpPr>
        <p:spPr>
          <a:xfrm>
            <a:off x="0" y="-7782"/>
            <a:ext cx="8308800" cy="340654"/>
          </a:xfrm>
        </p:spPr>
        <p:txBody>
          <a:bodyPr/>
          <a:lstStyle/>
          <a:p>
            <a:r>
              <a:rPr lang="pl-PL"/>
              <a:t> </a:t>
            </a:r>
            <a:r>
              <a:rPr lang="en-US"/>
              <a:t>Key Requirements, Use Cases &amp; Solution</a:t>
            </a:r>
            <a:endParaRPr lang="pl-PL"/>
          </a:p>
        </p:txBody>
      </p:sp>
      <p:sp>
        <p:nvSpPr>
          <p:cNvPr id="4" name="Footer Placeholder 3">
            <a:extLst>
              <a:ext uri="{FF2B5EF4-FFF2-40B4-BE49-F238E27FC236}">
                <a16:creationId xmlns:a16="http://schemas.microsoft.com/office/drawing/2014/main" id="{CDCA75E3-D7BE-953F-FB81-3DB64980B69E}"/>
              </a:ext>
            </a:extLst>
          </p:cNvPr>
          <p:cNvSpPr>
            <a:spLocks noGrp="1"/>
          </p:cNvSpPr>
          <p:nvPr>
            <p:ph type="ftr" sz="quarter" idx="3"/>
          </p:nvPr>
        </p:nvSpPr>
        <p:spPr/>
        <p:txBody>
          <a:bodyPr/>
          <a:lstStyle/>
          <a:p>
            <a:r>
              <a:rPr lang="en-US"/>
              <a:t>Nokia Internal Us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B6AD2-739E-F6B1-334D-C051E88A5492}"/>
            </a:ext>
          </a:extLst>
        </p:cNvPr>
        <p:cNvGrpSpPr/>
        <p:nvPr/>
      </p:nvGrpSpPr>
      <p:grpSpPr>
        <a:xfrm>
          <a:off x="0" y="0"/>
          <a:ext cx="0" cy="0"/>
          <a:chOff x="0" y="0"/>
          <a:chExt cx="0" cy="0"/>
        </a:xfrm>
      </p:grpSpPr>
      <p:sp>
        <p:nvSpPr>
          <p:cNvPr id="114" name="Rectangle 113">
            <a:extLst>
              <a:ext uri="{FF2B5EF4-FFF2-40B4-BE49-F238E27FC236}">
                <a16:creationId xmlns:a16="http://schemas.microsoft.com/office/drawing/2014/main" id="{E65B9C84-D188-F9A2-B365-2907F0E26428}"/>
              </a:ext>
            </a:extLst>
          </p:cNvPr>
          <p:cNvSpPr/>
          <p:nvPr/>
        </p:nvSpPr>
        <p:spPr>
          <a:xfrm>
            <a:off x="3388968" y="786560"/>
            <a:ext cx="1352882" cy="4343394"/>
          </a:xfrm>
          <a:prstGeom prst="rect">
            <a:avLst/>
          </a:prstGeom>
          <a:solidFill>
            <a:srgbClr val="F2F2F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16" name="TextBox 115">
            <a:extLst>
              <a:ext uri="{FF2B5EF4-FFF2-40B4-BE49-F238E27FC236}">
                <a16:creationId xmlns:a16="http://schemas.microsoft.com/office/drawing/2014/main" id="{83873691-EFC1-C7C3-6D08-0DAEDC65A102}"/>
              </a:ext>
            </a:extLst>
          </p:cNvPr>
          <p:cNvSpPr txBox="1"/>
          <p:nvPr/>
        </p:nvSpPr>
        <p:spPr>
          <a:xfrm>
            <a:off x="3531512" y="5014433"/>
            <a:ext cx="1082027" cy="107722"/>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ja-JP" altLang="en-US" sz="700" b="0" i="0" u="none" strike="noStrike" kern="1200" cap="none" spc="0" normalizeH="0" baseline="0" noProof="0">
                <a:ln>
                  <a:noFill/>
                </a:ln>
                <a:solidFill>
                  <a:srgbClr val="23ABB6"/>
                </a:solidFill>
                <a:effectLst/>
                <a:uLnTx/>
                <a:uFillTx/>
                <a:latin typeface="Meiryo UI" panose="020B0604030504040204" pitchFamily="50" charset="-128"/>
                <a:ea typeface="Meiryo UI" panose="020B0604030504040204" pitchFamily="50" charset="-128"/>
                <a:cs typeface="+mn-cs"/>
              </a:rPr>
              <a:t>実トラフィックベースの収容数</a:t>
            </a:r>
            <a:r>
              <a:rPr kumimoji="0" lang="en-US" altLang="ja-JP" sz="7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GB" sz="7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22" name="TextBox 121">
            <a:extLst>
              <a:ext uri="{FF2B5EF4-FFF2-40B4-BE49-F238E27FC236}">
                <a16:creationId xmlns:a16="http://schemas.microsoft.com/office/drawing/2014/main" id="{3858D5C5-E6A0-1986-FB38-450A1212714D}"/>
              </a:ext>
            </a:extLst>
          </p:cNvPr>
          <p:cNvSpPr txBox="1"/>
          <p:nvPr/>
        </p:nvSpPr>
        <p:spPr>
          <a:xfrm>
            <a:off x="3457165" y="4866974"/>
            <a:ext cx="1219886" cy="123111"/>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800" b="1" i="0" u="none" strike="noStrike" kern="1200" cap="none" spc="0" normalizeH="0" baseline="0" noProof="0">
                <a:ln>
                  <a:noFill/>
                </a:ln>
                <a:solidFill>
                  <a:srgbClr val="666666"/>
                </a:solidFill>
                <a:effectLst/>
                <a:uLnTx/>
                <a:uFillTx/>
                <a:latin typeface="Meiryo UI" panose="020B0604030504040204" pitchFamily="50" charset="-128"/>
                <a:ea typeface="Meiryo UI" panose="020B0604030504040204" pitchFamily="50" charset="-128"/>
                <a:cs typeface="+mn-cs"/>
              </a:rPr>
              <a:t>5GSA</a:t>
            </a:r>
            <a:r>
              <a:rPr kumimoji="0" lang="ja-JP" altLang="en-US" sz="800" b="1" i="0" u="none" strike="noStrike" kern="1200" cap="none" spc="0" normalizeH="0" baseline="0" noProof="0">
                <a:ln>
                  <a:noFill/>
                </a:ln>
                <a:solidFill>
                  <a:srgbClr val="666666"/>
                </a:solidFill>
                <a:effectLst/>
                <a:uLnTx/>
                <a:uFillTx/>
                <a:latin typeface="Meiryo UI" panose="020B0604030504040204" pitchFamily="50" charset="-128"/>
                <a:ea typeface="Meiryo UI" panose="020B0604030504040204" pitchFamily="50" charset="-128"/>
                <a:cs typeface="+mn-cs"/>
              </a:rPr>
              <a:t>契約</a:t>
            </a:r>
            <a:r>
              <a:rPr kumimoji="0" lang="en-US" altLang="ja-JP" sz="800" b="1" i="0" u="none" strike="noStrike" kern="1200" cap="none" spc="0" normalizeH="0" baseline="0" noProof="0">
                <a:ln>
                  <a:noFill/>
                </a:ln>
                <a:solidFill>
                  <a:srgbClr val="666666"/>
                </a:solidFill>
                <a:effectLst/>
                <a:uLnTx/>
                <a:uFillTx/>
                <a:latin typeface="Meiryo UI" panose="020B0604030504040204" pitchFamily="50" charset="-128"/>
                <a:ea typeface="Meiryo UI" panose="020B0604030504040204" pitchFamily="50" charset="-128"/>
                <a:cs typeface="+mn-cs"/>
              </a:rPr>
              <a:t>Sub</a:t>
            </a:r>
            <a:r>
              <a:rPr kumimoji="0" lang="ja-JP" altLang="en-US" sz="800" b="1" i="0" u="none" strike="noStrike" kern="1200" cap="none" spc="0" normalizeH="0" baseline="0" noProof="0">
                <a:ln>
                  <a:noFill/>
                </a:ln>
                <a:solidFill>
                  <a:srgbClr val="666666"/>
                </a:solidFill>
                <a:effectLst/>
                <a:uLnTx/>
                <a:uFillTx/>
                <a:latin typeface="Meiryo UI" panose="020B0604030504040204" pitchFamily="50" charset="-128"/>
                <a:ea typeface="Meiryo UI" panose="020B0604030504040204" pitchFamily="50" charset="-128"/>
                <a:cs typeface="+mn-cs"/>
              </a:rPr>
              <a:t>想定収容数</a:t>
            </a:r>
            <a:endParaRPr kumimoji="0" lang="en-GB" sz="800" b="1" i="0" u="none" strike="noStrike" kern="1200" cap="none" spc="0" normalizeH="0" baseline="0" noProof="0">
              <a:ln>
                <a:noFill/>
              </a:ln>
              <a:solidFill>
                <a:srgbClr val="666666"/>
              </a:solidFill>
              <a:effectLst/>
              <a:uLnTx/>
              <a:uFillTx/>
              <a:latin typeface="Meiryo UI" panose="020B0604030504040204" pitchFamily="50" charset="-128"/>
              <a:ea typeface="Meiryo UI" panose="020B0604030504040204" pitchFamily="50" charset="-128"/>
              <a:cs typeface="+mn-cs"/>
            </a:endParaRPr>
          </a:p>
        </p:txBody>
      </p:sp>
      <p:sp>
        <p:nvSpPr>
          <p:cNvPr id="22" name="TextBox 21">
            <a:extLst>
              <a:ext uri="{FF2B5EF4-FFF2-40B4-BE49-F238E27FC236}">
                <a16:creationId xmlns:a16="http://schemas.microsoft.com/office/drawing/2014/main" id="{DBE87A2E-609E-4584-F3D7-6C79A07C0139}"/>
              </a:ext>
            </a:extLst>
          </p:cNvPr>
          <p:cNvSpPr txBox="1"/>
          <p:nvPr/>
        </p:nvSpPr>
        <p:spPr>
          <a:xfrm>
            <a:off x="6612166" y="1613298"/>
            <a:ext cx="1692000" cy="108000"/>
          </a:xfrm>
          <a:prstGeom prst="rect">
            <a:avLst/>
          </a:prstGeom>
          <a:solidFill>
            <a:schemeClr val="accent5">
              <a:lumMod val="60000"/>
              <a:lumOff val="40000"/>
            </a:schemeClr>
          </a:solidFill>
          <a:ln>
            <a:noFill/>
          </a:ln>
        </p:spPr>
        <p:txBody>
          <a:bodyPr wrap="square" lIns="0" tIns="0" rIns="0" bIns="0" rtlCol="0" anchor="ctr">
            <a:noAutofit/>
          </a:bodyPr>
          <a:lstStyle/>
          <a:p>
            <a:pPr marL="0" marR="0" lvl="0" indent="0" algn="l" defTabSz="180000" rtl="0" eaLnBrk="1" fontAlgn="auto" latinLnBrk="0" hangingPunct="1">
              <a:lnSpc>
                <a:spcPts val="1100"/>
              </a:lnSpc>
              <a:spcBef>
                <a:spcPts val="0"/>
              </a:spcBef>
              <a:spcAft>
                <a:spcPts val="0"/>
              </a:spcAft>
              <a:buClrTx/>
              <a:buSzTx/>
              <a:buFontTx/>
              <a:buNone/>
              <a:tabLst>
                <a:tab pos="180000" algn="l"/>
              </a:tabLst>
              <a:defRPr/>
            </a:pPr>
            <a:r>
              <a:rPr kumimoji="0" lang="en-US" altLang="ja-JP" sz="9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r>
              <a:rPr kumimoji="0" lang="ja-JP" altLang="en-US" sz="9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r>
              <a:rPr kumimoji="0" lang="en-US" altLang="ja-JP" sz="9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SA6000</a:t>
            </a:r>
            <a:r>
              <a:rPr kumimoji="0" lang="ja-JP" altLang="en-US" sz="9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54" name="Rectangle 153">
            <a:extLst>
              <a:ext uri="{FF2B5EF4-FFF2-40B4-BE49-F238E27FC236}">
                <a16:creationId xmlns:a16="http://schemas.microsoft.com/office/drawing/2014/main" id="{472E1EB6-DA87-615E-7D0A-A836E0A98DF8}"/>
              </a:ext>
            </a:extLst>
          </p:cNvPr>
          <p:cNvSpPr/>
          <p:nvPr/>
        </p:nvSpPr>
        <p:spPr>
          <a:xfrm>
            <a:off x="4776200" y="1103864"/>
            <a:ext cx="401525" cy="375442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55" name="Rectangle 154">
            <a:extLst>
              <a:ext uri="{FF2B5EF4-FFF2-40B4-BE49-F238E27FC236}">
                <a16:creationId xmlns:a16="http://schemas.microsoft.com/office/drawing/2014/main" id="{BAB286BA-CC0D-EA55-EF64-9CA7B1A64D43}"/>
              </a:ext>
            </a:extLst>
          </p:cNvPr>
          <p:cNvSpPr/>
          <p:nvPr/>
        </p:nvSpPr>
        <p:spPr>
          <a:xfrm>
            <a:off x="5224774" y="1103864"/>
            <a:ext cx="401525" cy="375442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56" name="Rectangle 155">
            <a:extLst>
              <a:ext uri="{FF2B5EF4-FFF2-40B4-BE49-F238E27FC236}">
                <a16:creationId xmlns:a16="http://schemas.microsoft.com/office/drawing/2014/main" id="{F710A771-664B-E607-CAC1-1D20AB947AD7}"/>
              </a:ext>
            </a:extLst>
          </p:cNvPr>
          <p:cNvSpPr/>
          <p:nvPr/>
        </p:nvSpPr>
        <p:spPr>
          <a:xfrm>
            <a:off x="5678805" y="1103864"/>
            <a:ext cx="401525" cy="375442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57" name="Rectangle 156">
            <a:extLst>
              <a:ext uri="{FF2B5EF4-FFF2-40B4-BE49-F238E27FC236}">
                <a16:creationId xmlns:a16="http://schemas.microsoft.com/office/drawing/2014/main" id="{36E76A6E-FA1D-5871-9B16-F374B9AD502D}"/>
              </a:ext>
            </a:extLst>
          </p:cNvPr>
          <p:cNvSpPr/>
          <p:nvPr/>
        </p:nvSpPr>
        <p:spPr>
          <a:xfrm>
            <a:off x="6133979" y="1103864"/>
            <a:ext cx="401525" cy="375442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2" name="Text Placeholder 1">
            <a:extLst>
              <a:ext uri="{FF2B5EF4-FFF2-40B4-BE49-F238E27FC236}">
                <a16:creationId xmlns:a16="http://schemas.microsoft.com/office/drawing/2014/main" id="{C38714B6-B8BE-9208-899D-6E7B9A789B8A}"/>
              </a:ext>
            </a:extLst>
          </p:cNvPr>
          <p:cNvSpPr>
            <a:spLocks noGrp="1"/>
          </p:cNvSpPr>
          <p:nvPr>
            <p:ph type="body" sz="quarter" idx="12"/>
          </p:nvPr>
        </p:nvSpPr>
        <p:spPr/>
        <p:txBody>
          <a:bodyPr/>
          <a:lstStyle/>
          <a:p>
            <a:r>
              <a:rPr lang="en-US" altLang="ja-JP" sz="2000">
                <a:latin typeface="メイリオ" panose="020B0604030504040204" pitchFamily="50" charset="-128"/>
                <a:ea typeface="メイリオ" panose="020B0604030504040204" pitchFamily="50" charset="-128"/>
                <a:cs typeface="Arial" panose="020B0604020202020204" pitchFamily="34" charset="0"/>
              </a:rPr>
              <a:t>Non-functional Requirements – Subscriber capacity requirement </a:t>
            </a:r>
            <a:endParaRPr lang="en-GB" altLang="ja-JP" sz="2000">
              <a:latin typeface="メイリオ" panose="020B0604030504040204" pitchFamily="50" charset="-128"/>
              <a:ea typeface="メイリオ" panose="020B0604030504040204" pitchFamily="50" charset="-128"/>
            </a:endParaRPr>
          </a:p>
        </p:txBody>
      </p:sp>
      <p:sp>
        <p:nvSpPr>
          <p:cNvPr id="4" name="Footer Placeholder 3">
            <a:extLst>
              <a:ext uri="{FF2B5EF4-FFF2-40B4-BE49-F238E27FC236}">
                <a16:creationId xmlns:a16="http://schemas.microsoft.com/office/drawing/2014/main" id="{1ABDF307-1DEC-0971-59F2-780A416C84D8}"/>
              </a:ext>
            </a:extLst>
          </p:cNvPr>
          <p:cNvSpPr>
            <a:spLocks noGrp="1"/>
          </p:cNvSpPr>
          <p:nvPr>
            <p:ph type="ftr" sz="quarter" idx="3"/>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altLang="ja-JP" sz="800" b="0" i="0" u="none" strike="noStrike" kern="1200" cap="none" spc="0" normalizeH="0" baseline="0" noProof="0">
                <a:ln>
                  <a:noFill/>
                </a:ln>
                <a:solidFill>
                  <a:srgbClr val="001135"/>
                </a:solidFill>
                <a:effectLst/>
                <a:uLnTx/>
                <a:uFillTx/>
                <a:latin typeface="Nokia Pure Text Light" panose="020B0304040602060303" pitchFamily="34" charset="0"/>
                <a:ea typeface="Nokia Pure Text Light" panose="020B0304040602060303" pitchFamily="34" charset="0"/>
                <a:cs typeface="Nokia Pure Text Light" panose="020B0304040602060303" pitchFamily="34" charset="0"/>
              </a:rPr>
              <a:t>CONFIDENTIAL</a:t>
            </a:r>
          </a:p>
        </p:txBody>
      </p:sp>
      <p:sp>
        <p:nvSpPr>
          <p:cNvPr id="153" name="Rectangle 152">
            <a:extLst>
              <a:ext uri="{FF2B5EF4-FFF2-40B4-BE49-F238E27FC236}">
                <a16:creationId xmlns:a16="http://schemas.microsoft.com/office/drawing/2014/main" id="{A75C82C0-E9D6-F0CE-4389-378ED70307FF}"/>
              </a:ext>
            </a:extLst>
          </p:cNvPr>
          <p:cNvSpPr/>
          <p:nvPr/>
        </p:nvSpPr>
        <p:spPr>
          <a:xfrm>
            <a:off x="1536239" y="1104129"/>
            <a:ext cx="401525" cy="3754426"/>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52" name="Rectangle 151">
            <a:extLst>
              <a:ext uri="{FF2B5EF4-FFF2-40B4-BE49-F238E27FC236}">
                <a16:creationId xmlns:a16="http://schemas.microsoft.com/office/drawing/2014/main" id="{4E0BBC1D-9CAF-CF8F-6CBC-FA89357F9630}"/>
              </a:ext>
            </a:extLst>
          </p:cNvPr>
          <p:cNvSpPr/>
          <p:nvPr/>
        </p:nvSpPr>
        <p:spPr>
          <a:xfrm>
            <a:off x="1984813" y="1104129"/>
            <a:ext cx="401525" cy="3754426"/>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51" name="Rectangle 150">
            <a:extLst>
              <a:ext uri="{FF2B5EF4-FFF2-40B4-BE49-F238E27FC236}">
                <a16:creationId xmlns:a16="http://schemas.microsoft.com/office/drawing/2014/main" id="{008E9683-85E5-D3CD-8E95-C5D167A74084}"/>
              </a:ext>
            </a:extLst>
          </p:cNvPr>
          <p:cNvSpPr/>
          <p:nvPr/>
        </p:nvSpPr>
        <p:spPr>
          <a:xfrm>
            <a:off x="2438844" y="1104129"/>
            <a:ext cx="401525" cy="3754426"/>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49" name="Rectangle 148">
            <a:extLst>
              <a:ext uri="{FF2B5EF4-FFF2-40B4-BE49-F238E27FC236}">
                <a16:creationId xmlns:a16="http://schemas.microsoft.com/office/drawing/2014/main" id="{FF0F42B7-AFA8-5C3F-3AD6-0EC5561EDE62}"/>
              </a:ext>
            </a:extLst>
          </p:cNvPr>
          <p:cNvSpPr/>
          <p:nvPr/>
        </p:nvSpPr>
        <p:spPr>
          <a:xfrm>
            <a:off x="2894018" y="1104129"/>
            <a:ext cx="401525" cy="3754426"/>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pic>
        <p:nvPicPr>
          <p:cNvPr id="5" name="Picture 4">
            <a:extLst>
              <a:ext uri="{FF2B5EF4-FFF2-40B4-BE49-F238E27FC236}">
                <a16:creationId xmlns:a16="http://schemas.microsoft.com/office/drawing/2014/main" id="{262C4A90-4382-E255-3C97-31ADCE198E7D}"/>
              </a:ext>
            </a:extLst>
          </p:cNvPr>
          <p:cNvPicPr>
            <a:picLocks noChangeAspect="1"/>
          </p:cNvPicPr>
          <p:nvPr/>
        </p:nvPicPr>
        <p:blipFill>
          <a:blip r:embed="rId2"/>
          <a:srcRect/>
          <a:stretch/>
        </p:blipFill>
        <p:spPr>
          <a:xfrm>
            <a:off x="2003341" y="1339690"/>
            <a:ext cx="360000" cy="360000"/>
          </a:xfrm>
          <a:prstGeom prst="rect">
            <a:avLst/>
          </a:prstGeom>
          <a:solidFill>
            <a:srgbClr val="0000FF"/>
          </a:solidFill>
        </p:spPr>
      </p:pic>
      <p:pic>
        <p:nvPicPr>
          <p:cNvPr id="6" name="Picture 5">
            <a:extLst>
              <a:ext uri="{FF2B5EF4-FFF2-40B4-BE49-F238E27FC236}">
                <a16:creationId xmlns:a16="http://schemas.microsoft.com/office/drawing/2014/main" id="{90ED75AD-ACA2-4122-8092-017DD5F719AF}"/>
              </a:ext>
            </a:extLst>
          </p:cNvPr>
          <p:cNvPicPr>
            <a:picLocks noChangeAspect="1"/>
          </p:cNvPicPr>
          <p:nvPr/>
        </p:nvPicPr>
        <p:blipFill>
          <a:blip r:embed="rId2"/>
          <a:srcRect/>
          <a:stretch/>
        </p:blipFill>
        <p:spPr>
          <a:xfrm>
            <a:off x="2461639" y="1339690"/>
            <a:ext cx="360000" cy="360000"/>
          </a:xfrm>
          <a:prstGeom prst="rect">
            <a:avLst/>
          </a:prstGeom>
          <a:solidFill>
            <a:srgbClr val="0000FF"/>
          </a:solidFill>
        </p:spPr>
      </p:pic>
      <p:pic>
        <p:nvPicPr>
          <p:cNvPr id="7" name="Picture 6">
            <a:extLst>
              <a:ext uri="{FF2B5EF4-FFF2-40B4-BE49-F238E27FC236}">
                <a16:creationId xmlns:a16="http://schemas.microsoft.com/office/drawing/2014/main" id="{63AACBC9-3790-4E7A-280A-E8C3EAFBABC3}"/>
              </a:ext>
            </a:extLst>
          </p:cNvPr>
          <p:cNvPicPr>
            <a:picLocks noChangeAspect="1"/>
          </p:cNvPicPr>
          <p:nvPr/>
        </p:nvPicPr>
        <p:blipFill>
          <a:blip r:embed="rId2"/>
          <a:srcRect/>
          <a:stretch/>
        </p:blipFill>
        <p:spPr>
          <a:xfrm>
            <a:off x="2914661" y="1339690"/>
            <a:ext cx="360000" cy="360000"/>
          </a:xfrm>
          <a:prstGeom prst="rect">
            <a:avLst/>
          </a:prstGeom>
          <a:solidFill>
            <a:srgbClr val="0000FF"/>
          </a:solidFill>
        </p:spPr>
      </p:pic>
      <p:cxnSp>
        <p:nvCxnSpPr>
          <p:cNvPr id="8" name="Straight Connector 7">
            <a:extLst>
              <a:ext uri="{FF2B5EF4-FFF2-40B4-BE49-F238E27FC236}">
                <a16:creationId xmlns:a16="http://schemas.microsoft.com/office/drawing/2014/main" id="{7FBFE82A-EE91-FEDB-70C0-789FFA74F98D}"/>
              </a:ext>
            </a:extLst>
          </p:cNvPr>
          <p:cNvCxnSpPr>
            <a:cxnSpLocks/>
            <a:stCxn id="5" idx="3"/>
            <a:endCxn id="6" idx="1"/>
          </p:cNvCxnSpPr>
          <p:nvPr/>
        </p:nvCxnSpPr>
        <p:spPr>
          <a:xfrm>
            <a:off x="2363341" y="1519690"/>
            <a:ext cx="98298"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B6F3DBE-4221-4CDA-1DF8-77E42A3D7123}"/>
              </a:ext>
            </a:extLst>
          </p:cNvPr>
          <p:cNvCxnSpPr>
            <a:cxnSpLocks/>
            <a:stCxn id="6" idx="3"/>
            <a:endCxn id="7" idx="1"/>
          </p:cNvCxnSpPr>
          <p:nvPr/>
        </p:nvCxnSpPr>
        <p:spPr>
          <a:xfrm>
            <a:off x="2821639" y="1519690"/>
            <a:ext cx="9302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E23CF14-1175-17C7-CFEA-16D04A4AEF61}"/>
              </a:ext>
            </a:extLst>
          </p:cNvPr>
          <p:cNvSpPr txBox="1"/>
          <p:nvPr/>
        </p:nvSpPr>
        <p:spPr>
          <a:xfrm>
            <a:off x="2487750" y="1143064"/>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多摩</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1" name="TextBox 10">
            <a:extLst>
              <a:ext uri="{FF2B5EF4-FFF2-40B4-BE49-F238E27FC236}">
                <a16:creationId xmlns:a16="http://schemas.microsoft.com/office/drawing/2014/main" id="{1D1EC6D5-8C12-9486-4832-29F40E876CA6}"/>
              </a:ext>
            </a:extLst>
          </p:cNvPr>
          <p:cNvSpPr txBox="1"/>
          <p:nvPr/>
        </p:nvSpPr>
        <p:spPr>
          <a:xfrm>
            <a:off x="2937907" y="1143064"/>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小山</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2" name="TextBox 11">
            <a:extLst>
              <a:ext uri="{FF2B5EF4-FFF2-40B4-BE49-F238E27FC236}">
                <a16:creationId xmlns:a16="http://schemas.microsoft.com/office/drawing/2014/main" id="{8DBCCC53-CB80-27B0-C674-CE272FC01F26}"/>
              </a:ext>
            </a:extLst>
          </p:cNvPr>
          <p:cNvSpPr txBox="1"/>
          <p:nvPr/>
        </p:nvSpPr>
        <p:spPr>
          <a:xfrm>
            <a:off x="2029453" y="1143064"/>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大阪</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grpSp>
        <p:nvGrpSpPr>
          <p:cNvPr id="76" name="Group 75">
            <a:extLst>
              <a:ext uri="{FF2B5EF4-FFF2-40B4-BE49-F238E27FC236}">
                <a16:creationId xmlns:a16="http://schemas.microsoft.com/office/drawing/2014/main" id="{6908561E-43FD-EBDD-FA01-70A08A01588B}"/>
              </a:ext>
            </a:extLst>
          </p:cNvPr>
          <p:cNvGrpSpPr/>
          <p:nvPr/>
        </p:nvGrpSpPr>
        <p:grpSpPr>
          <a:xfrm>
            <a:off x="1588553" y="2584076"/>
            <a:ext cx="1641732" cy="603510"/>
            <a:chOff x="354565" y="3566764"/>
            <a:chExt cx="1641732" cy="603510"/>
          </a:xfrm>
        </p:grpSpPr>
        <p:grpSp>
          <p:nvGrpSpPr>
            <p:cNvPr id="70" name="Group 69">
              <a:extLst>
                <a:ext uri="{FF2B5EF4-FFF2-40B4-BE49-F238E27FC236}">
                  <a16:creationId xmlns:a16="http://schemas.microsoft.com/office/drawing/2014/main" id="{1A610F80-047F-8BFB-E257-D88FEC2248E2}"/>
                </a:ext>
              </a:extLst>
            </p:cNvPr>
            <p:cNvGrpSpPr/>
            <p:nvPr/>
          </p:nvGrpSpPr>
          <p:grpSpPr>
            <a:xfrm>
              <a:off x="354565" y="3566764"/>
              <a:ext cx="1641732" cy="289391"/>
              <a:chOff x="420267" y="3779336"/>
              <a:chExt cx="1641732" cy="289391"/>
            </a:xfrm>
          </p:grpSpPr>
          <p:pic>
            <p:nvPicPr>
              <p:cNvPr id="62" name="Picture 61">
                <a:extLst>
                  <a:ext uri="{FF2B5EF4-FFF2-40B4-BE49-F238E27FC236}">
                    <a16:creationId xmlns:a16="http://schemas.microsoft.com/office/drawing/2014/main" id="{B796EAD1-8544-126C-69EE-081B1160F17A}"/>
                  </a:ext>
                </a:extLst>
              </p:cNvPr>
              <p:cNvPicPr>
                <a:picLocks noChangeAspect="1"/>
              </p:cNvPicPr>
              <p:nvPr/>
            </p:nvPicPr>
            <p:blipFill>
              <a:blip r:embed="rId3"/>
              <a:srcRect/>
              <a:stretch/>
            </p:blipFill>
            <p:spPr>
              <a:xfrm>
                <a:off x="420267" y="3779336"/>
                <a:ext cx="282666" cy="282666"/>
              </a:xfrm>
              <a:prstGeom prst="rect">
                <a:avLst/>
              </a:prstGeom>
              <a:solidFill>
                <a:srgbClr val="0000FF"/>
              </a:solidFill>
              <a:ln w="19050">
                <a:noFill/>
              </a:ln>
            </p:spPr>
          </p:pic>
          <p:pic>
            <p:nvPicPr>
              <p:cNvPr id="63" name="Picture 62">
                <a:extLst>
                  <a:ext uri="{FF2B5EF4-FFF2-40B4-BE49-F238E27FC236}">
                    <a16:creationId xmlns:a16="http://schemas.microsoft.com/office/drawing/2014/main" id="{C92D11C5-6BC3-E481-81D3-0115BC85AFCA}"/>
                  </a:ext>
                </a:extLst>
              </p:cNvPr>
              <p:cNvPicPr>
                <a:picLocks noChangeAspect="1"/>
              </p:cNvPicPr>
              <p:nvPr/>
            </p:nvPicPr>
            <p:blipFill>
              <a:blip r:embed="rId3"/>
              <a:srcRect/>
              <a:stretch/>
            </p:blipFill>
            <p:spPr>
              <a:xfrm>
                <a:off x="873289" y="3786061"/>
                <a:ext cx="282666" cy="282666"/>
              </a:xfrm>
              <a:prstGeom prst="rect">
                <a:avLst/>
              </a:prstGeom>
              <a:solidFill>
                <a:srgbClr val="0000FF"/>
              </a:solidFill>
              <a:ln w="19050">
                <a:noFill/>
              </a:ln>
            </p:spPr>
          </p:pic>
          <p:pic>
            <p:nvPicPr>
              <p:cNvPr id="64" name="Picture 63">
                <a:extLst>
                  <a:ext uri="{FF2B5EF4-FFF2-40B4-BE49-F238E27FC236}">
                    <a16:creationId xmlns:a16="http://schemas.microsoft.com/office/drawing/2014/main" id="{57CEEE88-D933-11F9-56A2-C2ADBC2A2ABE}"/>
                  </a:ext>
                </a:extLst>
              </p:cNvPr>
              <p:cNvPicPr>
                <a:picLocks noChangeAspect="1"/>
              </p:cNvPicPr>
              <p:nvPr/>
            </p:nvPicPr>
            <p:blipFill>
              <a:blip r:embed="rId3"/>
              <a:srcRect/>
              <a:stretch/>
            </p:blipFill>
            <p:spPr>
              <a:xfrm>
                <a:off x="1326311" y="3786060"/>
                <a:ext cx="282666" cy="282666"/>
              </a:xfrm>
              <a:prstGeom prst="rect">
                <a:avLst/>
              </a:prstGeom>
              <a:solidFill>
                <a:srgbClr val="0000FF"/>
              </a:solidFill>
              <a:ln w="19050">
                <a:noFill/>
              </a:ln>
            </p:spPr>
          </p:pic>
          <p:pic>
            <p:nvPicPr>
              <p:cNvPr id="65" name="Picture 64">
                <a:extLst>
                  <a:ext uri="{FF2B5EF4-FFF2-40B4-BE49-F238E27FC236}">
                    <a16:creationId xmlns:a16="http://schemas.microsoft.com/office/drawing/2014/main" id="{F67E9F17-7C73-6752-E07E-3E2214828A09}"/>
                  </a:ext>
                </a:extLst>
              </p:cNvPr>
              <p:cNvPicPr>
                <a:picLocks noChangeAspect="1"/>
              </p:cNvPicPr>
              <p:nvPr/>
            </p:nvPicPr>
            <p:blipFill>
              <a:blip r:embed="rId3"/>
              <a:srcRect/>
              <a:stretch/>
            </p:blipFill>
            <p:spPr>
              <a:xfrm>
                <a:off x="1779333" y="3786061"/>
                <a:ext cx="282666" cy="282666"/>
              </a:xfrm>
              <a:prstGeom prst="rect">
                <a:avLst/>
              </a:prstGeom>
              <a:solidFill>
                <a:srgbClr val="0000FF"/>
              </a:solidFill>
              <a:ln w="19050">
                <a:noFill/>
              </a:ln>
            </p:spPr>
          </p:pic>
        </p:grpSp>
        <p:grpSp>
          <p:nvGrpSpPr>
            <p:cNvPr id="71" name="Group 70">
              <a:extLst>
                <a:ext uri="{FF2B5EF4-FFF2-40B4-BE49-F238E27FC236}">
                  <a16:creationId xmlns:a16="http://schemas.microsoft.com/office/drawing/2014/main" id="{BF88B77C-22BA-BB66-AE05-55B5D68247F7}"/>
                </a:ext>
              </a:extLst>
            </p:cNvPr>
            <p:cNvGrpSpPr/>
            <p:nvPr/>
          </p:nvGrpSpPr>
          <p:grpSpPr>
            <a:xfrm>
              <a:off x="354565" y="3880883"/>
              <a:ext cx="1641732" cy="289391"/>
              <a:chOff x="420267" y="3779336"/>
              <a:chExt cx="1641732" cy="289391"/>
            </a:xfrm>
          </p:grpSpPr>
          <p:pic>
            <p:nvPicPr>
              <p:cNvPr id="72" name="Picture 71">
                <a:extLst>
                  <a:ext uri="{FF2B5EF4-FFF2-40B4-BE49-F238E27FC236}">
                    <a16:creationId xmlns:a16="http://schemas.microsoft.com/office/drawing/2014/main" id="{B2477CCE-DF1C-0CE4-4B0D-40A6E50BCEC1}"/>
                  </a:ext>
                </a:extLst>
              </p:cNvPr>
              <p:cNvPicPr>
                <a:picLocks noChangeAspect="1"/>
              </p:cNvPicPr>
              <p:nvPr/>
            </p:nvPicPr>
            <p:blipFill>
              <a:blip r:embed="rId3"/>
              <a:srcRect/>
              <a:stretch/>
            </p:blipFill>
            <p:spPr>
              <a:xfrm>
                <a:off x="420267" y="3779336"/>
                <a:ext cx="282666" cy="282666"/>
              </a:xfrm>
              <a:prstGeom prst="rect">
                <a:avLst/>
              </a:prstGeom>
              <a:solidFill>
                <a:srgbClr val="0000FF"/>
              </a:solidFill>
              <a:ln w="19050">
                <a:noFill/>
              </a:ln>
            </p:spPr>
          </p:pic>
          <p:pic>
            <p:nvPicPr>
              <p:cNvPr id="73" name="Picture 72">
                <a:extLst>
                  <a:ext uri="{FF2B5EF4-FFF2-40B4-BE49-F238E27FC236}">
                    <a16:creationId xmlns:a16="http://schemas.microsoft.com/office/drawing/2014/main" id="{F64AE26B-D9C7-A7EE-3408-1775A9E3CC31}"/>
                  </a:ext>
                </a:extLst>
              </p:cNvPr>
              <p:cNvPicPr>
                <a:picLocks noChangeAspect="1"/>
              </p:cNvPicPr>
              <p:nvPr/>
            </p:nvPicPr>
            <p:blipFill>
              <a:blip r:embed="rId3"/>
              <a:srcRect/>
              <a:stretch/>
            </p:blipFill>
            <p:spPr>
              <a:xfrm>
                <a:off x="873289" y="3786061"/>
                <a:ext cx="282666" cy="282666"/>
              </a:xfrm>
              <a:prstGeom prst="rect">
                <a:avLst/>
              </a:prstGeom>
              <a:solidFill>
                <a:srgbClr val="0000FF"/>
              </a:solidFill>
              <a:ln w="19050">
                <a:noFill/>
              </a:ln>
            </p:spPr>
          </p:pic>
          <p:pic>
            <p:nvPicPr>
              <p:cNvPr id="74" name="Picture 73">
                <a:extLst>
                  <a:ext uri="{FF2B5EF4-FFF2-40B4-BE49-F238E27FC236}">
                    <a16:creationId xmlns:a16="http://schemas.microsoft.com/office/drawing/2014/main" id="{7AD5BF9C-4F23-4D35-91BB-A469F2523213}"/>
                  </a:ext>
                </a:extLst>
              </p:cNvPr>
              <p:cNvPicPr>
                <a:picLocks noChangeAspect="1"/>
              </p:cNvPicPr>
              <p:nvPr/>
            </p:nvPicPr>
            <p:blipFill>
              <a:blip r:embed="rId3"/>
              <a:srcRect/>
              <a:stretch/>
            </p:blipFill>
            <p:spPr>
              <a:xfrm>
                <a:off x="1326311" y="3786060"/>
                <a:ext cx="282666" cy="282666"/>
              </a:xfrm>
              <a:prstGeom prst="rect">
                <a:avLst/>
              </a:prstGeom>
              <a:solidFill>
                <a:srgbClr val="0000FF"/>
              </a:solidFill>
              <a:ln w="19050">
                <a:noFill/>
              </a:ln>
            </p:spPr>
          </p:pic>
          <p:pic>
            <p:nvPicPr>
              <p:cNvPr id="75" name="Picture 74">
                <a:extLst>
                  <a:ext uri="{FF2B5EF4-FFF2-40B4-BE49-F238E27FC236}">
                    <a16:creationId xmlns:a16="http://schemas.microsoft.com/office/drawing/2014/main" id="{BB0855BF-9A08-C880-32DC-FD0C51791BE4}"/>
                  </a:ext>
                </a:extLst>
              </p:cNvPr>
              <p:cNvPicPr>
                <a:picLocks noChangeAspect="1"/>
              </p:cNvPicPr>
              <p:nvPr/>
            </p:nvPicPr>
            <p:blipFill>
              <a:blip r:embed="rId3"/>
              <a:srcRect/>
              <a:stretch/>
            </p:blipFill>
            <p:spPr>
              <a:xfrm>
                <a:off x="1779333" y="3786061"/>
                <a:ext cx="282666" cy="282666"/>
              </a:xfrm>
              <a:prstGeom prst="rect">
                <a:avLst/>
              </a:prstGeom>
              <a:solidFill>
                <a:srgbClr val="0000FF"/>
              </a:solidFill>
              <a:ln w="19050">
                <a:noFill/>
              </a:ln>
            </p:spPr>
          </p:pic>
        </p:grpSp>
      </p:grpSp>
      <p:sp>
        <p:nvSpPr>
          <p:cNvPr id="137" name="TextBox 136">
            <a:extLst>
              <a:ext uri="{FF2B5EF4-FFF2-40B4-BE49-F238E27FC236}">
                <a16:creationId xmlns:a16="http://schemas.microsoft.com/office/drawing/2014/main" id="{28950535-DB60-9098-657A-F024D520FFD9}"/>
              </a:ext>
            </a:extLst>
          </p:cNvPr>
          <p:cNvSpPr txBox="1"/>
          <p:nvPr/>
        </p:nvSpPr>
        <p:spPr>
          <a:xfrm>
            <a:off x="1574174" y="1143064"/>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千代</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grpSp>
        <p:nvGrpSpPr>
          <p:cNvPr id="87" name="Group 86">
            <a:extLst>
              <a:ext uri="{FF2B5EF4-FFF2-40B4-BE49-F238E27FC236}">
                <a16:creationId xmlns:a16="http://schemas.microsoft.com/office/drawing/2014/main" id="{2D660077-29CD-6EE7-BA2D-77AB37CDDD89}"/>
              </a:ext>
            </a:extLst>
          </p:cNvPr>
          <p:cNvGrpSpPr/>
          <p:nvPr/>
        </p:nvGrpSpPr>
        <p:grpSpPr>
          <a:xfrm>
            <a:off x="4798582" y="1757184"/>
            <a:ext cx="1713065" cy="360738"/>
            <a:chOff x="529800" y="3345470"/>
            <a:chExt cx="1713065" cy="360738"/>
          </a:xfrm>
        </p:grpSpPr>
        <p:pic>
          <p:nvPicPr>
            <p:cNvPr id="88" name="Picture 87">
              <a:extLst>
                <a:ext uri="{FF2B5EF4-FFF2-40B4-BE49-F238E27FC236}">
                  <a16:creationId xmlns:a16="http://schemas.microsoft.com/office/drawing/2014/main" id="{E7EFC603-103D-1D8C-300A-1D10325704D4}"/>
                </a:ext>
              </a:extLst>
            </p:cNvPr>
            <p:cNvPicPr>
              <a:picLocks noChangeAspect="1"/>
            </p:cNvPicPr>
            <p:nvPr/>
          </p:nvPicPr>
          <p:blipFill>
            <a:blip r:embed="rId4"/>
            <a:srcRect/>
            <a:stretch/>
          </p:blipFill>
          <p:spPr>
            <a:xfrm>
              <a:off x="529800" y="3345470"/>
              <a:ext cx="353999" cy="353999"/>
            </a:xfrm>
            <a:prstGeom prst="rect">
              <a:avLst/>
            </a:prstGeom>
            <a:solidFill>
              <a:srgbClr val="0000FF"/>
            </a:solidFill>
            <a:ln w="19050">
              <a:noFill/>
            </a:ln>
          </p:spPr>
        </p:pic>
        <p:pic>
          <p:nvPicPr>
            <p:cNvPr id="89" name="Picture 88">
              <a:extLst>
                <a:ext uri="{FF2B5EF4-FFF2-40B4-BE49-F238E27FC236}">
                  <a16:creationId xmlns:a16="http://schemas.microsoft.com/office/drawing/2014/main" id="{7934ACF7-A793-0478-B141-A0B498B3A402}"/>
                </a:ext>
              </a:extLst>
            </p:cNvPr>
            <p:cNvPicPr>
              <a:picLocks noChangeAspect="1"/>
            </p:cNvPicPr>
            <p:nvPr/>
          </p:nvPicPr>
          <p:blipFill>
            <a:blip r:embed="rId4"/>
            <a:srcRect/>
            <a:stretch/>
          </p:blipFill>
          <p:spPr>
            <a:xfrm>
              <a:off x="982822" y="3352209"/>
              <a:ext cx="353999" cy="353999"/>
            </a:xfrm>
            <a:prstGeom prst="rect">
              <a:avLst/>
            </a:prstGeom>
            <a:solidFill>
              <a:srgbClr val="0000FF"/>
            </a:solidFill>
            <a:ln w="19050">
              <a:noFill/>
            </a:ln>
          </p:spPr>
        </p:pic>
        <p:pic>
          <p:nvPicPr>
            <p:cNvPr id="90" name="Picture 89">
              <a:extLst>
                <a:ext uri="{FF2B5EF4-FFF2-40B4-BE49-F238E27FC236}">
                  <a16:creationId xmlns:a16="http://schemas.microsoft.com/office/drawing/2014/main" id="{5972FC8B-8721-E05A-55A5-930B3A217474}"/>
                </a:ext>
              </a:extLst>
            </p:cNvPr>
            <p:cNvPicPr>
              <a:picLocks noChangeAspect="1"/>
            </p:cNvPicPr>
            <p:nvPr/>
          </p:nvPicPr>
          <p:blipFill>
            <a:blip r:embed="rId4"/>
            <a:srcRect/>
            <a:stretch/>
          </p:blipFill>
          <p:spPr>
            <a:xfrm>
              <a:off x="1435844" y="3352208"/>
              <a:ext cx="353999" cy="353999"/>
            </a:xfrm>
            <a:prstGeom prst="rect">
              <a:avLst/>
            </a:prstGeom>
            <a:solidFill>
              <a:srgbClr val="0000FF"/>
            </a:solidFill>
            <a:ln w="19050">
              <a:noFill/>
            </a:ln>
          </p:spPr>
        </p:pic>
        <p:pic>
          <p:nvPicPr>
            <p:cNvPr id="91" name="Picture 90">
              <a:extLst>
                <a:ext uri="{FF2B5EF4-FFF2-40B4-BE49-F238E27FC236}">
                  <a16:creationId xmlns:a16="http://schemas.microsoft.com/office/drawing/2014/main" id="{47F2BD6E-636D-3C0F-5087-EF488E0048CD}"/>
                </a:ext>
              </a:extLst>
            </p:cNvPr>
            <p:cNvPicPr>
              <a:picLocks noChangeAspect="1"/>
            </p:cNvPicPr>
            <p:nvPr/>
          </p:nvPicPr>
          <p:blipFill>
            <a:blip r:embed="rId4"/>
            <a:srcRect/>
            <a:stretch/>
          </p:blipFill>
          <p:spPr>
            <a:xfrm>
              <a:off x="1888866" y="3352209"/>
              <a:ext cx="353999" cy="353999"/>
            </a:xfrm>
            <a:prstGeom prst="rect">
              <a:avLst/>
            </a:prstGeom>
            <a:solidFill>
              <a:srgbClr val="0000FF"/>
            </a:solidFill>
            <a:ln w="19050">
              <a:noFill/>
            </a:ln>
          </p:spPr>
        </p:pic>
      </p:grpSp>
      <p:grpSp>
        <p:nvGrpSpPr>
          <p:cNvPr id="97" name="Group 96">
            <a:extLst>
              <a:ext uri="{FF2B5EF4-FFF2-40B4-BE49-F238E27FC236}">
                <a16:creationId xmlns:a16="http://schemas.microsoft.com/office/drawing/2014/main" id="{26871EAF-503E-DC75-E96B-71580FE6CA84}"/>
              </a:ext>
            </a:extLst>
          </p:cNvPr>
          <p:cNvGrpSpPr/>
          <p:nvPr/>
        </p:nvGrpSpPr>
        <p:grpSpPr>
          <a:xfrm>
            <a:off x="5254604" y="2724897"/>
            <a:ext cx="1254043" cy="348000"/>
            <a:chOff x="985822" y="3355208"/>
            <a:chExt cx="1254043" cy="348000"/>
          </a:xfrm>
        </p:grpSpPr>
        <p:pic>
          <p:nvPicPr>
            <p:cNvPr id="99" name="Picture 98">
              <a:extLst>
                <a:ext uri="{FF2B5EF4-FFF2-40B4-BE49-F238E27FC236}">
                  <a16:creationId xmlns:a16="http://schemas.microsoft.com/office/drawing/2014/main" id="{C4D837F9-578B-20E6-282F-CC1008A0FB74}"/>
                </a:ext>
              </a:extLst>
            </p:cNvPr>
            <p:cNvPicPr>
              <a:picLocks noChangeAspect="1"/>
            </p:cNvPicPr>
            <p:nvPr/>
          </p:nvPicPr>
          <p:blipFill>
            <a:blip r:embed="rId5"/>
            <a:srcRect/>
            <a:stretch/>
          </p:blipFill>
          <p:spPr>
            <a:xfrm>
              <a:off x="985822" y="3355209"/>
              <a:ext cx="347999" cy="347999"/>
            </a:xfrm>
            <a:prstGeom prst="rect">
              <a:avLst/>
            </a:prstGeom>
            <a:solidFill>
              <a:srgbClr val="0000FF"/>
            </a:solidFill>
            <a:ln w="19050">
              <a:noFill/>
            </a:ln>
          </p:spPr>
        </p:pic>
        <p:pic>
          <p:nvPicPr>
            <p:cNvPr id="100" name="Picture 99">
              <a:extLst>
                <a:ext uri="{FF2B5EF4-FFF2-40B4-BE49-F238E27FC236}">
                  <a16:creationId xmlns:a16="http://schemas.microsoft.com/office/drawing/2014/main" id="{77D836D3-025C-96B8-72EA-481D4C9D8CCB}"/>
                </a:ext>
              </a:extLst>
            </p:cNvPr>
            <p:cNvPicPr>
              <a:picLocks noChangeAspect="1"/>
            </p:cNvPicPr>
            <p:nvPr/>
          </p:nvPicPr>
          <p:blipFill>
            <a:blip r:embed="rId5"/>
            <a:srcRect/>
            <a:stretch/>
          </p:blipFill>
          <p:spPr>
            <a:xfrm>
              <a:off x="1438844" y="3355208"/>
              <a:ext cx="347999" cy="347999"/>
            </a:xfrm>
            <a:prstGeom prst="rect">
              <a:avLst/>
            </a:prstGeom>
            <a:solidFill>
              <a:srgbClr val="0000FF"/>
            </a:solidFill>
            <a:ln w="19050">
              <a:noFill/>
            </a:ln>
          </p:spPr>
        </p:pic>
        <p:pic>
          <p:nvPicPr>
            <p:cNvPr id="101" name="Picture 100">
              <a:extLst>
                <a:ext uri="{FF2B5EF4-FFF2-40B4-BE49-F238E27FC236}">
                  <a16:creationId xmlns:a16="http://schemas.microsoft.com/office/drawing/2014/main" id="{F533FFFF-7544-EFDC-C42A-92B9B51590F4}"/>
                </a:ext>
              </a:extLst>
            </p:cNvPr>
            <p:cNvPicPr>
              <a:picLocks noChangeAspect="1"/>
            </p:cNvPicPr>
            <p:nvPr/>
          </p:nvPicPr>
          <p:blipFill>
            <a:blip r:embed="rId5"/>
            <a:srcRect/>
            <a:stretch/>
          </p:blipFill>
          <p:spPr>
            <a:xfrm>
              <a:off x="1891866" y="3355209"/>
              <a:ext cx="347999" cy="347999"/>
            </a:xfrm>
            <a:prstGeom prst="rect">
              <a:avLst/>
            </a:prstGeom>
            <a:solidFill>
              <a:srgbClr val="0000FF"/>
            </a:solidFill>
            <a:ln w="19050">
              <a:noFill/>
            </a:ln>
          </p:spPr>
        </p:pic>
      </p:grpSp>
      <p:pic>
        <p:nvPicPr>
          <p:cNvPr id="102" name="Picture 101">
            <a:extLst>
              <a:ext uri="{FF2B5EF4-FFF2-40B4-BE49-F238E27FC236}">
                <a16:creationId xmlns:a16="http://schemas.microsoft.com/office/drawing/2014/main" id="{4623A472-DF82-2F6E-D399-42A7B4B525D9}"/>
              </a:ext>
            </a:extLst>
          </p:cNvPr>
          <p:cNvPicPr>
            <a:picLocks noChangeAspect="1"/>
          </p:cNvPicPr>
          <p:nvPr/>
        </p:nvPicPr>
        <p:blipFill>
          <a:blip r:embed="rId6"/>
          <a:srcRect/>
          <a:stretch/>
        </p:blipFill>
        <p:spPr>
          <a:xfrm>
            <a:off x="4794716" y="3174230"/>
            <a:ext cx="282000" cy="288000"/>
          </a:xfrm>
          <a:prstGeom prst="rect">
            <a:avLst/>
          </a:prstGeom>
          <a:solidFill>
            <a:srgbClr val="0000FF"/>
          </a:solidFill>
          <a:ln w="6350">
            <a:noFill/>
          </a:ln>
        </p:spPr>
      </p:pic>
      <p:pic>
        <p:nvPicPr>
          <p:cNvPr id="103" name="Picture 102">
            <a:extLst>
              <a:ext uri="{FF2B5EF4-FFF2-40B4-BE49-F238E27FC236}">
                <a16:creationId xmlns:a16="http://schemas.microsoft.com/office/drawing/2014/main" id="{A33E2681-30D3-FE5C-1155-1FB833874446}"/>
              </a:ext>
            </a:extLst>
          </p:cNvPr>
          <p:cNvPicPr>
            <a:picLocks noChangeAspect="1"/>
          </p:cNvPicPr>
          <p:nvPr/>
        </p:nvPicPr>
        <p:blipFill>
          <a:blip r:embed="rId6"/>
          <a:srcRect/>
          <a:stretch/>
        </p:blipFill>
        <p:spPr>
          <a:xfrm>
            <a:off x="5247738" y="3180955"/>
            <a:ext cx="282000" cy="288000"/>
          </a:xfrm>
          <a:prstGeom prst="rect">
            <a:avLst/>
          </a:prstGeom>
          <a:solidFill>
            <a:srgbClr val="0000FF"/>
          </a:solidFill>
          <a:ln w="6350">
            <a:noFill/>
          </a:ln>
        </p:spPr>
      </p:pic>
      <p:pic>
        <p:nvPicPr>
          <p:cNvPr id="104" name="Picture 103">
            <a:extLst>
              <a:ext uri="{FF2B5EF4-FFF2-40B4-BE49-F238E27FC236}">
                <a16:creationId xmlns:a16="http://schemas.microsoft.com/office/drawing/2014/main" id="{769CF814-1F01-5749-525E-EC3462FC364F}"/>
              </a:ext>
            </a:extLst>
          </p:cNvPr>
          <p:cNvPicPr>
            <a:picLocks noChangeAspect="1"/>
          </p:cNvPicPr>
          <p:nvPr/>
        </p:nvPicPr>
        <p:blipFill>
          <a:blip r:embed="rId6"/>
          <a:srcRect/>
          <a:stretch/>
        </p:blipFill>
        <p:spPr>
          <a:xfrm>
            <a:off x="5700760" y="3180954"/>
            <a:ext cx="282000" cy="288000"/>
          </a:xfrm>
          <a:prstGeom prst="rect">
            <a:avLst/>
          </a:prstGeom>
          <a:solidFill>
            <a:srgbClr val="0000FF"/>
          </a:solidFill>
          <a:ln w="6350">
            <a:noFill/>
          </a:ln>
        </p:spPr>
      </p:pic>
      <p:pic>
        <p:nvPicPr>
          <p:cNvPr id="129" name="Picture 128">
            <a:extLst>
              <a:ext uri="{FF2B5EF4-FFF2-40B4-BE49-F238E27FC236}">
                <a16:creationId xmlns:a16="http://schemas.microsoft.com/office/drawing/2014/main" id="{C6E53397-BF9E-C905-8040-71DB1150834D}"/>
              </a:ext>
            </a:extLst>
          </p:cNvPr>
          <p:cNvPicPr>
            <a:picLocks noChangeAspect="1"/>
          </p:cNvPicPr>
          <p:nvPr/>
        </p:nvPicPr>
        <p:blipFill>
          <a:blip r:embed="rId7"/>
          <a:srcRect/>
          <a:stretch/>
        </p:blipFill>
        <p:spPr>
          <a:xfrm>
            <a:off x="4801582" y="4341526"/>
            <a:ext cx="282000" cy="282000"/>
          </a:xfrm>
          <a:prstGeom prst="rect">
            <a:avLst/>
          </a:prstGeom>
          <a:solidFill>
            <a:srgbClr val="0000FF"/>
          </a:solidFill>
          <a:ln w="6350">
            <a:solidFill>
              <a:schemeClr val="accent1">
                <a:lumMod val="20000"/>
                <a:lumOff val="80000"/>
              </a:schemeClr>
            </a:solidFill>
          </a:ln>
        </p:spPr>
      </p:pic>
      <p:pic>
        <p:nvPicPr>
          <p:cNvPr id="130" name="Picture 129">
            <a:extLst>
              <a:ext uri="{FF2B5EF4-FFF2-40B4-BE49-F238E27FC236}">
                <a16:creationId xmlns:a16="http://schemas.microsoft.com/office/drawing/2014/main" id="{0F48C6A6-260A-A8B2-D1D7-0EE7C4EC56DE}"/>
              </a:ext>
            </a:extLst>
          </p:cNvPr>
          <p:cNvPicPr>
            <a:picLocks noChangeAspect="1"/>
          </p:cNvPicPr>
          <p:nvPr/>
        </p:nvPicPr>
        <p:blipFill>
          <a:blip r:embed="rId7"/>
          <a:srcRect/>
          <a:stretch/>
        </p:blipFill>
        <p:spPr>
          <a:xfrm>
            <a:off x="5254604" y="4348251"/>
            <a:ext cx="282000" cy="282000"/>
          </a:xfrm>
          <a:prstGeom prst="rect">
            <a:avLst/>
          </a:prstGeom>
          <a:solidFill>
            <a:srgbClr val="0000FF"/>
          </a:solidFill>
          <a:ln w="6350">
            <a:solidFill>
              <a:schemeClr val="accent1">
                <a:lumMod val="20000"/>
                <a:lumOff val="80000"/>
              </a:schemeClr>
            </a:solidFill>
          </a:ln>
        </p:spPr>
      </p:pic>
      <p:pic>
        <p:nvPicPr>
          <p:cNvPr id="131" name="Picture 130">
            <a:extLst>
              <a:ext uri="{FF2B5EF4-FFF2-40B4-BE49-F238E27FC236}">
                <a16:creationId xmlns:a16="http://schemas.microsoft.com/office/drawing/2014/main" id="{FE0FE055-039A-6F3C-C1F7-BD5DE91B3AB5}"/>
              </a:ext>
            </a:extLst>
          </p:cNvPr>
          <p:cNvPicPr>
            <a:picLocks noChangeAspect="1"/>
          </p:cNvPicPr>
          <p:nvPr/>
        </p:nvPicPr>
        <p:blipFill>
          <a:blip r:embed="rId7"/>
          <a:srcRect/>
          <a:stretch/>
        </p:blipFill>
        <p:spPr>
          <a:xfrm>
            <a:off x="5707626" y="4348250"/>
            <a:ext cx="282000" cy="282000"/>
          </a:xfrm>
          <a:prstGeom prst="rect">
            <a:avLst/>
          </a:prstGeom>
          <a:solidFill>
            <a:srgbClr val="0000FF"/>
          </a:solidFill>
          <a:ln w="6350">
            <a:solidFill>
              <a:schemeClr val="accent1">
                <a:lumMod val="20000"/>
                <a:lumOff val="80000"/>
              </a:schemeClr>
            </a:solidFill>
          </a:ln>
        </p:spPr>
      </p:pic>
      <p:sp>
        <p:nvSpPr>
          <p:cNvPr id="158" name="TextBox 157">
            <a:extLst>
              <a:ext uri="{FF2B5EF4-FFF2-40B4-BE49-F238E27FC236}">
                <a16:creationId xmlns:a16="http://schemas.microsoft.com/office/drawing/2014/main" id="{EBE607F8-85DB-ED87-89B6-A95CDE800F15}"/>
              </a:ext>
            </a:extLst>
          </p:cNvPr>
          <p:cNvSpPr txBox="1"/>
          <p:nvPr/>
        </p:nvSpPr>
        <p:spPr>
          <a:xfrm>
            <a:off x="5727711" y="1142799"/>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多摩</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59" name="TextBox 158">
            <a:extLst>
              <a:ext uri="{FF2B5EF4-FFF2-40B4-BE49-F238E27FC236}">
                <a16:creationId xmlns:a16="http://schemas.microsoft.com/office/drawing/2014/main" id="{9370BD55-21B2-3788-D051-A9E1E544A9EB}"/>
              </a:ext>
            </a:extLst>
          </p:cNvPr>
          <p:cNvSpPr txBox="1"/>
          <p:nvPr/>
        </p:nvSpPr>
        <p:spPr>
          <a:xfrm>
            <a:off x="6177868" y="1142799"/>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小山</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0" name="TextBox 159">
            <a:extLst>
              <a:ext uri="{FF2B5EF4-FFF2-40B4-BE49-F238E27FC236}">
                <a16:creationId xmlns:a16="http://schemas.microsoft.com/office/drawing/2014/main" id="{14504413-B5A0-12AE-F3D4-B5BEB6FA377C}"/>
              </a:ext>
            </a:extLst>
          </p:cNvPr>
          <p:cNvSpPr txBox="1"/>
          <p:nvPr/>
        </p:nvSpPr>
        <p:spPr>
          <a:xfrm>
            <a:off x="5269414" y="1142799"/>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大阪</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1" name="TextBox 160">
            <a:extLst>
              <a:ext uri="{FF2B5EF4-FFF2-40B4-BE49-F238E27FC236}">
                <a16:creationId xmlns:a16="http://schemas.microsoft.com/office/drawing/2014/main" id="{EB383C7A-5E60-C20D-265E-4429548C158E}"/>
              </a:ext>
            </a:extLst>
          </p:cNvPr>
          <p:cNvSpPr txBox="1"/>
          <p:nvPr/>
        </p:nvSpPr>
        <p:spPr>
          <a:xfrm>
            <a:off x="4814135" y="1142799"/>
            <a:ext cx="307777" cy="184666"/>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千代</a:t>
            </a:r>
            <a:endParaRPr kumimoji="0" lang="en-GB" sz="12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4" name="TextBox 163">
            <a:extLst>
              <a:ext uri="{FF2B5EF4-FFF2-40B4-BE49-F238E27FC236}">
                <a16:creationId xmlns:a16="http://schemas.microsoft.com/office/drawing/2014/main" id="{6E43DB69-B4B5-13F9-F4DD-9BDB4E9D32BB}"/>
              </a:ext>
            </a:extLst>
          </p:cNvPr>
          <p:cNvSpPr txBox="1"/>
          <p:nvPr/>
        </p:nvSpPr>
        <p:spPr>
          <a:xfrm>
            <a:off x="631505" y="1075087"/>
            <a:ext cx="727763" cy="184666"/>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120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既存</a:t>
            </a:r>
            <a:r>
              <a:rPr kumimoji="0" lang="en-US" altLang="ja-JP" sz="1200" b="1" i="0" u="sng" strike="noStrike" kern="1200" cap="none" spc="0" normalizeH="0" baseline="0" noProof="0" err="1">
                <a:ln>
                  <a:noFill/>
                </a:ln>
                <a:solidFill>
                  <a:srgbClr val="001135"/>
                </a:solidFill>
                <a:effectLst/>
                <a:uLnTx/>
                <a:uFillTx/>
                <a:latin typeface="Meiryo UI" panose="020B0604030504040204" pitchFamily="50" charset="-128"/>
                <a:ea typeface="Meiryo UI" panose="020B0604030504040204" pitchFamily="50" charset="-128"/>
                <a:cs typeface="+mn-cs"/>
              </a:rPr>
              <a:t>HaaS</a:t>
            </a:r>
            <a:endParaRPr kumimoji="0" lang="en-GB" sz="120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5" name="TextBox 164">
            <a:extLst>
              <a:ext uri="{FF2B5EF4-FFF2-40B4-BE49-F238E27FC236}">
                <a16:creationId xmlns:a16="http://schemas.microsoft.com/office/drawing/2014/main" id="{34A76EED-471E-0606-3D61-0E16670AEBC4}"/>
              </a:ext>
            </a:extLst>
          </p:cNvPr>
          <p:cNvSpPr txBox="1"/>
          <p:nvPr/>
        </p:nvSpPr>
        <p:spPr>
          <a:xfrm>
            <a:off x="6672433" y="1075087"/>
            <a:ext cx="677750" cy="184666"/>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120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KYANOS</a:t>
            </a:r>
            <a:endParaRPr kumimoji="0" lang="en-GB" sz="120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6" name="TextBox 165">
            <a:extLst>
              <a:ext uri="{FF2B5EF4-FFF2-40B4-BE49-F238E27FC236}">
                <a16:creationId xmlns:a16="http://schemas.microsoft.com/office/drawing/2014/main" id="{2947D2AB-C86E-0B03-E7C1-3E481F78DE0F}"/>
              </a:ext>
            </a:extLst>
          </p:cNvPr>
          <p:cNvSpPr txBox="1"/>
          <p:nvPr/>
        </p:nvSpPr>
        <p:spPr>
          <a:xfrm>
            <a:off x="80596" y="1263193"/>
            <a:ext cx="1440000" cy="415498"/>
          </a:xfrm>
          <a:prstGeom prst="rect">
            <a:avLst/>
          </a:prstGeom>
          <a:solidFill>
            <a:schemeClr val="bg1">
              <a:lumMod val="95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SDL21.2</a:t>
            </a:r>
            <a:b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21.8</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 ⇒</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22.8(VNF)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1600</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7" name="TextBox 166">
            <a:extLst>
              <a:ext uri="{FF2B5EF4-FFF2-40B4-BE49-F238E27FC236}">
                <a16:creationId xmlns:a16="http://schemas.microsoft.com/office/drawing/2014/main" id="{8C40E1B9-CCB8-4729-F486-C9F3737B0190}"/>
              </a:ext>
            </a:extLst>
          </p:cNvPr>
          <p:cNvSpPr txBox="1"/>
          <p:nvPr/>
        </p:nvSpPr>
        <p:spPr>
          <a:xfrm>
            <a:off x="80596" y="1788527"/>
            <a:ext cx="1440000" cy="276999"/>
          </a:xfrm>
          <a:prstGeom prst="rect">
            <a:avLst/>
          </a:prstGeom>
          <a:solidFill>
            <a:schemeClr val="bg1">
              <a:lumMod val="95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AUSF/UDM21.8</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23.8</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1080</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8" name="TextBox 167">
            <a:extLst>
              <a:ext uri="{FF2B5EF4-FFF2-40B4-BE49-F238E27FC236}">
                <a16:creationId xmlns:a16="http://schemas.microsoft.com/office/drawing/2014/main" id="{29C08C24-AF87-F9A6-AEEC-04949DE5B0EC}"/>
              </a:ext>
            </a:extLst>
          </p:cNvPr>
          <p:cNvSpPr txBox="1"/>
          <p:nvPr/>
        </p:nvSpPr>
        <p:spPr>
          <a:xfrm>
            <a:off x="80596" y="2147436"/>
            <a:ext cx="1440000" cy="415498"/>
          </a:xfrm>
          <a:prstGeom prst="rect">
            <a:avLst/>
          </a:prstGeom>
          <a:solidFill>
            <a:schemeClr val="bg1">
              <a:lumMod val="95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HSS/HLR21.8(VNF)</a:t>
            </a:r>
            <a:b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23.8(CNF)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1080</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69" name="TextBox 168">
            <a:extLst>
              <a:ext uri="{FF2B5EF4-FFF2-40B4-BE49-F238E27FC236}">
                <a16:creationId xmlns:a16="http://schemas.microsoft.com/office/drawing/2014/main" id="{E94E8632-BFF7-57E4-B730-9CA8154A7796}"/>
              </a:ext>
            </a:extLst>
          </p:cNvPr>
          <p:cNvSpPr txBox="1"/>
          <p:nvPr/>
        </p:nvSpPr>
        <p:spPr>
          <a:xfrm>
            <a:off x="80596" y="2648944"/>
            <a:ext cx="1440000" cy="415498"/>
          </a:xfrm>
          <a:prstGeom prst="rect">
            <a:avLst/>
          </a:prstGeom>
          <a:solidFill>
            <a:schemeClr val="bg1">
              <a:lumMod val="95000"/>
            </a:schemeClr>
          </a:solidFill>
          <a:ln>
            <a:noFill/>
          </a:ln>
        </p:spPr>
        <p:txBody>
          <a:bodyPr wrap="non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One-EIR21.5(VNF)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One-EIR21.8(CNF)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1080</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71" name="TextBox 170">
            <a:extLst>
              <a:ext uri="{FF2B5EF4-FFF2-40B4-BE49-F238E27FC236}">
                <a16:creationId xmlns:a16="http://schemas.microsoft.com/office/drawing/2014/main" id="{6AF1F27F-EAA4-AF3D-CABB-0C8B127810FF}"/>
              </a:ext>
            </a:extLst>
          </p:cNvPr>
          <p:cNvSpPr txBox="1"/>
          <p:nvPr/>
        </p:nvSpPr>
        <p:spPr>
          <a:xfrm>
            <a:off x="80596" y="3288256"/>
            <a:ext cx="1440000" cy="415498"/>
          </a:xfrm>
          <a:prstGeom prst="rect">
            <a:avLst/>
          </a:prstGeom>
          <a:solidFill>
            <a:schemeClr val="bg1">
              <a:lumMod val="95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5G-CSD21.8(CNF)</a:t>
            </a:r>
            <a:b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23.8</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1080</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73" name="TextBox 172">
            <a:extLst>
              <a:ext uri="{FF2B5EF4-FFF2-40B4-BE49-F238E27FC236}">
                <a16:creationId xmlns:a16="http://schemas.microsoft.com/office/drawing/2014/main" id="{53FE1A6F-86FD-532E-A8B1-DA4BC5E20636}"/>
              </a:ext>
            </a:extLst>
          </p:cNvPr>
          <p:cNvSpPr txBox="1"/>
          <p:nvPr/>
        </p:nvSpPr>
        <p:spPr>
          <a:xfrm>
            <a:off x="80596" y="4431869"/>
            <a:ext cx="1440000" cy="276999"/>
          </a:xfrm>
          <a:prstGeom prst="rect">
            <a:avLst/>
          </a:prstGeom>
          <a:solidFill>
            <a:schemeClr val="bg1">
              <a:lumMod val="95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NPC21.8(VNF)</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23.8</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1080</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pic>
        <p:nvPicPr>
          <p:cNvPr id="132" name="Picture 131">
            <a:extLst>
              <a:ext uri="{FF2B5EF4-FFF2-40B4-BE49-F238E27FC236}">
                <a16:creationId xmlns:a16="http://schemas.microsoft.com/office/drawing/2014/main" id="{E0327C1E-732A-F747-2D3F-7C3623C88C62}"/>
              </a:ext>
            </a:extLst>
          </p:cNvPr>
          <p:cNvPicPr>
            <a:picLocks noChangeAspect="1"/>
          </p:cNvPicPr>
          <p:nvPr/>
        </p:nvPicPr>
        <p:blipFill>
          <a:blip r:embed="rId7"/>
          <a:srcRect/>
          <a:stretch/>
        </p:blipFill>
        <p:spPr>
          <a:xfrm>
            <a:off x="5324469" y="4550168"/>
            <a:ext cx="288000" cy="288000"/>
          </a:xfrm>
          <a:prstGeom prst="rect">
            <a:avLst/>
          </a:prstGeom>
          <a:solidFill>
            <a:srgbClr val="0000FF"/>
          </a:solidFill>
          <a:ln w="6350">
            <a:solidFill>
              <a:schemeClr val="accent1">
                <a:lumMod val="20000"/>
                <a:lumOff val="80000"/>
              </a:schemeClr>
            </a:solidFill>
          </a:ln>
        </p:spPr>
      </p:pic>
      <p:pic>
        <p:nvPicPr>
          <p:cNvPr id="133" name="Picture 132">
            <a:extLst>
              <a:ext uri="{FF2B5EF4-FFF2-40B4-BE49-F238E27FC236}">
                <a16:creationId xmlns:a16="http://schemas.microsoft.com/office/drawing/2014/main" id="{8E0887AD-9B1A-A45C-6331-D95E9D4EAA13}"/>
              </a:ext>
            </a:extLst>
          </p:cNvPr>
          <p:cNvPicPr>
            <a:picLocks noChangeAspect="1"/>
          </p:cNvPicPr>
          <p:nvPr/>
        </p:nvPicPr>
        <p:blipFill>
          <a:blip r:embed="rId7"/>
          <a:srcRect/>
          <a:stretch/>
        </p:blipFill>
        <p:spPr>
          <a:xfrm>
            <a:off x="5777491" y="4550167"/>
            <a:ext cx="288000" cy="288000"/>
          </a:xfrm>
          <a:prstGeom prst="rect">
            <a:avLst/>
          </a:prstGeom>
          <a:solidFill>
            <a:srgbClr val="0000FF"/>
          </a:solidFill>
          <a:ln w="6350">
            <a:solidFill>
              <a:schemeClr val="accent1">
                <a:lumMod val="20000"/>
                <a:lumOff val="80000"/>
              </a:schemeClr>
            </a:solidFill>
          </a:ln>
        </p:spPr>
      </p:pic>
      <p:pic>
        <p:nvPicPr>
          <p:cNvPr id="134" name="Picture 133">
            <a:extLst>
              <a:ext uri="{FF2B5EF4-FFF2-40B4-BE49-F238E27FC236}">
                <a16:creationId xmlns:a16="http://schemas.microsoft.com/office/drawing/2014/main" id="{A8A2C7F0-9BF8-41CA-2D1D-D1DF96F3B6C3}"/>
              </a:ext>
            </a:extLst>
          </p:cNvPr>
          <p:cNvPicPr>
            <a:picLocks noChangeAspect="1"/>
          </p:cNvPicPr>
          <p:nvPr/>
        </p:nvPicPr>
        <p:blipFill>
          <a:blip r:embed="rId7"/>
          <a:srcRect/>
          <a:stretch/>
        </p:blipFill>
        <p:spPr>
          <a:xfrm>
            <a:off x="6230513" y="4550168"/>
            <a:ext cx="288000" cy="288000"/>
          </a:xfrm>
          <a:prstGeom prst="rect">
            <a:avLst/>
          </a:prstGeom>
          <a:solidFill>
            <a:srgbClr val="0000FF"/>
          </a:solidFill>
          <a:ln w="6350">
            <a:noFill/>
          </a:ln>
        </p:spPr>
      </p:pic>
      <p:pic>
        <p:nvPicPr>
          <p:cNvPr id="105" name="Picture 104">
            <a:extLst>
              <a:ext uri="{FF2B5EF4-FFF2-40B4-BE49-F238E27FC236}">
                <a16:creationId xmlns:a16="http://schemas.microsoft.com/office/drawing/2014/main" id="{AAE52DC2-F7AB-32C8-AAFE-0F46283B38F6}"/>
              </a:ext>
            </a:extLst>
          </p:cNvPr>
          <p:cNvPicPr>
            <a:picLocks noChangeAspect="1"/>
          </p:cNvPicPr>
          <p:nvPr/>
        </p:nvPicPr>
        <p:blipFill>
          <a:blip r:embed="rId8"/>
          <a:srcRect/>
          <a:stretch/>
        </p:blipFill>
        <p:spPr>
          <a:xfrm>
            <a:off x="5317603" y="3385872"/>
            <a:ext cx="288000" cy="288000"/>
          </a:xfrm>
          <a:prstGeom prst="rect">
            <a:avLst/>
          </a:prstGeom>
          <a:solidFill>
            <a:srgbClr val="0000FF"/>
          </a:solidFill>
          <a:ln w="6350">
            <a:solidFill>
              <a:schemeClr val="accent1">
                <a:lumMod val="20000"/>
                <a:lumOff val="80000"/>
              </a:schemeClr>
            </a:solidFill>
          </a:ln>
        </p:spPr>
      </p:pic>
      <p:pic>
        <p:nvPicPr>
          <p:cNvPr id="106" name="Picture 105">
            <a:extLst>
              <a:ext uri="{FF2B5EF4-FFF2-40B4-BE49-F238E27FC236}">
                <a16:creationId xmlns:a16="http://schemas.microsoft.com/office/drawing/2014/main" id="{3A172E38-9BDC-7075-A356-8E17CC9E651A}"/>
              </a:ext>
            </a:extLst>
          </p:cNvPr>
          <p:cNvPicPr>
            <a:picLocks noChangeAspect="1"/>
          </p:cNvPicPr>
          <p:nvPr/>
        </p:nvPicPr>
        <p:blipFill>
          <a:blip r:embed="rId8"/>
          <a:srcRect/>
          <a:stretch/>
        </p:blipFill>
        <p:spPr>
          <a:xfrm>
            <a:off x="5770625" y="3385871"/>
            <a:ext cx="288000" cy="288000"/>
          </a:xfrm>
          <a:prstGeom prst="rect">
            <a:avLst/>
          </a:prstGeom>
          <a:solidFill>
            <a:srgbClr val="0000FF"/>
          </a:solidFill>
          <a:ln w="6350">
            <a:solidFill>
              <a:schemeClr val="accent1">
                <a:lumMod val="20000"/>
                <a:lumOff val="80000"/>
              </a:schemeClr>
            </a:solidFill>
          </a:ln>
        </p:spPr>
      </p:pic>
      <p:pic>
        <p:nvPicPr>
          <p:cNvPr id="107" name="Picture 106">
            <a:extLst>
              <a:ext uri="{FF2B5EF4-FFF2-40B4-BE49-F238E27FC236}">
                <a16:creationId xmlns:a16="http://schemas.microsoft.com/office/drawing/2014/main" id="{01320484-5AC1-6670-ADD8-2AB514D6B157}"/>
              </a:ext>
            </a:extLst>
          </p:cNvPr>
          <p:cNvPicPr>
            <a:picLocks noChangeAspect="1"/>
          </p:cNvPicPr>
          <p:nvPr/>
        </p:nvPicPr>
        <p:blipFill>
          <a:blip r:embed="rId8"/>
          <a:srcRect/>
          <a:stretch/>
        </p:blipFill>
        <p:spPr>
          <a:xfrm>
            <a:off x="6223647" y="3385872"/>
            <a:ext cx="288000" cy="288000"/>
          </a:xfrm>
          <a:prstGeom prst="rect">
            <a:avLst/>
          </a:prstGeom>
          <a:solidFill>
            <a:srgbClr val="0000FF"/>
          </a:solidFill>
          <a:ln w="6350">
            <a:noFill/>
          </a:ln>
        </p:spPr>
      </p:pic>
      <p:sp>
        <p:nvSpPr>
          <p:cNvPr id="195" name="TextBox 194">
            <a:extLst>
              <a:ext uri="{FF2B5EF4-FFF2-40B4-BE49-F238E27FC236}">
                <a16:creationId xmlns:a16="http://schemas.microsoft.com/office/drawing/2014/main" id="{E1A46CF0-0EF6-6319-3ECD-AFC4B4750104}"/>
              </a:ext>
            </a:extLst>
          </p:cNvPr>
          <p:cNvSpPr txBox="1"/>
          <p:nvPr/>
        </p:nvSpPr>
        <p:spPr>
          <a:xfrm>
            <a:off x="6608694" y="1750078"/>
            <a:ext cx="1678246" cy="323165"/>
          </a:xfrm>
          <a:prstGeom prst="rect">
            <a:avLst/>
          </a:prstGeom>
          <a:solidFill>
            <a:schemeClr val="accent4">
              <a:lumMod val="40000"/>
              <a:lumOff val="60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AUSF/UDM</a:t>
            </a:r>
            <a:r>
              <a:rPr kumimoji="0" lang="en-US" altLang="ja-JP" sz="1050" b="1" i="0" u="sng" strike="noStrike" kern="1200" cap="none" spc="0" normalizeH="0" baseline="0" noProof="0">
                <a:ln>
                  <a:noFill/>
                </a:ln>
                <a:solidFill>
                  <a:srgbClr val="E03DCD">
                    <a:lumMod val="75000"/>
                  </a:srgbClr>
                </a:solidFill>
                <a:effectLst/>
                <a:uLnTx/>
                <a:uFillTx/>
                <a:latin typeface="Meiryo UI" panose="020B0604030504040204" pitchFamily="50" charset="-128"/>
                <a:ea typeface="Meiryo UI" panose="020B0604030504040204" pitchFamily="50" charset="-128"/>
                <a:cs typeface="+mn-cs"/>
              </a:rPr>
              <a:t>24.7</a:t>
            </a: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SA2400</a:t>
            </a:r>
            <a:r>
              <a:rPr kumimoji="0" lang="ja-JP" altLang="en-US"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万</a:t>
            </a:r>
            <a:r>
              <a:rPr kumimoji="0" lang="ja-JP" altLang="en-US"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収容</a:t>
            </a:r>
            <a:endParaRPr kumimoji="0" lang="en-GB"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96" name="TextBox 195">
            <a:extLst>
              <a:ext uri="{FF2B5EF4-FFF2-40B4-BE49-F238E27FC236}">
                <a16:creationId xmlns:a16="http://schemas.microsoft.com/office/drawing/2014/main" id="{C7AE291D-10E8-1A17-4FF3-D3C7F2BAB508}"/>
              </a:ext>
            </a:extLst>
          </p:cNvPr>
          <p:cNvSpPr txBox="1"/>
          <p:nvPr/>
        </p:nvSpPr>
        <p:spPr>
          <a:xfrm>
            <a:off x="6608694" y="2187792"/>
            <a:ext cx="1529265" cy="323165"/>
          </a:xfrm>
          <a:prstGeom prst="rect">
            <a:avLst/>
          </a:prstGeom>
          <a:solidFill>
            <a:schemeClr val="accent1">
              <a:lumMod val="20000"/>
              <a:lumOff val="80000"/>
            </a:schemeClr>
          </a:solidFill>
          <a:ln>
            <a:noFill/>
          </a:ln>
        </p:spPr>
        <p:txBody>
          <a:bodyPr wrap="non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HSS/HLR23.8(CNF)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5400</a:t>
            </a:r>
            <a:r>
              <a:rPr kumimoji="0" lang="ja-JP" altLang="en-US" sz="105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万</a:t>
            </a: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+SA1200</a:t>
            </a:r>
            <a:r>
              <a:rPr kumimoji="0" lang="ja-JP" altLang="en-US"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万</a:t>
            </a:r>
            <a:r>
              <a:rPr kumimoji="0" lang="ja-JP" altLang="en-US"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収</a:t>
            </a:r>
            <a:endParaRPr kumimoji="0" lang="en-GB"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97" name="TextBox 196">
            <a:extLst>
              <a:ext uri="{FF2B5EF4-FFF2-40B4-BE49-F238E27FC236}">
                <a16:creationId xmlns:a16="http://schemas.microsoft.com/office/drawing/2014/main" id="{7C9B075F-F377-1EF9-F391-943EAF6A0A95}"/>
              </a:ext>
            </a:extLst>
          </p:cNvPr>
          <p:cNvSpPr txBox="1"/>
          <p:nvPr/>
        </p:nvSpPr>
        <p:spPr>
          <a:xfrm>
            <a:off x="6608694" y="2601887"/>
            <a:ext cx="1678246" cy="323165"/>
          </a:xfrm>
          <a:prstGeom prst="rect">
            <a:avLst/>
          </a:prstGeom>
          <a:solidFill>
            <a:schemeClr val="accent4">
              <a:lumMod val="40000"/>
              <a:lumOff val="60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One-EIR</a:t>
            </a:r>
            <a:r>
              <a:rPr kumimoji="0" lang="en-US" altLang="ja-JP" sz="1050" b="1" i="0" u="sng" strike="noStrike" kern="1200" cap="none" spc="0" normalizeH="0" baseline="0" noProof="0">
                <a:ln>
                  <a:noFill/>
                </a:ln>
                <a:solidFill>
                  <a:srgbClr val="E03DCD">
                    <a:lumMod val="75000"/>
                  </a:srgbClr>
                </a:solidFill>
                <a:effectLst/>
                <a:uLnTx/>
                <a:uFillTx/>
                <a:latin typeface="Meiryo UI" panose="020B0604030504040204" pitchFamily="50" charset="-128"/>
                <a:ea typeface="Meiryo UI" panose="020B0604030504040204" pitchFamily="50" charset="-128"/>
                <a:cs typeface="+mn-cs"/>
              </a:rPr>
              <a:t>24.7</a:t>
            </a: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C00000"/>
                </a:solidFill>
                <a:effectLst/>
                <a:highlight>
                  <a:srgbClr val="FFFF00"/>
                </a:highlight>
                <a:uLnTx/>
                <a:uFillTx/>
                <a:latin typeface="Meiryo UI" panose="020B0604030504040204" pitchFamily="50" charset="-128"/>
                <a:ea typeface="Meiryo UI" panose="020B0604030504040204" pitchFamily="50" charset="-128"/>
                <a:cs typeface="+mn-cs"/>
              </a:rPr>
              <a:t>54M</a:t>
            </a:r>
            <a:r>
              <a:rPr kumimoji="0" lang="en-US" altLang="ja-JP" sz="1050" b="0" i="0" u="none" strike="noStrike" kern="1200" cap="none" spc="0" normalizeH="0" baseline="0" noProof="0">
                <a:ln>
                  <a:noFill/>
                </a:ln>
                <a:solidFill>
                  <a:srgbClr val="005AFF"/>
                </a:solidFill>
                <a:effectLst/>
                <a:highlight>
                  <a:srgbClr val="FFFF00"/>
                </a:highlight>
                <a:uLnTx/>
                <a:uFillTx/>
                <a:latin typeface="Meiryo UI" panose="020B0604030504040204" pitchFamily="50" charset="-128"/>
                <a:ea typeface="Meiryo UI" panose="020B0604030504040204" pitchFamily="50" charset="-128"/>
                <a:cs typeface="+mn-cs"/>
              </a:rPr>
              <a:t>+SA12M </a:t>
            </a:r>
            <a:r>
              <a:rPr kumimoji="0" lang="en-US" altLang="ja-JP" sz="1050" b="0" i="0" u="none" strike="noStrike" kern="1200" cap="none" spc="0" normalizeH="0" baseline="0" noProof="0">
                <a:ln>
                  <a:noFill/>
                </a:ln>
                <a:solidFill>
                  <a:schemeClr val="tx1">
                    <a:lumMod val="10000"/>
                  </a:schemeClr>
                </a:solidFill>
                <a:effectLst/>
                <a:highlight>
                  <a:srgbClr val="FFFF00"/>
                </a:highlight>
                <a:uLnTx/>
                <a:uFillTx/>
                <a:latin typeface="Meiryo UI" panose="020B0604030504040204" pitchFamily="50" charset="-128"/>
                <a:ea typeface="Meiryo UI" panose="020B0604030504040204" pitchFamily="50" charset="-128"/>
                <a:cs typeface="+mn-cs"/>
              </a:rPr>
              <a:t>subs</a:t>
            </a:r>
            <a:endParaRPr kumimoji="0" lang="en-GB" sz="1050" b="0" i="0" u="none" strike="noStrike" kern="1200" cap="none" spc="0" normalizeH="0" baseline="0" noProof="0">
              <a:ln>
                <a:noFill/>
              </a:ln>
              <a:solidFill>
                <a:schemeClr val="tx1">
                  <a:lumMod val="10000"/>
                </a:schemeClr>
              </a:solidFill>
              <a:effectLst/>
              <a:highlight>
                <a:srgbClr val="FFFF00"/>
              </a:highlight>
              <a:uLnTx/>
              <a:uFillTx/>
              <a:latin typeface="Meiryo UI" panose="020B0604030504040204" pitchFamily="50" charset="-128"/>
              <a:ea typeface="Meiryo UI" panose="020B0604030504040204" pitchFamily="50" charset="-128"/>
              <a:cs typeface="+mn-cs"/>
            </a:endParaRPr>
          </a:p>
        </p:txBody>
      </p:sp>
      <p:sp>
        <p:nvSpPr>
          <p:cNvPr id="202" name="Arrow: Right 201">
            <a:extLst>
              <a:ext uri="{FF2B5EF4-FFF2-40B4-BE49-F238E27FC236}">
                <a16:creationId xmlns:a16="http://schemas.microsoft.com/office/drawing/2014/main" id="{A3C11A8F-ABD6-04F4-0543-33DC975C1F16}"/>
              </a:ext>
            </a:extLst>
          </p:cNvPr>
          <p:cNvSpPr/>
          <p:nvPr/>
        </p:nvSpPr>
        <p:spPr>
          <a:xfrm flipH="1">
            <a:off x="4496645" y="4557519"/>
            <a:ext cx="252000" cy="212697"/>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207" name="Arrow: Right 206">
            <a:extLst>
              <a:ext uri="{FF2B5EF4-FFF2-40B4-BE49-F238E27FC236}">
                <a16:creationId xmlns:a16="http://schemas.microsoft.com/office/drawing/2014/main" id="{AFD7E162-28AC-5425-595F-2639E411AADA}"/>
              </a:ext>
            </a:extLst>
          </p:cNvPr>
          <p:cNvSpPr/>
          <p:nvPr/>
        </p:nvSpPr>
        <p:spPr>
          <a:xfrm flipH="1">
            <a:off x="4496645" y="3417792"/>
            <a:ext cx="252000" cy="212697"/>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208" name="Arrow: Right 207">
            <a:extLst>
              <a:ext uri="{FF2B5EF4-FFF2-40B4-BE49-F238E27FC236}">
                <a16:creationId xmlns:a16="http://schemas.microsoft.com/office/drawing/2014/main" id="{17B0E68D-DB1A-3809-A613-CAD4C0BC4CE9}"/>
              </a:ext>
            </a:extLst>
          </p:cNvPr>
          <p:cNvSpPr/>
          <p:nvPr/>
        </p:nvSpPr>
        <p:spPr>
          <a:xfrm flipH="1">
            <a:off x="4388645" y="2844261"/>
            <a:ext cx="360000" cy="212697"/>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209" name="Arrow: Right 208">
            <a:extLst>
              <a:ext uri="{FF2B5EF4-FFF2-40B4-BE49-F238E27FC236}">
                <a16:creationId xmlns:a16="http://schemas.microsoft.com/office/drawing/2014/main" id="{B0D4A113-0041-1842-F2AD-30C0A677817B}"/>
              </a:ext>
            </a:extLst>
          </p:cNvPr>
          <p:cNvSpPr/>
          <p:nvPr/>
        </p:nvSpPr>
        <p:spPr>
          <a:xfrm flipH="1">
            <a:off x="4388645" y="2369946"/>
            <a:ext cx="360000" cy="212697"/>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211" name="Arrow: Right 210">
            <a:extLst>
              <a:ext uri="{FF2B5EF4-FFF2-40B4-BE49-F238E27FC236}">
                <a16:creationId xmlns:a16="http://schemas.microsoft.com/office/drawing/2014/main" id="{02031C0A-5B75-DA56-A0AB-188EC13A0994}"/>
              </a:ext>
            </a:extLst>
          </p:cNvPr>
          <p:cNvSpPr/>
          <p:nvPr/>
        </p:nvSpPr>
        <p:spPr>
          <a:xfrm flipH="1">
            <a:off x="4496645" y="1842082"/>
            <a:ext cx="252000" cy="212697"/>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grpSp>
        <p:nvGrpSpPr>
          <p:cNvPr id="13" name="Group 12">
            <a:extLst>
              <a:ext uri="{FF2B5EF4-FFF2-40B4-BE49-F238E27FC236}">
                <a16:creationId xmlns:a16="http://schemas.microsoft.com/office/drawing/2014/main" id="{9CAA0CF9-0155-6317-5D29-5D82556CAEC4}"/>
              </a:ext>
            </a:extLst>
          </p:cNvPr>
          <p:cNvGrpSpPr/>
          <p:nvPr/>
        </p:nvGrpSpPr>
        <p:grpSpPr>
          <a:xfrm>
            <a:off x="4797800" y="2162795"/>
            <a:ext cx="1719931" cy="360843"/>
            <a:chOff x="315227" y="3062949"/>
            <a:chExt cx="1719931" cy="360843"/>
          </a:xfrm>
        </p:grpSpPr>
        <p:pic>
          <p:nvPicPr>
            <p:cNvPr id="14" name="Picture 13">
              <a:extLst>
                <a:ext uri="{FF2B5EF4-FFF2-40B4-BE49-F238E27FC236}">
                  <a16:creationId xmlns:a16="http://schemas.microsoft.com/office/drawing/2014/main" id="{FBDDDA33-3B3E-E52C-3C04-7DF96826CB2C}"/>
                </a:ext>
              </a:extLst>
            </p:cNvPr>
            <p:cNvPicPr>
              <a:picLocks noChangeAspect="1"/>
            </p:cNvPicPr>
            <p:nvPr/>
          </p:nvPicPr>
          <p:blipFill>
            <a:blip r:embed="rId9"/>
            <a:srcRect/>
            <a:stretch/>
          </p:blipFill>
          <p:spPr>
            <a:xfrm>
              <a:off x="315227" y="3062949"/>
              <a:ext cx="288000" cy="283119"/>
            </a:xfrm>
            <a:prstGeom prst="rect">
              <a:avLst/>
            </a:prstGeom>
            <a:solidFill>
              <a:srgbClr val="0000FF"/>
            </a:solidFill>
            <a:ln w="19050">
              <a:noFill/>
            </a:ln>
          </p:spPr>
        </p:pic>
        <p:pic>
          <p:nvPicPr>
            <p:cNvPr id="15" name="Picture 14">
              <a:extLst>
                <a:ext uri="{FF2B5EF4-FFF2-40B4-BE49-F238E27FC236}">
                  <a16:creationId xmlns:a16="http://schemas.microsoft.com/office/drawing/2014/main" id="{500CC62C-179F-4287-131F-162682D05057}"/>
                </a:ext>
              </a:extLst>
            </p:cNvPr>
            <p:cNvPicPr>
              <a:picLocks noChangeAspect="1"/>
            </p:cNvPicPr>
            <p:nvPr/>
          </p:nvPicPr>
          <p:blipFill>
            <a:blip r:embed="rId9"/>
            <a:srcRect/>
            <a:stretch/>
          </p:blipFill>
          <p:spPr>
            <a:xfrm>
              <a:off x="768249" y="3069674"/>
              <a:ext cx="288000" cy="283119"/>
            </a:xfrm>
            <a:prstGeom prst="rect">
              <a:avLst/>
            </a:prstGeom>
            <a:solidFill>
              <a:srgbClr val="0000FF"/>
            </a:solidFill>
            <a:ln w="19050">
              <a:noFill/>
            </a:ln>
          </p:spPr>
        </p:pic>
        <p:pic>
          <p:nvPicPr>
            <p:cNvPr id="16" name="Picture 15">
              <a:extLst>
                <a:ext uri="{FF2B5EF4-FFF2-40B4-BE49-F238E27FC236}">
                  <a16:creationId xmlns:a16="http://schemas.microsoft.com/office/drawing/2014/main" id="{5F3DD524-D6A2-69A5-6B27-A26D3D0C6151}"/>
                </a:ext>
              </a:extLst>
            </p:cNvPr>
            <p:cNvPicPr>
              <a:picLocks noChangeAspect="1"/>
            </p:cNvPicPr>
            <p:nvPr/>
          </p:nvPicPr>
          <p:blipFill>
            <a:blip r:embed="rId9"/>
            <a:srcRect/>
            <a:stretch/>
          </p:blipFill>
          <p:spPr>
            <a:xfrm>
              <a:off x="1221271" y="3069673"/>
              <a:ext cx="288000" cy="283119"/>
            </a:xfrm>
            <a:prstGeom prst="rect">
              <a:avLst/>
            </a:prstGeom>
            <a:solidFill>
              <a:srgbClr val="0000FF"/>
            </a:solidFill>
            <a:ln w="19050">
              <a:noFill/>
            </a:ln>
          </p:spPr>
        </p:pic>
        <p:pic>
          <p:nvPicPr>
            <p:cNvPr id="17" name="Picture 16">
              <a:extLst>
                <a:ext uri="{FF2B5EF4-FFF2-40B4-BE49-F238E27FC236}">
                  <a16:creationId xmlns:a16="http://schemas.microsoft.com/office/drawing/2014/main" id="{317BBDCB-9F61-9C89-AAB1-B75B6C20C105}"/>
                </a:ext>
              </a:extLst>
            </p:cNvPr>
            <p:cNvPicPr>
              <a:picLocks noChangeAspect="1"/>
            </p:cNvPicPr>
            <p:nvPr/>
          </p:nvPicPr>
          <p:blipFill>
            <a:blip r:embed="rId9"/>
            <a:srcRect/>
            <a:stretch/>
          </p:blipFill>
          <p:spPr>
            <a:xfrm>
              <a:off x="1674293" y="3069674"/>
              <a:ext cx="288000" cy="283119"/>
            </a:xfrm>
            <a:prstGeom prst="rect">
              <a:avLst/>
            </a:prstGeom>
            <a:solidFill>
              <a:srgbClr val="0000FF"/>
            </a:solidFill>
            <a:ln w="19050">
              <a:noFill/>
            </a:ln>
          </p:spPr>
        </p:pic>
        <p:pic>
          <p:nvPicPr>
            <p:cNvPr id="23" name="Picture 22">
              <a:extLst>
                <a:ext uri="{FF2B5EF4-FFF2-40B4-BE49-F238E27FC236}">
                  <a16:creationId xmlns:a16="http://schemas.microsoft.com/office/drawing/2014/main" id="{96E8F08F-D3B8-27FC-B9EE-96EDCAD6A8F8}"/>
                </a:ext>
              </a:extLst>
            </p:cNvPr>
            <p:cNvPicPr>
              <a:picLocks noChangeAspect="1"/>
            </p:cNvPicPr>
            <p:nvPr/>
          </p:nvPicPr>
          <p:blipFill>
            <a:blip r:embed="rId9"/>
            <a:srcRect/>
            <a:stretch/>
          </p:blipFill>
          <p:spPr>
            <a:xfrm>
              <a:off x="388092" y="3133948"/>
              <a:ext cx="288000" cy="283119"/>
            </a:xfrm>
            <a:prstGeom prst="rect">
              <a:avLst/>
            </a:prstGeom>
            <a:solidFill>
              <a:srgbClr val="0000FF"/>
            </a:solidFill>
            <a:ln w="6350">
              <a:solidFill>
                <a:schemeClr val="accent1">
                  <a:lumMod val="20000"/>
                  <a:lumOff val="80000"/>
                </a:schemeClr>
              </a:solidFill>
            </a:ln>
          </p:spPr>
        </p:pic>
        <p:pic>
          <p:nvPicPr>
            <p:cNvPr id="24" name="Picture 23">
              <a:extLst>
                <a:ext uri="{FF2B5EF4-FFF2-40B4-BE49-F238E27FC236}">
                  <a16:creationId xmlns:a16="http://schemas.microsoft.com/office/drawing/2014/main" id="{6CDB2B1B-28E4-F3F2-E3D0-0C282E5E0315}"/>
                </a:ext>
              </a:extLst>
            </p:cNvPr>
            <p:cNvPicPr>
              <a:picLocks noChangeAspect="1"/>
            </p:cNvPicPr>
            <p:nvPr/>
          </p:nvPicPr>
          <p:blipFill>
            <a:blip r:embed="rId9"/>
            <a:srcRect/>
            <a:stretch/>
          </p:blipFill>
          <p:spPr>
            <a:xfrm>
              <a:off x="841114" y="3140673"/>
              <a:ext cx="288000" cy="283119"/>
            </a:xfrm>
            <a:prstGeom prst="rect">
              <a:avLst/>
            </a:prstGeom>
            <a:solidFill>
              <a:srgbClr val="0000FF"/>
            </a:solidFill>
            <a:ln w="6350">
              <a:solidFill>
                <a:schemeClr val="accent1">
                  <a:lumMod val="20000"/>
                  <a:lumOff val="80000"/>
                </a:schemeClr>
              </a:solidFill>
            </a:ln>
          </p:spPr>
        </p:pic>
        <p:pic>
          <p:nvPicPr>
            <p:cNvPr id="25" name="Picture 24">
              <a:extLst>
                <a:ext uri="{FF2B5EF4-FFF2-40B4-BE49-F238E27FC236}">
                  <a16:creationId xmlns:a16="http://schemas.microsoft.com/office/drawing/2014/main" id="{6C8CCA78-DF6E-8900-D456-8A76901ECB05}"/>
                </a:ext>
              </a:extLst>
            </p:cNvPr>
            <p:cNvPicPr>
              <a:picLocks noChangeAspect="1"/>
            </p:cNvPicPr>
            <p:nvPr/>
          </p:nvPicPr>
          <p:blipFill>
            <a:blip r:embed="rId9"/>
            <a:srcRect/>
            <a:stretch/>
          </p:blipFill>
          <p:spPr>
            <a:xfrm>
              <a:off x="1294136" y="3140672"/>
              <a:ext cx="288000" cy="283119"/>
            </a:xfrm>
            <a:prstGeom prst="rect">
              <a:avLst/>
            </a:prstGeom>
            <a:solidFill>
              <a:srgbClr val="0000FF"/>
            </a:solidFill>
            <a:ln w="6350">
              <a:solidFill>
                <a:schemeClr val="accent1">
                  <a:lumMod val="20000"/>
                  <a:lumOff val="80000"/>
                </a:schemeClr>
              </a:solidFill>
            </a:ln>
          </p:spPr>
        </p:pic>
        <p:pic>
          <p:nvPicPr>
            <p:cNvPr id="26" name="Picture 25">
              <a:extLst>
                <a:ext uri="{FF2B5EF4-FFF2-40B4-BE49-F238E27FC236}">
                  <a16:creationId xmlns:a16="http://schemas.microsoft.com/office/drawing/2014/main" id="{877E827F-2D62-6ECC-2531-CAB36D9903B2}"/>
                </a:ext>
              </a:extLst>
            </p:cNvPr>
            <p:cNvPicPr>
              <a:picLocks noChangeAspect="1"/>
            </p:cNvPicPr>
            <p:nvPr/>
          </p:nvPicPr>
          <p:blipFill>
            <a:blip r:embed="rId9"/>
            <a:srcRect/>
            <a:stretch/>
          </p:blipFill>
          <p:spPr>
            <a:xfrm>
              <a:off x="1747158" y="3140673"/>
              <a:ext cx="288000" cy="283119"/>
            </a:xfrm>
            <a:prstGeom prst="rect">
              <a:avLst/>
            </a:prstGeom>
            <a:solidFill>
              <a:srgbClr val="0000FF"/>
            </a:solidFill>
            <a:ln w="6350">
              <a:solidFill>
                <a:schemeClr val="accent1">
                  <a:lumMod val="20000"/>
                  <a:lumOff val="80000"/>
                </a:schemeClr>
              </a:solidFill>
            </a:ln>
          </p:spPr>
        </p:pic>
      </p:grpSp>
      <p:sp>
        <p:nvSpPr>
          <p:cNvPr id="35" name="TextBox 34">
            <a:extLst>
              <a:ext uri="{FF2B5EF4-FFF2-40B4-BE49-F238E27FC236}">
                <a16:creationId xmlns:a16="http://schemas.microsoft.com/office/drawing/2014/main" id="{C68BD2EF-EA99-A180-20A9-6F4BEAF00568}"/>
              </a:ext>
            </a:extLst>
          </p:cNvPr>
          <p:cNvSpPr txBox="1"/>
          <p:nvPr/>
        </p:nvSpPr>
        <p:spPr>
          <a:xfrm>
            <a:off x="6608695" y="1235963"/>
            <a:ext cx="1656000" cy="384721"/>
          </a:xfrm>
          <a:prstGeom prst="rect">
            <a:avLst/>
          </a:prstGeom>
          <a:solidFill>
            <a:schemeClr val="accent1">
              <a:lumMod val="20000"/>
              <a:lumOff val="80000"/>
            </a:schemeClr>
          </a:solidFill>
          <a:ln>
            <a:noFill/>
          </a:ln>
        </p:spPr>
        <p:txBody>
          <a:bodyPr wrap="square" lIns="0" tIns="0" rIns="0" bIns="0" rtlCol="0" anchor="ctr">
            <a:spAutoFit/>
          </a:bodyPr>
          <a:lstStyle/>
          <a:p>
            <a:pPr marL="171450" marR="0" lvl="0" indent="-171450" algn="l" defTabSz="180000" rtl="0" eaLnBrk="1" fontAlgn="auto" latinLnBrk="0" hangingPunct="1">
              <a:lnSpc>
                <a:spcPts val="1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SDL22.8(CNF)</a:t>
            </a:r>
          </a:p>
          <a:p>
            <a:pPr marL="171450" marR="0" lvl="0" indent="-171450" algn="l" defTabSz="180000" rtl="0" eaLnBrk="1" fontAlgn="auto" latinLnBrk="0" hangingPunct="1">
              <a:lnSpc>
                <a:spcPts val="1000"/>
              </a:lnSpc>
              <a:spcBef>
                <a:spcPts val="0"/>
              </a:spcBef>
              <a:spcAft>
                <a:spcPts val="0"/>
              </a:spcAft>
              <a:buClrTx/>
              <a:buSzTx/>
              <a:buFont typeface="Wingdings" panose="05000000000000000000" pitchFamily="2" charset="2"/>
              <a:buChar char="n"/>
              <a:tabLst>
                <a:tab pos="180000" algn="l"/>
              </a:tabLst>
              <a:defRPr/>
            </a:pPr>
            <a:r>
              <a:rPr kumimoji="0" lang="en-US" altLang="ja-JP" sz="10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5400</a:t>
            </a:r>
            <a:r>
              <a:rPr kumimoji="0" lang="ja-JP" altLang="en-US" sz="10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万</a:t>
            </a:r>
            <a:r>
              <a:rPr kumimoji="0" lang="en-US" altLang="ja-JP"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+SA1800</a:t>
            </a:r>
            <a:r>
              <a:rPr kumimoji="0" lang="ja-JP" altLang="en-US"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万</a:t>
            </a:r>
            <a:r>
              <a:rPr kumimoji="0" lang="ja-JP" altLang="en-US" sz="10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収容</a:t>
            </a:r>
            <a:br>
              <a:rPr kumimoji="0" lang="en-US" altLang="ja-JP" sz="10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4500</a:t>
            </a:r>
            <a:r>
              <a:rPr kumimoji="0" lang="ja-JP" altLang="en-US" sz="10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万</a:t>
            </a:r>
            <a:r>
              <a:rPr kumimoji="0" lang="en-US" altLang="ja-JP"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+SA2300</a:t>
            </a:r>
            <a:r>
              <a:rPr kumimoji="0" lang="ja-JP" altLang="en-US"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万</a:t>
            </a:r>
            <a:r>
              <a:rPr kumimoji="0" lang="ja-JP" altLang="en-US" sz="10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収容</a:t>
            </a:r>
            <a:endParaRPr kumimoji="0" lang="en-GB" sz="1000" b="0" i="0" u="none" strike="noStrike" kern="1200" cap="none" spc="0" normalizeH="0" baseline="0" noProof="0">
              <a:ln>
                <a:noFill/>
              </a:ln>
              <a:solidFill>
                <a:srgbClr val="F47F31">
                  <a:lumMod val="50000"/>
                </a:srgbClr>
              </a:solidFill>
              <a:effectLst/>
              <a:uLnTx/>
              <a:uFillTx/>
              <a:latin typeface="Meiryo UI" panose="020B0604030504040204" pitchFamily="50" charset="-128"/>
              <a:ea typeface="Meiryo UI" panose="020B0604030504040204" pitchFamily="50" charset="-128"/>
              <a:cs typeface="+mn-cs"/>
            </a:endParaRPr>
          </a:p>
        </p:txBody>
      </p:sp>
      <p:grpSp>
        <p:nvGrpSpPr>
          <p:cNvPr id="36" name="Group 35">
            <a:extLst>
              <a:ext uri="{FF2B5EF4-FFF2-40B4-BE49-F238E27FC236}">
                <a16:creationId xmlns:a16="http://schemas.microsoft.com/office/drawing/2014/main" id="{D7DC0663-433E-A9E9-1090-8A5ACF49E157}"/>
              </a:ext>
            </a:extLst>
          </p:cNvPr>
          <p:cNvGrpSpPr/>
          <p:nvPr/>
        </p:nvGrpSpPr>
        <p:grpSpPr>
          <a:xfrm>
            <a:off x="2028642" y="3861027"/>
            <a:ext cx="1194044" cy="288001"/>
            <a:chOff x="802014" y="3503291"/>
            <a:chExt cx="1194044" cy="288001"/>
          </a:xfrm>
        </p:grpSpPr>
        <p:pic>
          <p:nvPicPr>
            <p:cNvPr id="41" name="Picture 40">
              <a:extLst>
                <a:ext uri="{FF2B5EF4-FFF2-40B4-BE49-F238E27FC236}">
                  <a16:creationId xmlns:a16="http://schemas.microsoft.com/office/drawing/2014/main" id="{A1D85948-BB68-F834-C46F-6A34B037DB1A}"/>
                </a:ext>
              </a:extLst>
            </p:cNvPr>
            <p:cNvPicPr>
              <a:picLocks noChangeAspect="1"/>
            </p:cNvPicPr>
            <p:nvPr/>
          </p:nvPicPr>
          <p:blipFill>
            <a:blip r:embed="rId10"/>
            <a:srcRect/>
            <a:stretch/>
          </p:blipFill>
          <p:spPr>
            <a:xfrm>
              <a:off x="802014" y="3503292"/>
              <a:ext cx="288000" cy="288000"/>
            </a:xfrm>
            <a:prstGeom prst="rect">
              <a:avLst/>
            </a:prstGeom>
            <a:solidFill>
              <a:srgbClr val="0000FF"/>
            </a:solidFill>
            <a:ln w="6350">
              <a:solidFill>
                <a:schemeClr val="accent1">
                  <a:lumMod val="20000"/>
                  <a:lumOff val="80000"/>
                </a:schemeClr>
              </a:solidFill>
            </a:ln>
          </p:spPr>
        </p:pic>
        <p:pic>
          <p:nvPicPr>
            <p:cNvPr id="42" name="Picture 41">
              <a:extLst>
                <a:ext uri="{FF2B5EF4-FFF2-40B4-BE49-F238E27FC236}">
                  <a16:creationId xmlns:a16="http://schemas.microsoft.com/office/drawing/2014/main" id="{710234C2-E0B2-12F9-6A72-F3F8AD1BEFBB}"/>
                </a:ext>
              </a:extLst>
            </p:cNvPr>
            <p:cNvPicPr>
              <a:picLocks noChangeAspect="1"/>
            </p:cNvPicPr>
            <p:nvPr/>
          </p:nvPicPr>
          <p:blipFill>
            <a:blip r:embed="rId10"/>
            <a:srcRect/>
            <a:stretch/>
          </p:blipFill>
          <p:spPr>
            <a:xfrm>
              <a:off x="1255036" y="3503291"/>
              <a:ext cx="288000" cy="288000"/>
            </a:xfrm>
            <a:prstGeom prst="rect">
              <a:avLst/>
            </a:prstGeom>
            <a:solidFill>
              <a:srgbClr val="0000FF"/>
            </a:solidFill>
            <a:ln w="6350">
              <a:solidFill>
                <a:schemeClr val="accent1">
                  <a:lumMod val="20000"/>
                  <a:lumOff val="80000"/>
                </a:schemeClr>
              </a:solidFill>
            </a:ln>
          </p:spPr>
        </p:pic>
        <p:pic>
          <p:nvPicPr>
            <p:cNvPr id="43" name="Picture 42">
              <a:extLst>
                <a:ext uri="{FF2B5EF4-FFF2-40B4-BE49-F238E27FC236}">
                  <a16:creationId xmlns:a16="http://schemas.microsoft.com/office/drawing/2014/main" id="{B4D64BC4-ED42-5585-92B9-0D94DAEB0889}"/>
                </a:ext>
              </a:extLst>
            </p:cNvPr>
            <p:cNvPicPr>
              <a:picLocks noChangeAspect="1"/>
            </p:cNvPicPr>
            <p:nvPr/>
          </p:nvPicPr>
          <p:blipFill>
            <a:blip r:embed="rId10"/>
            <a:srcRect/>
            <a:stretch/>
          </p:blipFill>
          <p:spPr>
            <a:xfrm>
              <a:off x="1708058" y="3503292"/>
              <a:ext cx="288000" cy="288000"/>
            </a:xfrm>
            <a:prstGeom prst="rect">
              <a:avLst/>
            </a:prstGeom>
            <a:solidFill>
              <a:srgbClr val="0000FF"/>
            </a:solidFill>
            <a:ln w="6350">
              <a:solidFill>
                <a:schemeClr val="accent1">
                  <a:lumMod val="20000"/>
                  <a:lumOff val="80000"/>
                </a:schemeClr>
              </a:solidFill>
            </a:ln>
          </p:spPr>
        </p:pic>
      </p:grpSp>
      <p:sp>
        <p:nvSpPr>
          <p:cNvPr id="44" name="TextBox 43">
            <a:extLst>
              <a:ext uri="{FF2B5EF4-FFF2-40B4-BE49-F238E27FC236}">
                <a16:creationId xmlns:a16="http://schemas.microsoft.com/office/drawing/2014/main" id="{37D9F21D-E2BE-B3BA-DC7F-8362BA3FACFA}"/>
              </a:ext>
            </a:extLst>
          </p:cNvPr>
          <p:cNvSpPr txBox="1"/>
          <p:nvPr/>
        </p:nvSpPr>
        <p:spPr>
          <a:xfrm>
            <a:off x="80596" y="3846666"/>
            <a:ext cx="1440000" cy="276999"/>
          </a:xfrm>
          <a:prstGeom prst="rect">
            <a:avLst/>
          </a:prstGeom>
          <a:solidFill>
            <a:schemeClr val="bg1">
              <a:lumMod val="95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4G-CSD21.2(VNF)</a:t>
            </a:r>
            <a:endParaRPr kumimoji="0" lang="en-US" altLang="ja-JP" sz="900" b="1"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5380</a:t>
            </a:r>
            <a:r>
              <a:rPr kumimoji="0" lang="ja-JP" altLang="en-US"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万収容</a:t>
            </a:r>
            <a:endParaRPr kumimoji="0" lang="en-GB"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grpSp>
        <p:nvGrpSpPr>
          <p:cNvPr id="45" name="Group 44">
            <a:extLst>
              <a:ext uri="{FF2B5EF4-FFF2-40B4-BE49-F238E27FC236}">
                <a16:creationId xmlns:a16="http://schemas.microsoft.com/office/drawing/2014/main" id="{CEDED63B-A358-9341-5C0E-566FDEB740DD}"/>
              </a:ext>
            </a:extLst>
          </p:cNvPr>
          <p:cNvGrpSpPr/>
          <p:nvPr/>
        </p:nvGrpSpPr>
        <p:grpSpPr>
          <a:xfrm>
            <a:off x="1555595" y="1753816"/>
            <a:ext cx="1713065" cy="360738"/>
            <a:chOff x="529800" y="3345470"/>
            <a:chExt cx="1713065" cy="360738"/>
          </a:xfrm>
        </p:grpSpPr>
        <p:pic>
          <p:nvPicPr>
            <p:cNvPr id="46" name="Picture 45">
              <a:extLst>
                <a:ext uri="{FF2B5EF4-FFF2-40B4-BE49-F238E27FC236}">
                  <a16:creationId xmlns:a16="http://schemas.microsoft.com/office/drawing/2014/main" id="{6D177B2C-E5A0-2B19-2159-36E641989D18}"/>
                </a:ext>
              </a:extLst>
            </p:cNvPr>
            <p:cNvPicPr>
              <a:picLocks noChangeAspect="1"/>
            </p:cNvPicPr>
            <p:nvPr/>
          </p:nvPicPr>
          <p:blipFill>
            <a:blip r:embed="rId11"/>
            <a:srcRect/>
            <a:stretch/>
          </p:blipFill>
          <p:spPr>
            <a:xfrm>
              <a:off x="529800" y="3345470"/>
              <a:ext cx="353999" cy="353999"/>
            </a:xfrm>
            <a:prstGeom prst="rect">
              <a:avLst/>
            </a:prstGeom>
            <a:solidFill>
              <a:srgbClr val="0000FF"/>
            </a:solidFill>
            <a:ln w="19050">
              <a:noFill/>
            </a:ln>
          </p:spPr>
        </p:pic>
        <p:pic>
          <p:nvPicPr>
            <p:cNvPr id="47" name="Picture 46">
              <a:extLst>
                <a:ext uri="{FF2B5EF4-FFF2-40B4-BE49-F238E27FC236}">
                  <a16:creationId xmlns:a16="http://schemas.microsoft.com/office/drawing/2014/main" id="{E255E85D-874B-4A15-6702-B37220D9086C}"/>
                </a:ext>
              </a:extLst>
            </p:cNvPr>
            <p:cNvPicPr>
              <a:picLocks noChangeAspect="1"/>
            </p:cNvPicPr>
            <p:nvPr/>
          </p:nvPicPr>
          <p:blipFill>
            <a:blip r:embed="rId11"/>
            <a:srcRect/>
            <a:stretch/>
          </p:blipFill>
          <p:spPr>
            <a:xfrm>
              <a:off x="982822" y="3352209"/>
              <a:ext cx="353999" cy="353999"/>
            </a:xfrm>
            <a:prstGeom prst="rect">
              <a:avLst/>
            </a:prstGeom>
            <a:solidFill>
              <a:srgbClr val="0000FF"/>
            </a:solidFill>
            <a:ln w="19050">
              <a:noFill/>
            </a:ln>
          </p:spPr>
        </p:pic>
        <p:pic>
          <p:nvPicPr>
            <p:cNvPr id="48" name="Picture 47">
              <a:extLst>
                <a:ext uri="{FF2B5EF4-FFF2-40B4-BE49-F238E27FC236}">
                  <a16:creationId xmlns:a16="http://schemas.microsoft.com/office/drawing/2014/main" id="{A41AABF3-29B8-8D1F-1B69-FBA743CC5B63}"/>
                </a:ext>
              </a:extLst>
            </p:cNvPr>
            <p:cNvPicPr>
              <a:picLocks noChangeAspect="1"/>
            </p:cNvPicPr>
            <p:nvPr/>
          </p:nvPicPr>
          <p:blipFill>
            <a:blip r:embed="rId11"/>
            <a:srcRect/>
            <a:stretch/>
          </p:blipFill>
          <p:spPr>
            <a:xfrm>
              <a:off x="1435844" y="3352208"/>
              <a:ext cx="353999" cy="353999"/>
            </a:xfrm>
            <a:prstGeom prst="rect">
              <a:avLst/>
            </a:prstGeom>
            <a:solidFill>
              <a:srgbClr val="0000FF"/>
            </a:solidFill>
            <a:ln w="19050">
              <a:noFill/>
            </a:ln>
          </p:spPr>
        </p:pic>
        <p:pic>
          <p:nvPicPr>
            <p:cNvPr id="49" name="Picture 48">
              <a:extLst>
                <a:ext uri="{FF2B5EF4-FFF2-40B4-BE49-F238E27FC236}">
                  <a16:creationId xmlns:a16="http://schemas.microsoft.com/office/drawing/2014/main" id="{8E1557E0-A5E7-6C35-1251-64070AB19846}"/>
                </a:ext>
              </a:extLst>
            </p:cNvPr>
            <p:cNvPicPr>
              <a:picLocks noChangeAspect="1"/>
            </p:cNvPicPr>
            <p:nvPr/>
          </p:nvPicPr>
          <p:blipFill>
            <a:blip r:embed="rId11"/>
            <a:srcRect/>
            <a:stretch/>
          </p:blipFill>
          <p:spPr>
            <a:xfrm>
              <a:off x="1888866" y="3352209"/>
              <a:ext cx="353999" cy="353999"/>
            </a:xfrm>
            <a:prstGeom prst="rect">
              <a:avLst/>
            </a:prstGeom>
            <a:solidFill>
              <a:srgbClr val="0000FF"/>
            </a:solidFill>
            <a:ln w="19050">
              <a:noFill/>
            </a:ln>
          </p:spPr>
        </p:pic>
      </p:grpSp>
      <p:grpSp>
        <p:nvGrpSpPr>
          <p:cNvPr id="50" name="Group 49">
            <a:extLst>
              <a:ext uri="{FF2B5EF4-FFF2-40B4-BE49-F238E27FC236}">
                <a16:creationId xmlns:a16="http://schemas.microsoft.com/office/drawing/2014/main" id="{1F1B514E-7210-F96E-D5CC-B172D8283AE5}"/>
              </a:ext>
            </a:extLst>
          </p:cNvPr>
          <p:cNvGrpSpPr/>
          <p:nvPr/>
        </p:nvGrpSpPr>
        <p:grpSpPr>
          <a:xfrm>
            <a:off x="1555007" y="2164362"/>
            <a:ext cx="1713065" cy="360738"/>
            <a:chOff x="529800" y="3345470"/>
            <a:chExt cx="1713065" cy="360738"/>
          </a:xfrm>
        </p:grpSpPr>
        <p:pic>
          <p:nvPicPr>
            <p:cNvPr id="51" name="Picture 50">
              <a:extLst>
                <a:ext uri="{FF2B5EF4-FFF2-40B4-BE49-F238E27FC236}">
                  <a16:creationId xmlns:a16="http://schemas.microsoft.com/office/drawing/2014/main" id="{17DA9BB7-AE8C-C77A-F3E2-7B1B550BB28E}"/>
                </a:ext>
              </a:extLst>
            </p:cNvPr>
            <p:cNvPicPr>
              <a:picLocks noChangeAspect="1"/>
            </p:cNvPicPr>
            <p:nvPr/>
          </p:nvPicPr>
          <p:blipFill>
            <a:blip r:embed="rId11"/>
            <a:srcRect/>
            <a:stretch/>
          </p:blipFill>
          <p:spPr>
            <a:xfrm>
              <a:off x="529800" y="3345470"/>
              <a:ext cx="353999" cy="353999"/>
            </a:xfrm>
            <a:prstGeom prst="rect">
              <a:avLst/>
            </a:prstGeom>
            <a:solidFill>
              <a:srgbClr val="0000FF"/>
            </a:solidFill>
            <a:ln w="19050">
              <a:noFill/>
            </a:ln>
          </p:spPr>
        </p:pic>
        <p:pic>
          <p:nvPicPr>
            <p:cNvPr id="52" name="Picture 51">
              <a:extLst>
                <a:ext uri="{FF2B5EF4-FFF2-40B4-BE49-F238E27FC236}">
                  <a16:creationId xmlns:a16="http://schemas.microsoft.com/office/drawing/2014/main" id="{70C107B0-E8E2-D9E5-7050-85CC2EFB772B}"/>
                </a:ext>
              </a:extLst>
            </p:cNvPr>
            <p:cNvPicPr>
              <a:picLocks noChangeAspect="1"/>
            </p:cNvPicPr>
            <p:nvPr/>
          </p:nvPicPr>
          <p:blipFill>
            <a:blip r:embed="rId11"/>
            <a:srcRect/>
            <a:stretch/>
          </p:blipFill>
          <p:spPr>
            <a:xfrm>
              <a:off x="982822" y="3352209"/>
              <a:ext cx="353999" cy="353999"/>
            </a:xfrm>
            <a:prstGeom prst="rect">
              <a:avLst/>
            </a:prstGeom>
            <a:solidFill>
              <a:srgbClr val="0000FF"/>
            </a:solidFill>
            <a:ln w="19050">
              <a:noFill/>
            </a:ln>
          </p:spPr>
        </p:pic>
        <p:pic>
          <p:nvPicPr>
            <p:cNvPr id="53" name="Picture 52">
              <a:extLst>
                <a:ext uri="{FF2B5EF4-FFF2-40B4-BE49-F238E27FC236}">
                  <a16:creationId xmlns:a16="http://schemas.microsoft.com/office/drawing/2014/main" id="{712F17F9-68C2-A59F-6B8A-8CD739B28F5C}"/>
                </a:ext>
              </a:extLst>
            </p:cNvPr>
            <p:cNvPicPr>
              <a:picLocks noChangeAspect="1"/>
            </p:cNvPicPr>
            <p:nvPr/>
          </p:nvPicPr>
          <p:blipFill>
            <a:blip r:embed="rId11"/>
            <a:srcRect/>
            <a:stretch/>
          </p:blipFill>
          <p:spPr>
            <a:xfrm>
              <a:off x="1435844" y="3352208"/>
              <a:ext cx="353999" cy="353999"/>
            </a:xfrm>
            <a:prstGeom prst="rect">
              <a:avLst/>
            </a:prstGeom>
            <a:solidFill>
              <a:srgbClr val="0000FF"/>
            </a:solidFill>
            <a:ln w="19050">
              <a:noFill/>
            </a:ln>
          </p:spPr>
        </p:pic>
        <p:pic>
          <p:nvPicPr>
            <p:cNvPr id="54" name="Picture 53">
              <a:extLst>
                <a:ext uri="{FF2B5EF4-FFF2-40B4-BE49-F238E27FC236}">
                  <a16:creationId xmlns:a16="http://schemas.microsoft.com/office/drawing/2014/main" id="{C9CDABB8-9209-C593-6B9F-919BAC84DF8D}"/>
                </a:ext>
              </a:extLst>
            </p:cNvPr>
            <p:cNvPicPr>
              <a:picLocks noChangeAspect="1"/>
            </p:cNvPicPr>
            <p:nvPr/>
          </p:nvPicPr>
          <p:blipFill>
            <a:blip r:embed="rId11"/>
            <a:srcRect/>
            <a:stretch/>
          </p:blipFill>
          <p:spPr>
            <a:xfrm>
              <a:off x="1888866" y="3352209"/>
              <a:ext cx="353999" cy="353999"/>
            </a:xfrm>
            <a:prstGeom prst="rect">
              <a:avLst/>
            </a:prstGeom>
            <a:solidFill>
              <a:srgbClr val="0000FF"/>
            </a:solidFill>
            <a:ln w="19050">
              <a:noFill/>
            </a:ln>
          </p:spPr>
        </p:pic>
      </p:grpSp>
      <p:grpSp>
        <p:nvGrpSpPr>
          <p:cNvPr id="55" name="Group 54">
            <a:extLst>
              <a:ext uri="{FF2B5EF4-FFF2-40B4-BE49-F238E27FC236}">
                <a16:creationId xmlns:a16="http://schemas.microsoft.com/office/drawing/2014/main" id="{EF6F903B-EC8B-02AB-BD6C-A82E711410D0}"/>
              </a:ext>
            </a:extLst>
          </p:cNvPr>
          <p:cNvGrpSpPr/>
          <p:nvPr/>
        </p:nvGrpSpPr>
        <p:grpSpPr>
          <a:xfrm>
            <a:off x="1563136" y="4407978"/>
            <a:ext cx="1705690" cy="360738"/>
            <a:chOff x="328909" y="4006778"/>
            <a:chExt cx="1705690" cy="360738"/>
          </a:xfrm>
        </p:grpSpPr>
        <p:pic>
          <p:nvPicPr>
            <p:cNvPr id="56" name="Picture 55">
              <a:extLst>
                <a:ext uri="{FF2B5EF4-FFF2-40B4-BE49-F238E27FC236}">
                  <a16:creationId xmlns:a16="http://schemas.microsoft.com/office/drawing/2014/main" id="{216E6724-6AF7-0A29-12F2-AB9124460D9A}"/>
                </a:ext>
              </a:extLst>
            </p:cNvPr>
            <p:cNvPicPr>
              <a:picLocks noChangeAspect="1"/>
            </p:cNvPicPr>
            <p:nvPr/>
          </p:nvPicPr>
          <p:blipFill>
            <a:blip r:embed="rId12"/>
            <a:srcRect/>
            <a:stretch/>
          </p:blipFill>
          <p:spPr>
            <a:xfrm>
              <a:off x="328909" y="4006778"/>
              <a:ext cx="346624" cy="353999"/>
            </a:xfrm>
            <a:prstGeom prst="rect">
              <a:avLst/>
            </a:prstGeom>
            <a:solidFill>
              <a:srgbClr val="0000FF"/>
            </a:solidFill>
            <a:ln w="19050">
              <a:noFill/>
            </a:ln>
          </p:spPr>
        </p:pic>
        <p:pic>
          <p:nvPicPr>
            <p:cNvPr id="57" name="Picture 56">
              <a:extLst>
                <a:ext uri="{FF2B5EF4-FFF2-40B4-BE49-F238E27FC236}">
                  <a16:creationId xmlns:a16="http://schemas.microsoft.com/office/drawing/2014/main" id="{D60AC974-93E5-5825-F8D3-F1B1FE7A7FC9}"/>
                </a:ext>
              </a:extLst>
            </p:cNvPr>
            <p:cNvPicPr>
              <a:picLocks noChangeAspect="1"/>
            </p:cNvPicPr>
            <p:nvPr/>
          </p:nvPicPr>
          <p:blipFill>
            <a:blip r:embed="rId12"/>
            <a:srcRect/>
            <a:stretch/>
          </p:blipFill>
          <p:spPr>
            <a:xfrm>
              <a:off x="781931" y="4013517"/>
              <a:ext cx="346624" cy="353999"/>
            </a:xfrm>
            <a:prstGeom prst="rect">
              <a:avLst/>
            </a:prstGeom>
            <a:solidFill>
              <a:srgbClr val="0000FF"/>
            </a:solidFill>
            <a:ln w="19050">
              <a:noFill/>
            </a:ln>
          </p:spPr>
        </p:pic>
        <p:pic>
          <p:nvPicPr>
            <p:cNvPr id="58" name="Picture 57">
              <a:extLst>
                <a:ext uri="{FF2B5EF4-FFF2-40B4-BE49-F238E27FC236}">
                  <a16:creationId xmlns:a16="http://schemas.microsoft.com/office/drawing/2014/main" id="{929BDC74-0A68-A777-2090-D04519E013F7}"/>
                </a:ext>
              </a:extLst>
            </p:cNvPr>
            <p:cNvPicPr>
              <a:picLocks noChangeAspect="1"/>
            </p:cNvPicPr>
            <p:nvPr/>
          </p:nvPicPr>
          <p:blipFill>
            <a:blip r:embed="rId12"/>
            <a:srcRect/>
            <a:stretch/>
          </p:blipFill>
          <p:spPr>
            <a:xfrm>
              <a:off x="1234953" y="4013516"/>
              <a:ext cx="346624" cy="353999"/>
            </a:xfrm>
            <a:prstGeom prst="rect">
              <a:avLst/>
            </a:prstGeom>
            <a:solidFill>
              <a:srgbClr val="0000FF"/>
            </a:solidFill>
            <a:ln w="19050">
              <a:noFill/>
            </a:ln>
          </p:spPr>
        </p:pic>
        <p:pic>
          <p:nvPicPr>
            <p:cNvPr id="59" name="Picture 58">
              <a:extLst>
                <a:ext uri="{FF2B5EF4-FFF2-40B4-BE49-F238E27FC236}">
                  <a16:creationId xmlns:a16="http://schemas.microsoft.com/office/drawing/2014/main" id="{8813DEC6-91E8-C880-7F02-D6A8855D404B}"/>
                </a:ext>
              </a:extLst>
            </p:cNvPr>
            <p:cNvPicPr>
              <a:picLocks noChangeAspect="1"/>
            </p:cNvPicPr>
            <p:nvPr/>
          </p:nvPicPr>
          <p:blipFill>
            <a:blip r:embed="rId12"/>
            <a:srcRect/>
            <a:stretch/>
          </p:blipFill>
          <p:spPr>
            <a:xfrm>
              <a:off x="1687975" y="4013517"/>
              <a:ext cx="346624" cy="353999"/>
            </a:xfrm>
            <a:prstGeom prst="rect">
              <a:avLst/>
            </a:prstGeom>
            <a:solidFill>
              <a:srgbClr val="0000FF"/>
            </a:solidFill>
            <a:ln w="19050">
              <a:noFill/>
            </a:ln>
          </p:spPr>
        </p:pic>
      </p:grpSp>
      <p:sp>
        <p:nvSpPr>
          <p:cNvPr id="60" name="Arrow: Right 59">
            <a:extLst>
              <a:ext uri="{FF2B5EF4-FFF2-40B4-BE49-F238E27FC236}">
                <a16:creationId xmlns:a16="http://schemas.microsoft.com/office/drawing/2014/main" id="{FF064E93-B0F4-27A1-9322-C41C6CD1CC82}"/>
              </a:ext>
            </a:extLst>
          </p:cNvPr>
          <p:cNvSpPr/>
          <p:nvPr/>
        </p:nvSpPr>
        <p:spPr>
          <a:xfrm>
            <a:off x="3320902" y="3879990"/>
            <a:ext cx="252000" cy="212697"/>
          </a:xfrm>
          <a:prstGeom prst="rightArrow">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grpSp>
        <p:nvGrpSpPr>
          <p:cNvPr id="61" name="Group 60">
            <a:extLst>
              <a:ext uri="{FF2B5EF4-FFF2-40B4-BE49-F238E27FC236}">
                <a16:creationId xmlns:a16="http://schemas.microsoft.com/office/drawing/2014/main" id="{8FDF90F6-76C8-E44A-ACD5-9D61F9883425}"/>
              </a:ext>
            </a:extLst>
          </p:cNvPr>
          <p:cNvGrpSpPr/>
          <p:nvPr/>
        </p:nvGrpSpPr>
        <p:grpSpPr>
          <a:xfrm>
            <a:off x="2036241" y="3280051"/>
            <a:ext cx="1194044" cy="288001"/>
            <a:chOff x="802014" y="3503291"/>
            <a:chExt cx="1194044" cy="288001"/>
          </a:xfrm>
        </p:grpSpPr>
        <p:pic>
          <p:nvPicPr>
            <p:cNvPr id="66" name="Picture 65">
              <a:extLst>
                <a:ext uri="{FF2B5EF4-FFF2-40B4-BE49-F238E27FC236}">
                  <a16:creationId xmlns:a16="http://schemas.microsoft.com/office/drawing/2014/main" id="{EF40E2E1-0FA6-948F-F030-07AACA26B06C}"/>
                </a:ext>
              </a:extLst>
            </p:cNvPr>
            <p:cNvPicPr>
              <a:picLocks noChangeAspect="1"/>
            </p:cNvPicPr>
            <p:nvPr/>
          </p:nvPicPr>
          <p:blipFill>
            <a:blip r:embed="rId13"/>
            <a:srcRect/>
            <a:stretch/>
          </p:blipFill>
          <p:spPr>
            <a:xfrm>
              <a:off x="802014" y="3503292"/>
              <a:ext cx="288000" cy="288000"/>
            </a:xfrm>
            <a:prstGeom prst="rect">
              <a:avLst/>
            </a:prstGeom>
            <a:solidFill>
              <a:srgbClr val="0000FF"/>
            </a:solidFill>
            <a:ln w="6350">
              <a:noFill/>
            </a:ln>
          </p:spPr>
        </p:pic>
        <p:pic>
          <p:nvPicPr>
            <p:cNvPr id="67" name="Picture 66">
              <a:extLst>
                <a:ext uri="{FF2B5EF4-FFF2-40B4-BE49-F238E27FC236}">
                  <a16:creationId xmlns:a16="http://schemas.microsoft.com/office/drawing/2014/main" id="{C7BB18CE-91AA-30F7-299E-ED06B08CC134}"/>
                </a:ext>
              </a:extLst>
            </p:cNvPr>
            <p:cNvPicPr>
              <a:picLocks noChangeAspect="1"/>
            </p:cNvPicPr>
            <p:nvPr/>
          </p:nvPicPr>
          <p:blipFill>
            <a:blip r:embed="rId13"/>
            <a:srcRect/>
            <a:stretch/>
          </p:blipFill>
          <p:spPr>
            <a:xfrm>
              <a:off x="1255036" y="3503291"/>
              <a:ext cx="288000" cy="288000"/>
            </a:xfrm>
            <a:prstGeom prst="rect">
              <a:avLst/>
            </a:prstGeom>
            <a:solidFill>
              <a:srgbClr val="0000FF"/>
            </a:solidFill>
            <a:ln w="6350">
              <a:noFill/>
            </a:ln>
          </p:spPr>
        </p:pic>
        <p:pic>
          <p:nvPicPr>
            <p:cNvPr id="68" name="Picture 67">
              <a:extLst>
                <a:ext uri="{FF2B5EF4-FFF2-40B4-BE49-F238E27FC236}">
                  <a16:creationId xmlns:a16="http://schemas.microsoft.com/office/drawing/2014/main" id="{1BFB7932-5CD8-6655-15F6-E09DA9C169B4}"/>
                </a:ext>
              </a:extLst>
            </p:cNvPr>
            <p:cNvPicPr>
              <a:picLocks noChangeAspect="1"/>
            </p:cNvPicPr>
            <p:nvPr/>
          </p:nvPicPr>
          <p:blipFill>
            <a:blip r:embed="rId13"/>
            <a:srcRect/>
            <a:stretch/>
          </p:blipFill>
          <p:spPr>
            <a:xfrm>
              <a:off x="1708058" y="3503292"/>
              <a:ext cx="288000" cy="288000"/>
            </a:xfrm>
            <a:prstGeom prst="rect">
              <a:avLst/>
            </a:prstGeom>
            <a:solidFill>
              <a:srgbClr val="0000FF"/>
            </a:solidFill>
            <a:ln w="6350">
              <a:noFill/>
            </a:ln>
          </p:spPr>
        </p:pic>
      </p:grpSp>
      <p:grpSp>
        <p:nvGrpSpPr>
          <p:cNvPr id="83" name="Group 82">
            <a:extLst>
              <a:ext uri="{FF2B5EF4-FFF2-40B4-BE49-F238E27FC236}">
                <a16:creationId xmlns:a16="http://schemas.microsoft.com/office/drawing/2014/main" id="{2A215555-1429-FEE5-8936-F5003CB7CCFD}"/>
              </a:ext>
            </a:extLst>
          </p:cNvPr>
          <p:cNvGrpSpPr/>
          <p:nvPr/>
        </p:nvGrpSpPr>
        <p:grpSpPr>
          <a:xfrm>
            <a:off x="4768459" y="890094"/>
            <a:ext cx="2500490" cy="184993"/>
            <a:chOff x="7135429" y="545571"/>
            <a:chExt cx="2500490" cy="184993"/>
          </a:xfrm>
        </p:grpSpPr>
        <p:sp>
          <p:nvSpPr>
            <p:cNvPr id="81" name="TextBox 80">
              <a:extLst>
                <a:ext uri="{FF2B5EF4-FFF2-40B4-BE49-F238E27FC236}">
                  <a16:creationId xmlns:a16="http://schemas.microsoft.com/office/drawing/2014/main" id="{DCA812EB-373D-AA77-64BA-BCD3C7EAC145}"/>
                </a:ext>
              </a:extLst>
            </p:cNvPr>
            <p:cNvSpPr txBox="1"/>
            <p:nvPr/>
          </p:nvSpPr>
          <p:spPr>
            <a:xfrm>
              <a:off x="7135429" y="545571"/>
              <a:ext cx="1064394" cy="184666"/>
            </a:xfrm>
            <a:prstGeom prst="rect">
              <a:avLst/>
            </a:prstGeom>
            <a:solidFill>
              <a:schemeClr val="accent5">
                <a:lumMod val="50000"/>
              </a:schemeClr>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4G SDM</a:t>
              </a:r>
              <a:r>
                <a:rPr kumimoji="0" lang="ja-JP" altLang="en-US"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仮想化</a:t>
              </a:r>
              <a:endParaRPr kumimoji="0" lang="en-GB"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82" name="TextBox 81">
              <a:extLst>
                <a:ext uri="{FF2B5EF4-FFF2-40B4-BE49-F238E27FC236}">
                  <a16:creationId xmlns:a16="http://schemas.microsoft.com/office/drawing/2014/main" id="{37EB7AB6-0782-1B32-C0F2-1D3C2A1E026C}"/>
                </a:ext>
              </a:extLst>
            </p:cNvPr>
            <p:cNvSpPr txBox="1"/>
            <p:nvPr/>
          </p:nvSpPr>
          <p:spPr>
            <a:xfrm>
              <a:off x="8213670" y="545898"/>
              <a:ext cx="1422249" cy="184666"/>
            </a:xfrm>
            <a:prstGeom prst="rect">
              <a:avLst/>
            </a:prstGeom>
            <a:solidFill>
              <a:srgbClr val="0000FF"/>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+5GC KYANOS</a:t>
              </a:r>
              <a:r>
                <a:rPr kumimoji="0" lang="ja-JP" altLang="en-US"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移行</a:t>
              </a:r>
              <a:endParaRPr kumimoji="0" lang="en-GB"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grpSp>
      <p:sp>
        <p:nvSpPr>
          <p:cNvPr id="85" name="Arrow: Right 84">
            <a:extLst>
              <a:ext uri="{FF2B5EF4-FFF2-40B4-BE49-F238E27FC236}">
                <a16:creationId xmlns:a16="http://schemas.microsoft.com/office/drawing/2014/main" id="{1941C9CD-D194-6749-A6B4-339D1A7D857F}"/>
              </a:ext>
            </a:extLst>
          </p:cNvPr>
          <p:cNvSpPr/>
          <p:nvPr/>
        </p:nvSpPr>
        <p:spPr>
          <a:xfrm>
            <a:off x="3320902" y="2369946"/>
            <a:ext cx="360000" cy="212697"/>
          </a:xfrm>
          <a:prstGeom prst="rightArrow">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86" name="Arrow: Right 85">
            <a:extLst>
              <a:ext uri="{FF2B5EF4-FFF2-40B4-BE49-F238E27FC236}">
                <a16:creationId xmlns:a16="http://schemas.microsoft.com/office/drawing/2014/main" id="{9E9E8F15-E46F-FCA0-5B9E-3D14E38FE4CD}"/>
              </a:ext>
            </a:extLst>
          </p:cNvPr>
          <p:cNvSpPr/>
          <p:nvPr/>
        </p:nvSpPr>
        <p:spPr>
          <a:xfrm>
            <a:off x="3320902" y="1842082"/>
            <a:ext cx="252000" cy="212697"/>
          </a:xfrm>
          <a:prstGeom prst="rightArrow">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92" name="Arrow: Right 91">
            <a:extLst>
              <a:ext uri="{FF2B5EF4-FFF2-40B4-BE49-F238E27FC236}">
                <a16:creationId xmlns:a16="http://schemas.microsoft.com/office/drawing/2014/main" id="{B8655380-F548-3556-5026-DC497A9107F3}"/>
              </a:ext>
            </a:extLst>
          </p:cNvPr>
          <p:cNvSpPr/>
          <p:nvPr/>
        </p:nvSpPr>
        <p:spPr>
          <a:xfrm>
            <a:off x="3320902" y="1397666"/>
            <a:ext cx="250754" cy="212697"/>
          </a:xfrm>
          <a:prstGeom prst="rightArrow">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93" name="Arrow: Right 92">
            <a:extLst>
              <a:ext uri="{FF2B5EF4-FFF2-40B4-BE49-F238E27FC236}">
                <a16:creationId xmlns:a16="http://schemas.microsoft.com/office/drawing/2014/main" id="{C0A064DA-A160-4CF1-A118-A46AAA6E555F}"/>
              </a:ext>
            </a:extLst>
          </p:cNvPr>
          <p:cNvSpPr/>
          <p:nvPr/>
        </p:nvSpPr>
        <p:spPr>
          <a:xfrm flipH="1">
            <a:off x="4496645" y="1397666"/>
            <a:ext cx="252000" cy="212697"/>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23" name="TextBox 122">
            <a:extLst>
              <a:ext uri="{FF2B5EF4-FFF2-40B4-BE49-F238E27FC236}">
                <a16:creationId xmlns:a16="http://schemas.microsoft.com/office/drawing/2014/main" id="{4C145089-7FAC-4508-5D94-7D65E9E7817C}"/>
              </a:ext>
            </a:extLst>
          </p:cNvPr>
          <p:cNvSpPr txBox="1"/>
          <p:nvPr/>
        </p:nvSpPr>
        <p:spPr>
          <a:xfrm>
            <a:off x="4765909" y="4862934"/>
            <a:ext cx="2316340" cy="246221"/>
          </a:xfrm>
          <a:prstGeom prst="rect">
            <a:avLst/>
          </a:prstGeom>
          <a:no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注</a:t>
            </a: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1) </a:t>
            </a:r>
            <a:r>
              <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8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5400</a:t>
            </a:r>
            <a:r>
              <a:rPr kumimoji="0" lang="ja-JP" altLang="en-US" sz="80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万</a:t>
            </a:r>
            <a:r>
              <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’は、</a:t>
            </a: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4G SDM</a:t>
            </a:r>
            <a:r>
              <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収容想定加入者数</a:t>
            </a:r>
            <a:b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注</a:t>
            </a: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2) ’</a:t>
            </a:r>
            <a:r>
              <a:rPr kumimoji="0" lang="en-US" altLang="ja-JP" sz="8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SA1200</a:t>
            </a:r>
            <a:r>
              <a:rPr kumimoji="0" lang="ja-JP" altLang="en-US" sz="8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万</a:t>
            </a:r>
            <a:r>
              <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‘は、初期</a:t>
            </a:r>
            <a:r>
              <a:rPr kumimoji="0" lang="en-US" altLang="ja-JP"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5GSA</a:t>
            </a:r>
            <a:r>
              <a:rPr kumimoji="0" lang="ja-JP" altLang="en-US"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収容想定加入者数</a:t>
            </a:r>
            <a:endParaRPr kumimoji="0" lang="en-GB" sz="8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24" name="Arrow: Right 123">
            <a:extLst>
              <a:ext uri="{FF2B5EF4-FFF2-40B4-BE49-F238E27FC236}">
                <a16:creationId xmlns:a16="http://schemas.microsoft.com/office/drawing/2014/main" id="{005D381C-1DA8-B989-67FF-5329A039E3DA}"/>
              </a:ext>
            </a:extLst>
          </p:cNvPr>
          <p:cNvSpPr/>
          <p:nvPr/>
        </p:nvSpPr>
        <p:spPr>
          <a:xfrm>
            <a:off x="3320903" y="4557519"/>
            <a:ext cx="212964" cy="212697"/>
          </a:xfrm>
          <a:prstGeom prst="rightArrow">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25" name="Arrow: Right 124">
            <a:extLst>
              <a:ext uri="{FF2B5EF4-FFF2-40B4-BE49-F238E27FC236}">
                <a16:creationId xmlns:a16="http://schemas.microsoft.com/office/drawing/2014/main" id="{BDFD868B-DA59-0F1E-C96C-681A4A267DCB}"/>
              </a:ext>
            </a:extLst>
          </p:cNvPr>
          <p:cNvSpPr/>
          <p:nvPr/>
        </p:nvSpPr>
        <p:spPr>
          <a:xfrm>
            <a:off x="3320903" y="3391799"/>
            <a:ext cx="252000" cy="212697"/>
          </a:xfrm>
          <a:prstGeom prst="rightArrow">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26" name="Arrow: Right 125">
            <a:extLst>
              <a:ext uri="{FF2B5EF4-FFF2-40B4-BE49-F238E27FC236}">
                <a16:creationId xmlns:a16="http://schemas.microsoft.com/office/drawing/2014/main" id="{AF67852D-A45C-282F-6122-F3565A1233E6}"/>
              </a:ext>
            </a:extLst>
          </p:cNvPr>
          <p:cNvSpPr/>
          <p:nvPr/>
        </p:nvSpPr>
        <p:spPr>
          <a:xfrm>
            <a:off x="3325699" y="2844261"/>
            <a:ext cx="360000" cy="212697"/>
          </a:xfrm>
          <a:prstGeom prst="rightArrow">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127" name="TextBox 126">
            <a:extLst>
              <a:ext uri="{FF2B5EF4-FFF2-40B4-BE49-F238E27FC236}">
                <a16:creationId xmlns:a16="http://schemas.microsoft.com/office/drawing/2014/main" id="{13223AA5-C2BB-0D3E-EE8B-3F60AE2B372C}"/>
              </a:ext>
            </a:extLst>
          </p:cNvPr>
          <p:cNvSpPr txBox="1"/>
          <p:nvPr/>
        </p:nvSpPr>
        <p:spPr>
          <a:xfrm>
            <a:off x="1451818" y="878678"/>
            <a:ext cx="1923604" cy="184666"/>
          </a:xfrm>
          <a:prstGeom prst="rect">
            <a:avLst/>
          </a:prstGeom>
          <a:solidFill>
            <a:srgbClr val="002060"/>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t>
            </a:r>
            <a:r>
              <a:rPr kumimoji="0" lang="ja-JP" altLang="en-US"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既存</a:t>
            </a:r>
            <a:r>
              <a:rPr kumimoji="0" lang="en-US" altLang="ja-JP"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1080</a:t>
            </a:r>
            <a:r>
              <a:rPr kumimoji="0" lang="ja-JP" altLang="en-US"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万加入収容上限</a:t>
            </a:r>
            <a:r>
              <a:rPr kumimoji="0" lang="en-US" altLang="ja-JP"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t>
            </a:r>
            <a:endParaRPr kumimoji="0" lang="en-GB" sz="12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pic>
        <p:nvPicPr>
          <p:cNvPr id="29" name="Picture 28">
            <a:extLst>
              <a:ext uri="{FF2B5EF4-FFF2-40B4-BE49-F238E27FC236}">
                <a16:creationId xmlns:a16="http://schemas.microsoft.com/office/drawing/2014/main" id="{95B7E7FC-E314-5123-D659-926275E7933B}"/>
              </a:ext>
            </a:extLst>
          </p:cNvPr>
          <p:cNvPicPr>
            <a:picLocks noChangeAspect="1"/>
          </p:cNvPicPr>
          <p:nvPr/>
        </p:nvPicPr>
        <p:blipFill>
          <a:blip r:embed="rId14"/>
          <a:srcRect/>
          <a:stretch/>
        </p:blipFill>
        <p:spPr>
          <a:xfrm>
            <a:off x="5251454" y="1337306"/>
            <a:ext cx="360000" cy="360000"/>
          </a:xfrm>
          <a:prstGeom prst="rect">
            <a:avLst/>
          </a:prstGeom>
          <a:solidFill>
            <a:srgbClr val="0000FF"/>
          </a:solidFill>
        </p:spPr>
      </p:pic>
      <p:pic>
        <p:nvPicPr>
          <p:cNvPr id="30" name="Picture 29">
            <a:extLst>
              <a:ext uri="{FF2B5EF4-FFF2-40B4-BE49-F238E27FC236}">
                <a16:creationId xmlns:a16="http://schemas.microsoft.com/office/drawing/2014/main" id="{26355A9E-236F-028A-475C-4DE36C4DA956}"/>
              </a:ext>
            </a:extLst>
          </p:cNvPr>
          <p:cNvPicPr>
            <a:picLocks noChangeAspect="1"/>
          </p:cNvPicPr>
          <p:nvPr/>
        </p:nvPicPr>
        <p:blipFill>
          <a:blip r:embed="rId14"/>
          <a:srcRect/>
          <a:stretch/>
        </p:blipFill>
        <p:spPr>
          <a:xfrm>
            <a:off x="5709752" y="1337306"/>
            <a:ext cx="360000" cy="360000"/>
          </a:xfrm>
          <a:prstGeom prst="rect">
            <a:avLst/>
          </a:prstGeom>
          <a:solidFill>
            <a:srgbClr val="0000FF"/>
          </a:solidFill>
        </p:spPr>
      </p:pic>
      <p:pic>
        <p:nvPicPr>
          <p:cNvPr id="31" name="Picture 30">
            <a:extLst>
              <a:ext uri="{FF2B5EF4-FFF2-40B4-BE49-F238E27FC236}">
                <a16:creationId xmlns:a16="http://schemas.microsoft.com/office/drawing/2014/main" id="{A8B6922C-A265-5E91-A5E6-7C34B3B44BFE}"/>
              </a:ext>
            </a:extLst>
          </p:cNvPr>
          <p:cNvPicPr>
            <a:picLocks noChangeAspect="1"/>
          </p:cNvPicPr>
          <p:nvPr/>
        </p:nvPicPr>
        <p:blipFill>
          <a:blip r:embed="rId14"/>
          <a:srcRect/>
          <a:stretch/>
        </p:blipFill>
        <p:spPr>
          <a:xfrm>
            <a:off x="6162774" y="1337306"/>
            <a:ext cx="360000" cy="360000"/>
          </a:xfrm>
          <a:prstGeom prst="rect">
            <a:avLst/>
          </a:prstGeom>
          <a:solidFill>
            <a:srgbClr val="0000FF"/>
          </a:solidFill>
        </p:spPr>
      </p:pic>
      <p:cxnSp>
        <p:nvCxnSpPr>
          <p:cNvPr id="32" name="Straight Connector 31">
            <a:extLst>
              <a:ext uri="{FF2B5EF4-FFF2-40B4-BE49-F238E27FC236}">
                <a16:creationId xmlns:a16="http://schemas.microsoft.com/office/drawing/2014/main" id="{B7CE0ADE-2674-D5BE-CA3D-42FCC12BBA0C}"/>
              </a:ext>
            </a:extLst>
          </p:cNvPr>
          <p:cNvCxnSpPr>
            <a:cxnSpLocks/>
            <a:stCxn id="29" idx="3"/>
            <a:endCxn id="30" idx="1"/>
          </p:cNvCxnSpPr>
          <p:nvPr/>
        </p:nvCxnSpPr>
        <p:spPr>
          <a:xfrm>
            <a:off x="5611454" y="1517306"/>
            <a:ext cx="98298"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5B9FFB7-283C-002F-0D4D-43AA9DAC4F97}"/>
              </a:ext>
            </a:extLst>
          </p:cNvPr>
          <p:cNvCxnSpPr>
            <a:cxnSpLocks/>
            <a:stCxn id="30" idx="3"/>
            <a:endCxn id="31" idx="1"/>
          </p:cNvCxnSpPr>
          <p:nvPr/>
        </p:nvCxnSpPr>
        <p:spPr>
          <a:xfrm>
            <a:off x="6069752" y="1517306"/>
            <a:ext cx="9302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A88DD9D5-EF77-5AED-879B-C7B9EF7EC565}"/>
              </a:ext>
            </a:extLst>
          </p:cNvPr>
          <p:cNvSpPr txBox="1"/>
          <p:nvPr/>
        </p:nvSpPr>
        <p:spPr>
          <a:xfrm>
            <a:off x="6608626" y="3725287"/>
            <a:ext cx="1656000" cy="484748"/>
          </a:xfrm>
          <a:prstGeom prst="rect">
            <a:avLst/>
          </a:prstGeom>
          <a:solidFill>
            <a:schemeClr val="accent1">
              <a:lumMod val="20000"/>
              <a:lumOff val="80000"/>
            </a:schemeClr>
          </a:solidFill>
          <a:ln>
            <a:noFill/>
          </a:ln>
        </p:spPr>
        <p:txBody>
          <a:bodyPr wrap="non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5G-CSD23.8(CNF)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5400</a:t>
            </a:r>
            <a:r>
              <a:rPr kumimoji="0" lang="ja-JP" altLang="en-US" sz="105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万</a:t>
            </a: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+SA1200</a:t>
            </a:r>
            <a:r>
              <a:rPr kumimoji="0" lang="ja-JP" altLang="en-US"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万</a:t>
            </a:r>
            <a:r>
              <a:rPr kumimoji="0" lang="ja-JP" altLang="en-US"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収容</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 </a:t>
            </a: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SA6000</a:t>
            </a:r>
            <a:r>
              <a:rPr kumimoji="0" lang="ja-JP" altLang="en-US"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万収容</a:t>
            </a:r>
            <a:endParaRPr kumimoji="0" lang="en-GB"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endParaRPr>
          </a:p>
        </p:txBody>
      </p:sp>
      <p:sp>
        <p:nvSpPr>
          <p:cNvPr id="113" name="TextBox 112">
            <a:extLst>
              <a:ext uri="{FF2B5EF4-FFF2-40B4-BE49-F238E27FC236}">
                <a16:creationId xmlns:a16="http://schemas.microsoft.com/office/drawing/2014/main" id="{661ACCF0-8F20-915D-3E26-CE66A7F442F7}"/>
              </a:ext>
            </a:extLst>
          </p:cNvPr>
          <p:cNvSpPr txBox="1"/>
          <p:nvPr/>
        </p:nvSpPr>
        <p:spPr>
          <a:xfrm>
            <a:off x="8286940" y="3724888"/>
            <a:ext cx="818865" cy="430887"/>
          </a:xfrm>
          <a:prstGeom prst="rect">
            <a:avLst/>
          </a:prstGeom>
          <a:solidFill>
            <a:srgbClr val="0000FF"/>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err="1">
                <a:ln>
                  <a:noFill/>
                </a:ln>
                <a:solidFill>
                  <a:srgbClr val="FFFFFF"/>
                </a:solidFill>
                <a:effectLst/>
                <a:uLnTx/>
                <a:uFillTx/>
                <a:latin typeface="Meiryo UI" panose="020B0604030504040204" pitchFamily="50" charset="-128"/>
                <a:ea typeface="Meiryo UI" panose="020B0604030504040204" pitchFamily="50" charset="-128"/>
                <a:cs typeface="+mn-cs"/>
              </a:rPr>
              <a:t>cHDR</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は途中増設が困難なため、初期構築時から最終収容想定容量で構築致します。</a:t>
            </a:r>
            <a:endParaRPr kumimoji="0" lang="en-GB"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19" name="Arrow: Right 118">
            <a:extLst>
              <a:ext uri="{FF2B5EF4-FFF2-40B4-BE49-F238E27FC236}">
                <a16:creationId xmlns:a16="http://schemas.microsoft.com/office/drawing/2014/main" id="{0681DB9B-A500-0017-3FB4-40D79531C494}"/>
              </a:ext>
            </a:extLst>
          </p:cNvPr>
          <p:cNvSpPr/>
          <p:nvPr/>
        </p:nvSpPr>
        <p:spPr>
          <a:xfrm flipH="1">
            <a:off x="4480668" y="3973571"/>
            <a:ext cx="252000" cy="212697"/>
          </a:xfrm>
          <a:prstGeom prst="right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base" latinLnBrk="0" hangingPunct="1">
              <a:lnSpc>
                <a:spcPct val="100000"/>
              </a:lnSpc>
              <a:spcBef>
                <a:spcPct val="0"/>
              </a:spcBef>
              <a:spcAft>
                <a:spcPts val="300"/>
              </a:spcAft>
              <a:buClrTx/>
              <a:buSzPct val="100000"/>
              <a:buFontTx/>
              <a:buNone/>
              <a:tabLst/>
              <a:defRPr/>
            </a:pPr>
            <a:endParaRPr kumimoji="1" lang="en-GB" sz="1200" b="0" i="0" u="none" strike="noStrike" kern="1200" cap="none" spc="0" normalizeH="0" baseline="0" noProof="0">
              <a:ln>
                <a:noFill/>
              </a:ln>
              <a:solidFill>
                <a:srgbClr val="001135"/>
              </a:solidFill>
              <a:effectLst/>
              <a:uLnTx/>
              <a:uFillTx/>
              <a:latin typeface="Nokia Pure Text Light"/>
              <a:ea typeface="+mn-ea"/>
              <a:cs typeface="+mn-cs"/>
            </a:endParaRPr>
          </a:p>
        </p:txBody>
      </p:sp>
      <p:sp>
        <p:nvSpPr>
          <p:cNvPr id="38" name="TextBox 37">
            <a:extLst>
              <a:ext uri="{FF2B5EF4-FFF2-40B4-BE49-F238E27FC236}">
                <a16:creationId xmlns:a16="http://schemas.microsoft.com/office/drawing/2014/main" id="{06CA7112-76FD-D625-3696-9719405410A9}"/>
              </a:ext>
            </a:extLst>
          </p:cNvPr>
          <p:cNvSpPr txBox="1"/>
          <p:nvPr/>
        </p:nvSpPr>
        <p:spPr>
          <a:xfrm>
            <a:off x="6607083" y="2071596"/>
            <a:ext cx="1692000" cy="108000"/>
          </a:xfrm>
          <a:prstGeom prst="rect">
            <a:avLst/>
          </a:prstGeom>
          <a:solidFill>
            <a:schemeClr val="accent5">
              <a:lumMod val="60000"/>
              <a:lumOff val="40000"/>
            </a:schemeClr>
          </a:solidFill>
          <a:ln>
            <a:noFill/>
          </a:ln>
        </p:spPr>
        <p:txBody>
          <a:bodyPr wrap="square" lIns="0" tIns="0" rIns="0" bIns="0" rtlCol="0" anchor="ctr">
            <a:noAutofit/>
          </a:bodyPr>
          <a:lstStyle/>
          <a:p>
            <a:pPr marL="0" marR="0" lvl="0" indent="0" algn="l" defTabSz="180000" rtl="0" eaLnBrk="1" fontAlgn="auto" latinLnBrk="0" hangingPunct="1">
              <a:lnSpc>
                <a:spcPts val="1100"/>
              </a:lnSpc>
              <a:spcBef>
                <a:spcPts val="0"/>
              </a:spcBef>
              <a:spcAft>
                <a:spcPts val="0"/>
              </a:spcAft>
              <a:buClrTx/>
              <a:buSzTx/>
              <a:buFontTx/>
              <a:buNone/>
              <a:tabLst>
                <a:tab pos="180000" algn="l"/>
              </a:tabLst>
              <a:defRPr/>
            </a:pPr>
            <a:r>
              <a:rPr kumimoji="0" lang="en-US" altLang="ja-JP" sz="9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r>
              <a:rPr kumimoji="0" lang="ja-JP" altLang="en-US" sz="9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 </a:t>
            </a:r>
            <a:r>
              <a:rPr kumimoji="0" lang="en-US" altLang="ja-JP" sz="900" b="1" i="0" u="none" strike="noStrike" kern="1200" cap="none" spc="0" normalizeH="0" baseline="0" noProof="0">
                <a:ln>
                  <a:noFill/>
                </a:ln>
                <a:solidFill>
                  <a:srgbClr val="C00000"/>
                </a:solidFill>
                <a:effectLst/>
                <a:highlight>
                  <a:srgbClr val="FFFF00"/>
                </a:highlight>
                <a:uLnTx/>
                <a:uFillTx/>
                <a:latin typeface="Meiryo UI" panose="020B0604030504040204" pitchFamily="50" charset="-128"/>
                <a:ea typeface="Meiryo UI" panose="020B0604030504040204" pitchFamily="50" charset="-128"/>
                <a:cs typeface="+mn-cs"/>
              </a:rPr>
              <a:t>SA60M subs</a:t>
            </a:r>
            <a:endParaRPr kumimoji="0" lang="en-GB" sz="900" b="1" i="0" u="none" strike="noStrike" kern="1200" cap="none" spc="0" normalizeH="0" baseline="0" noProof="0">
              <a:ln>
                <a:noFill/>
              </a:ln>
              <a:solidFill>
                <a:srgbClr val="C00000"/>
              </a:solidFill>
              <a:effectLst/>
              <a:highlight>
                <a:srgbClr val="FFFF00"/>
              </a:highlight>
              <a:uLnTx/>
              <a:uFillTx/>
              <a:latin typeface="Meiryo UI" panose="020B0604030504040204" pitchFamily="50" charset="-128"/>
              <a:ea typeface="Meiryo UI" panose="020B0604030504040204" pitchFamily="50" charset="-128"/>
              <a:cs typeface="+mn-cs"/>
            </a:endParaRPr>
          </a:p>
        </p:txBody>
      </p:sp>
      <p:sp>
        <p:nvSpPr>
          <p:cNvPr id="40" name="TextBox 39">
            <a:extLst>
              <a:ext uri="{FF2B5EF4-FFF2-40B4-BE49-F238E27FC236}">
                <a16:creationId xmlns:a16="http://schemas.microsoft.com/office/drawing/2014/main" id="{5E0345DD-F291-68B8-7F9E-E1B1C69C06E7}"/>
              </a:ext>
            </a:extLst>
          </p:cNvPr>
          <p:cNvSpPr txBox="1"/>
          <p:nvPr/>
        </p:nvSpPr>
        <p:spPr>
          <a:xfrm>
            <a:off x="8286940" y="1290411"/>
            <a:ext cx="818865" cy="430887"/>
          </a:xfrm>
          <a:prstGeom prst="rect">
            <a:avLst/>
          </a:prstGeom>
          <a:solidFill>
            <a:schemeClr val="accent5"/>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Ph.3(</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以降</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で、</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SA6000</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万加入収容対応に向けた</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CNF</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増設の想定です。</a:t>
            </a:r>
            <a:endParaRPr kumimoji="0" lang="en-GB"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94" name="TextBox 93">
            <a:extLst>
              <a:ext uri="{FF2B5EF4-FFF2-40B4-BE49-F238E27FC236}">
                <a16:creationId xmlns:a16="http://schemas.microsoft.com/office/drawing/2014/main" id="{8C9F0160-5861-A33E-E963-378B60FDECEF}"/>
              </a:ext>
            </a:extLst>
          </p:cNvPr>
          <p:cNvSpPr txBox="1"/>
          <p:nvPr/>
        </p:nvSpPr>
        <p:spPr>
          <a:xfrm>
            <a:off x="8286940" y="1748709"/>
            <a:ext cx="818865" cy="430887"/>
          </a:xfrm>
          <a:prstGeom prst="rect">
            <a:avLst/>
          </a:prstGeom>
          <a:solidFill>
            <a:schemeClr val="accent5"/>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Ph.3(</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以降</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で、</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SA6000</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万加入収容対応に向けて</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CNF</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増設の想定です。</a:t>
            </a:r>
            <a:endParaRPr kumimoji="0" lang="en-GB"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pic>
        <p:nvPicPr>
          <p:cNvPr id="28" name="Picture 27">
            <a:extLst>
              <a:ext uri="{FF2B5EF4-FFF2-40B4-BE49-F238E27FC236}">
                <a16:creationId xmlns:a16="http://schemas.microsoft.com/office/drawing/2014/main" id="{180C258C-8011-0310-0F0B-BDEFA53C013A}"/>
              </a:ext>
            </a:extLst>
          </p:cNvPr>
          <p:cNvPicPr>
            <a:picLocks noChangeAspect="1"/>
          </p:cNvPicPr>
          <p:nvPr/>
        </p:nvPicPr>
        <p:blipFill>
          <a:blip r:embed="rId15"/>
          <a:srcRect/>
          <a:stretch/>
        </p:blipFill>
        <p:spPr>
          <a:xfrm>
            <a:off x="4784117" y="3755206"/>
            <a:ext cx="288000" cy="288000"/>
          </a:xfrm>
          <a:prstGeom prst="rect">
            <a:avLst/>
          </a:prstGeom>
          <a:solidFill>
            <a:srgbClr val="0000FF"/>
          </a:solidFill>
          <a:ln w="6350">
            <a:solidFill>
              <a:schemeClr val="accent1">
                <a:lumMod val="20000"/>
                <a:lumOff val="80000"/>
              </a:schemeClr>
            </a:solidFill>
          </a:ln>
        </p:spPr>
      </p:pic>
      <p:pic>
        <p:nvPicPr>
          <p:cNvPr id="34" name="Picture 33">
            <a:extLst>
              <a:ext uri="{FF2B5EF4-FFF2-40B4-BE49-F238E27FC236}">
                <a16:creationId xmlns:a16="http://schemas.microsoft.com/office/drawing/2014/main" id="{A2AD6D93-508E-4E98-F6E3-67F11267F63F}"/>
              </a:ext>
            </a:extLst>
          </p:cNvPr>
          <p:cNvPicPr>
            <a:picLocks noChangeAspect="1"/>
          </p:cNvPicPr>
          <p:nvPr/>
        </p:nvPicPr>
        <p:blipFill>
          <a:blip r:embed="rId15"/>
          <a:srcRect/>
          <a:stretch/>
        </p:blipFill>
        <p:spPr>
          <a:xfrm>
            <a:off x="5237139" y="3761931"/>
            <a:ext cx="288000" cy="288000"/>
          </a:xfrm>
          <a:prstGeom prst="rect">
            <a:avLst/>
          </a:prstGeom>
          <a:solidFill>
            <a:srgbClr val="0000FF"/>
          </a:solidFill>
          <a:ln w="6350">
            <a:solidFill>
              <a:schemeClr val="accent1">
                <a:lumMod val="20000"/>
                <a:lumOff val="80000"/>
              </a:schemeClr>
            </a:solidFill>
          </a:ln>
        </p:spPr>
      </p:pic>
      <p:pic>
        <p:nvPicPr>
          <p:cNvPr id="37" name="Picture 36">
            <a:extLst>
              <a:ext uri="{FF2B5EF4-FFF2-40B4-BE49-F238E27FC236}">
                <a16:creationId xmlns:a16="http://schemas.microsoft.com/office/drawing/2014/main" id="{829B30F4-C476-43DC-695B-E075B5518016}"/>
              </a:ext>
            </a:extLst>
          </p:cNvPr>
          <p:cNvPicPr>
            <a:picLocks noChangeAspect="1"/>
          </p:cNvPicPr>
          <p:nvPr/>
        </p:nvPicPr>
        <p:blipFill>
          <a:blip r:embed="rId15"/>
          <a:srcRect/>
          <a:stretch/>
        </p:blipFill>
        <p:spPr>
          <a:xfrm>
            <a:off x="5690161" y="3761930"/>
            <a:ext cx="288000" cy="288000"/>
          </a:xfrm>
          <a:prstGeom prst="rect">
            <a:avLst/>
          </a:prstGeom>
          <a:solidFill>
            <a:srgbClr val="0000FF"/>
          </a:solidFill>
          <a:ln w="6350">
            <a:solidFill>
              <a:schemeClr val="accent1">
                <a:lumMod val="20000"/>
                <a:lumOff val="80000"/>
              </a:schemeClr>
            </a:solidFill>
          </a:ln>
        </p:spPr>
      </p:pic>
      <p:pic>
        <p:nvPicPr>
          <p:cNvPr id="80" name="Picture 79">
            <a:extLst>
              <a:ext uri="{FF2B5EF4-FFF2-40B4-BE49-F238E27FC236}">
                <a16:creationId xmlns:a16="http://schemas.microsoft.com/office/drawing/2014/main" id="{3C953F74-F4CA-B2CC-3A73-D8D25FCD7289}"/>
              </a:ext>
            </a:extLst>
          </p:cNvPr>
          <p:cNvPicPr>
            <a:picLocks noChangeAspect="1"/>
          </p:cNvPicPr>
          <p:nvPr/>
        </p:nvPicPr>
        <p:blipFill>
          <a:blip r:embed="rId15"/>
          <a:srcRect/>
          <a:stretch/>
        </p:blipFill>
        <p:spPr>
          <a:xfrm>
            <a:off x="5310004" y="3966848"/>
            <a:ext cx="288000" cy="288000"/>
          </a:xfrm>
          <a:prstGeom prst="rect">
            <a:avLst/>
          </a:prstGeom>
          <a:solidFill>
            <a:srgbClr val="0000FF"/>
          </a:solidFill>
          <a:ln w="6350">
            <a:solidFill>
              <a:schemeClr val="accent1">
                <a:lumMod val="20000"/>
                <a:lumOff val="80000"/>
              </a:schemeClr>
            </a:solidFill>
          </a:ln>
        </p:spPr>
      </p:pic>
      <p:pic>
        <p:nvPicPr>
          <p:cNvPr id="95" name="Picture 94">
            <a:extLst>
              <a:ext uri="{FF2B5EF4-FFF2-40B4-BE49-F238E27FC236}">
                <a16:creationId xmlns:a16="http://schemas.microsoft.com/office/drawing/2014/main" id="{967AEF0E-8E61-55CE-7126-31E5DB15E58C}"/>
              </a:ext>
            </a:extLst>
          </p:cNvPr>
          <p:cNvPicPr>
            <a:picLocks noChangeAspect="1"/>
          </p:cNvPicPr>
          <p:nvPr/>
        </p:nvPicPr>
        <p:blipFill>
          <a:blip r:embed="rId15"/>
          <a:srcRect/>
          <a:stretch/>
        </p:blipFill>
        <p:spPr>
          <a:xfrm>
            <a:off x="5763026" y="3966847"/>
            <a:ext cx="288000" cy="288000"/>
          </a:xfrm>
          <a:prstGeom prst="rect">
            <a:avLst/>
          </a:prstGeom>
          <a:solidFill>
            <a:srgbClr val="0000FF"/>
          </a:solidFill>
          <a:ln w="6350">
            <a:solidFill>
              <a:schemeClr val="accent1">
                <a:lumMod val="20000"/>
                <a:lumOff val="80000"/>
              </a:schemeClr>
            </a:solidFill>
          </a:ln>
        </p:spPr>
      </p:pic>
      <p:pic>
        <p:nvPicPr>
          <p:cNvPr id="96" name="Picture 95">
            <a:extLst>
              <a:ext uri="{FF2B5EF4-FFF2-40B4-BE49-F238E27FC236}">
                <a16:creationId xmlns:a16="http://schemas.microsoft.com/office/drawing/2014/main" id="{653DE38B-F80C-4155-7026-B82A9A176366}"/>
              </a:ext>
            </a:extLst>
          </p:cNvPr>
          <p:cNvPicPr>
            <a:picLocks noChangeAspect="1"/>
          </p:cNvPicPr>
          <p:nvPr/>
        </p:nvPicPr>
        <p:blipFill>
          <a:blip r:embed="rId15"/>
          <a:srcRect/>
          <a:stretch/>
        </p:blipFill>
        <p:spPr>
          <a:xfrm>
            <a:off x="6216048" y="3966848"/>
            <a:ext cx="288000" cy="288000"/>
          </a:xfrm>
          <a:prstGeom prst="rect">
            <a:avLst/>
          </a:prstGeom>
          <a:solidFill>
            <a:srgbClr val="0000FF"/>
          </a:solidFill>
          <a:ln w="6350">
            <a:noFill/>
          </a:ln>
        </p:spPr>
      </p:pic>
      <p:sp>
        <p:nvSpPr>
          <p:cNvPr id="108" name="TextBox 107">
            <a:extLst>
              <a:ext uri="{FF2B5EF4-FFF2-40B4-BE49-F238E27FC236}">
                <a16:creationId xmlns:a16="http://schemas.microsoft.com/office/drawing/2014/main" id="{A58D49A3-9CC2-1D49-A715-EA92BF2847F6}"/>
              </a:ext>
            </a:extLst>
          </p:cNvPr>
          <p:cNvSpPr txBox="1"/>
          <p:nvPr/>
        </p:nvSpPr>
        <p:spPr>
          <a:xfrm>
            <a:off x="8286940" y="2598920"/>
            <a:ext cx="818865" cy="430887"/>
          </a:xfrm>
          <a:prstGeom prst="rect">
            <a:avLst/>
          </a:prstGeom>
          <a:solidFill>
            <a:schemeClr val="accent4">
              <a:lumMod val="75000"/>
            </a:schemeClr>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4G/5G-EIR(</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コンボ</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導入のため、再構築による増設･アップグレードを実施。</a:t>
            </a:r>
            <a:endParaRPr kumimoji="0" lang="en-GB"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09" name="TextBox 108">
            <a:extLst>
              <a:ext uri="{FF2B5EF4-FFF2-40B4-BE49-F238E27FC236}">
                <a16:creationId xmlns:a16="http://schemas.microsoft.com/office/drawing/2014/main" id="{6C2275FB-FB12-BD25-494B-A2DF5E7FF9D1}"/>
              </a:ext>
            </a:extLst>
          </p:cNvPr>
          <p:cNvSpPr txBox="1"/>
          <p:nvPr/>
        </p:nvSpPr>
        <p:spPr>
          <a:xfrm>
            <a:off x="6608693" y="4342603"/>
            <a:ext cx="1678247" cy="484748"/>
          </a:xfrm>
          <a:prstGeom prst="rect">
            <a:avLst/>
          </a:prstGeom>
          <a:solidFill>
            <a:schemeClr val="accent4">
              <a:lumMod val="40000"/>
              <a:lumOff val="60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NPC</a:t>
            </a:r>
            <a:r>
              <a:rPr kumimoji="0" lang="en-US" altLang="ja-JP" sz="1050" b="1" i="0" u="none" strike="noStrike" kern="1200" cap="none" spc="0" normalizeH="0" baseline="0" noProof="0">
                <a:ln>
                  <a:noFill/>
                </a:ln>
                <a:solidFill>
                  <a:srgbClr val="F47F31">
                    <a:lumMod val="50000"/>
                  </a:srgbClr>
                </a:solidFill>
                <a:effectLst/>
                <a:uLnTx/>
                <a:uFillTx/>
                <a:latin typeface="Meiryo UI" panose="020B0604030504040204" pitchFamily="50" charset="-128"/>
                <a:ea typeface="Meiryo UI" panose="020B0604030504040204" pitchFamily="50" charset="-128"/>
                <a:cs typeface="+mn-cs"/>
              </a:rPr>
              <a:t>25.7</a:t>
            </a: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54M</a:t>
            </a:r>
            <a:r>
              <a:rPr kumimoji="0" lang="ja-JP" altLang="en-US"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a:t>
            </a: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SA12M</a:t>
            </a:r>
            <a:r>
              <a:rPr lang="ja-JP" altLang="en-US" sz="1050">
                <a:solidFill>
                  <a:srgbClr val="001135"/>
                </a:solidFill>
                <a:latin typeface="Meiryo UI" panose="020B0604030504040204" pitchFamily="50" charset="-128"/>
                <a:ea typeface="Meiryo UI" panose="020B0604030504040204" pitchFamily="50" charset="-128"/>
              </a:rPr>
              <a:t> </a:t>
            </a: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subs</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 </a:t>
            </a:r>
            <a:r>
              <a:rPr kumimoji="0" lang="en-US" altLang="ja-JP" sz="1050" b="1" i="0" u="none" strike="noStrike" kern="1200" cap="none" spc="0" normalizeH="0" baseline="0" noProof="0">
                <a:ln>
                  <a:noFill/>
                </a:ln>
                <a:solidFill>
                  <a:srgbClr val="C00000"/>
                </a:solidFill>
                <a:effectLst/>
                <a:highlight>
                  <a:srgbClr val="FFFF00"/>
                </a:highlight>
                <a:uLnTx/>
                <a:uFillTx/>
                <a:latin typeface="Meiryo UI" panose="020B0604030504040204" pitchFamily="50" charset="-128"/>
                <a:ea typeface="Meiryo UI" panose="020B0604030504040204" pitchFamily="50" charset="-128"/>
                <a:cs typeface="+mn-cs"/>
              </a:rPr>
              <a:t>SA60M subs</a:t>
            </a:r>
            <a:endParaRPr kumimoji="0" lang="en-GB"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endParaRPr>
          </a:p>
        </p:txBody>
      </p:sp>
      <p:sp>
        <p:nvSpPr>
          <p:cNvPr id="110" name="TextBox 109">
            <a:extLst>
              <a:ext uri="{FF2B5EF4-FFF2-40B4-BE49-F238E27FC236}">
                <a16:creationId xmlns:a16="http://schemas.microsoft.com/office/drawing/2014/main" id="{B54681FB-1479-CE25-2431-E081A757A654}"/>
              </a:ext>
            </a:extLst>
          </p:cNvPr>
          <p:cNvSpPr txBox="1"/>
          <p:nvPr/>
        </p:nvSpPr>
        <p:spPr>
          <a:xfrm>
            <a:off x="8286940" y="4338944"/>
            <a:ext cx="818865" cy="538609"/>
          </a:xfrm>
          <a:prstGeom prst="rect">
            <a:avLst/>
          </a:prstGeom>
          <a:solidFill>
            <a:schemeClr val="accent4">
              <a:lumMod val="75000"/>
            </a:schemeClr>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err="1">
                <a:ln>
                  <a:noFill/>
                </a:ln>
                <a:solidFill>
                  <a:srgbClr val="FFFFFF"/>
                </a:solidFill>
                <a:effectLst/>
                <a:uLnTx/>
                <a:uFillTx/>
                <a:latin typeface="Meiryo UI" panose="020B0604030504040204" pitchFamily="50" charset="-128"/>
                <a:ea typeface="Meiryo UI" panose="020B0604030504040204" pitchFamily="50" charset="-128"/>
                <a:cs typeface="+mn-cs"/>
              </a:rPr>
              <a:t>PCFv</a:t>
            </a: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t>
            </a:r>
            <a:r>
              <a:rPr kumimoji="0" lang="en-US" altLang="ja-JP" sz="700" b="0" i="0" u="none" strike="noStrike" kern="1200" cap="none" spc="0" normalizeH="0" baseline="0" noProof="0" err="1">
                <a:ln>
                  <a:noFill/>
                </a:ln>
                <a:solidFill>
                  <a:srgbClr val="FFFFFF"/>
                </a:solidFill>
                <a:effectLst/>
                <a:uLnTx/>
                <a:uFillTx/>
                <a:latin typeface="Meiryo UI" panose="020B0604030504040204" pitchFamily="50" charset="-128"/>
                <a:ea typeface="Meiryo UI" panose="020B0604030504040204" pitchFamily="50" charset="-128"/>
                <a:cs typeface="+mn-cs"/>
              </a:rPr>
              <a:t>PCRFv</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は途中増設が困難なため、初期構築時から最終収容想定容量で構築致します。</a:t>
            </a:r>
            <a:endParaRPr kumimoji="0" lang="en-GB"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12" name="TextBox 111">
            <a:extLst>
              <a:ext uri="{FF2B5EF4-FFF2-40B4-BE49-F238E27FC236}">
                <a16:creationId xmlns:a16="http://schemas.microsoft.com/office/drawing/2014/main" id="{5D679AC7-F266-2E73-A260-DFE3F820B34F}"/>
              </a:ext>
            </a:extLst>
          </p:cNvPr>
          <p:cNvSpPr txBox="1"/>
          <p:nvPr/>
        </p:nvSpPr>
        <p:spPr>
          <a:xfrm>
            <a:off x="6608694" y="3175418"/>
            <a:ext cx="1678246" cy="484748"/>
          </a:xfrm>
          <a:prstGeom prst="rect">
            <a:avLst/>
          </a:prstGeom>
          <a:solidFill>
            <a:schemeClr val="accent4">
              <a:lumMod val="40000"/>
              <a:lumOff val="60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5G-CSD</a:t>
            </a:r>
            <a:r>
              <a:rPr kumimoji="0" lang="en-US" altLang="ja-JP" sz="1050" b="1" i="0" u="none" strike="noStrike" kern="1200" cap="none" spc="0" normalizeH="0" baseline="0" noProof="0">
                <a:ln>
                  <a:noFill/>
                </a:ln>
                <a:solidFill>
                  <a:srgbClr val="F47F31">
                    <a:lumMod val="50000"/>
                  </a:srgbClr>
                </a:solidFill>
                <a:effectLst/>
                <a:uLnTx/>
                <a:uFillTx/>
                <a:latin typeface="Meiryo UI" panose="020B0604030504040204" pitchFamily="50" charset="-128"/>
                <a:ea typeface="Meiryo UI" panose="020B0604030504040204" pitchFamily="50" charset="-128"/>
                <a:cs typeface="+mn-cs"/>
              </a:rPr>
              <a:t>25.7</a:t>
            </a: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54M</a:t>
            </a: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+SA12M</a:t>
            </a:r>
            <a:r>
              <a:rPr kumimoji="0" lang="ja-JP" altLang="en-US"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 </a:t>
            </a: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subs</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ja-JP" altLang="en-US" sz="1050" b="1"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 </a:t>
            </a:r>
            <a:r>
              <a:rPr kumimoji="0" lang="en-US" altLang="ja-JP" sz="1050" b="1" i="0" u="none" strike="noStrike" kern="1200" cap="none" spc="0" normalizeH="0" baseline="0" noProof="0">
                <a:ln>
                  <a:noFill/>
                </a:ln>
                <a:solidFill>
                  <a:srgbClr val="C00000"/>
                </a:solidFill>
                <a:effectLst/>
                <a:highlight>
                  <a:srgbClr val="FFFF00"/>
                </a:highlight>
                <a:uLnTx/>
                <a:uFillTx/>
                <a:latin typeface="Meiryo UI" panose="020B0604030504040204" pitchFamily="50" charset="-128"/>
                <a:ea typeface="Meiryo UI" panose="020B0604030504040204" pitchFamily="50" charset="-128"/>
                <a:cs typeface="+mn-cs"/>
              </a:rPr>
              <a:t>SA60M subs</a:t>
            </a:r>
            <a:endParaRPr kumimoji="0" lang="en-GB"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endParaRPr>
          </a:p>
        </p:txBody>
      </p:sp>
      <p:sp>
        <p:nvSpPr>
          <p:cNvPr id="115" name="TextBox 114">
            <a:extLst>
              <a:ext uri="{FF2B5EF4-FFF2-40B4-BE49-F238E27FC236}">
                <a16:creationId xmlns:a16="http://schemas.microsoft.com/office/drawing/2014/main" id="{D216F5E8-BCAE-A1F5-4CC0-1CE81AE72833}"/>
              </a:ext>
            </a:extLst>
          </p:cNvPr>
          <p:cNvSpPr txBox="1"/>
          <p:nvPr/>
        </p:nvSpPr>
        <p:spPr>
          <a:xfrm>
            <a:off x="8286940" y="3167692"/>
            <a:ext cx="818865" cy="430887"/>
          </a:xfrm>
          <a:prstGeom prst="rect">
            <a:avLst/>
          </a:prstGeom>
          <a:solidFill>
            <a:schemeClr val="accent4">
              <a:lumMod val="75000"/>
            </a:schemeClr>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SCP</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は途中増設が困難なため、初期構築時から最終収容想定容量で構築致します。</a:t>
            </a:r>
            <a:endParaRPr kumimoji="0" lang="en-GB"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17" name="Rectangle: Rounded Corners 116">
            <a:extLst>
              <a:ext uri="{FF2B5EF4-FFF2-40B4-BE49-F238E27FC236}">
                <a16:creationId xmlns:a16="http://schemas.microsoft.com/office/drawing/2014/main" id="{1A2F22F7-3056-D125-9636-D5EE22553DBF}"/>
              </a:ext>
            </a:extLst>
          </p:cNvPr>
          <p:cNvSpPr/>
          <p:nvPr/>
        </p:nvSpPr>
        <p:spPr>
          <a:xfrm>
            <a:off x="3418768" y="828026"/>
            <a:ext cx="1296000" cy="108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Phase1</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拡張：～</a:t>
            </a: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10</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月</a:t>
            </a: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’25</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年</a:t>
            </a:r>
            <a:endParaRPr kumimoji="1" lang="en-GB"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20" name="Rectangle: Rounded Corners 119">
            <a:extLst>
              <a:ext uri="{FF2B5EF4-FFF2-40B4-BE49-F238E27FC236}">
                <a16:creationId xmlns:a16="http://schemas.microsoft.com/office/drawing/2014/main" id="{D3F163C6-6AA4-883F-FA8E-26253E96B044}"/>
              </a:ext>
            </a:extLst>
          </p:cNvPr>
          <p:cNvSpPr/>
          <p:nvPr/>
        </p:nvSpPr>
        <p:spPr>
          <a:xfrm>
            <a:off x="3418768" y="958607"/>
            <a:ext cx="1296000" cy="108000"/>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Phase2</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拡張：～</a:t>
            </a: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12</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月</a:t>
            </a: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’26</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年</a:t>
            </a:r>
            <a:endParaRPr kumimoji="1" lang="en-GB"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21" name="Rectangle: Rounded Corners 120">
            <a:extLst>
              <a:ext uri="{FF2B5EF4-FFF2-40B4-BE49-F238E27FC236}">
                <a16:creationId xmlns:a16="http://schemas.microsoft.com/office/drawing/2014/main" id="{0417EC9D-65A2-71FF-8EB6-7180C1505708}"/>
              </a:ext>
            </a:extLst>
          </p:cNvPr>
          <p:cNvSpPr/>
          <p:nvPr/>
        </p:nvSpPr>
        <p:spPr>
          <a:xfrm>
            <a:off x="3418768" y="1089188"/>
            <a:ext cx="1296000" cy="108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457200" rtl="0" eaLnBrk="1" fontAlgn="base" latinLnBrk="0" hangingPunct="1">
              <a:lnSpc>
                <a:spcPct val="100000"/>
              </a:lnSpc>
              <a:spcBef>
                <a:spcPct val="0"/>
              </a:spcBef>
              <a:spcAft>
                <a:spcPts val="300"/>
              </a:spcAft>
              <a:buClrTx/>
              <a:buSzPct val="100000"/>
              <a:buFontTx/>
              <a:buNone/>
              <a:tabLst/>
              <a:defRPr/>
            </a:pP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Phase3</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拡張：</a:t>
            </a: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12</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月</a:t>
            </a:r>
            <a:r>
              <a:rPr kumimoji="1" lang="en-US" altLang="ja-JP"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’26</a:t>
            </a:r>
            <a:r>
              <a:rPr kumimoji="1" lang="ja-JP" altLang="en-US"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年～</a:t>
            </a:r>
            <a:endParaRPr kumimoji="1" lang="en-GB" sz="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20" name="TextBox 19">
            <a:extLst>
              <a:ext uri="{FF2B5EF4-FFF2-40B4-BE49-F238E27FC236}">
                <a16:creationId xmlns:a16="http://schemas.microsoft.com/office/drawing/2014/main" id="{27307204-8241-1FA6-9C16-1864A6BC7E29}"/>
              </a:ext>
            </a:extLst>
          </p:cNvPr>
          <p:cNvSpPr txBox="1"/>
          <p:nvPr/>
        </p:nvSpPr>
        <p:spPr>
          <a:xfrm>
            <a:off x="3698543" y="2241587"/>
            <a:ext cx="678071" cy="446084"/>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ts val="1200"/>
              </a:lnSpc>
              <a:spcBef>
                <a:spcPts val="0"/>
              </a:spcBef>
              <a:spcAft>
                <a:spcPts val="0"/>
              </a:spcAft>
              <a:buClrTx/>
              <a:buSzTx/>
              <a:buFont typeface="+mj-lt"/>
              <a:buNone/>
              <a:tabLst>
                <a:tab pos="180000" algn="l"/>
              </a:tabLst>
              <a:defRPr/>
            </a:pPr>
            <a:r>
              <a:rPr kumimoji="0" lang="en-US" altLang="ja-JP" sz="105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HSS/HLR</a:t>
            </a:r>
            <a:br>
              <a:rPr kumimoji="0" lang="en-US" altLang="ja-JP" sz="1050" b="1"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12.0M</a:t>
            </a:r>
            <a:br>
              <a:rPr kumimoji="0" lang="en-US" altLang="ja-JP"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err="1">
                <a:ln>
                  <a:noFill/>
                </a:ln>
                <a:solidFill>
                  <a:srgbClr val="23ABB6"/>
                </a:solidFill>
                <a:effectLst/>
                <a:uLnTx/>
                <a:uFillTx/>
                <a:latin typeface="Meiryo UI" panose="020B0604030504040204" pitchFamily="50" charset="-128"/>
                <a:ea typeface="Meiryo UI" panose="020B0604030504040204" pitchFamily="50" charset="-128"/>
                <a:cs typeface="+mn-cs"/>
              </a:rPr>
              <a:t>xx.xxM</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GB" sz="9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endParaRPr>
          </a:p>
        </p:txBody>
      </p:sp>
      <p:sp>
        <p:nvSpPr>
          <p:cNvPr id="27" name="TextBox 26">
            <a:extLst>
              <a:ext uri="{FF2B5EF4-FFF2-40B4-BE49-F238E27FC236}">
                <a16:creationId xmlns:a16="http://schemas.microsoft.com/office/drawing/2014/main" id="{981BBF46-6E36-CBB2-FC79-1601D276E51E}"/>
              </a:ext>
            </a:extLst>
          </p:cNvPr>
          <p:cNvSpPr txBox="1"/>
          <p:nvPr/>
        </p:nvSpPr>
        <p:spPr>
          <a:xfrm>
            <a:off x="3641637" y="2721234"/>
            <a:ext cx="791883" cy="461665"/>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ts val="1200"/>
              </a:lnSpc>
              <a:spcBef>
                <a:spcPts val="0"/>
              </a:spcBef>
              <a:spcAft>
                <a:spcPts val="0"/>
              </a:spcAft>
              <a:buClrTx/>
              <a:buSzTx/>
              <a:buFont typeface="+mj-lt"/>
              <a:buNone/>
              <a:tabLst>
                <a:tab pos="180000" algn="l"/>
              </a:tabLst>
              <a:defRPr/>
            </a:pPr>
            <a:r>
              <a:rPr kumimoji="0" lang="en-US" altLang="ja-JP" sz="105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4G/5G-EIR</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12.0M</a:t>
            </a:r>
            <a:br>
              <a:rPr kumimoji="0" lang="en-US" altLang="ja-JP"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a:ln>
                  <a:noFill/>
                </a:ln>
                <a:solidFill>
                  <a:srgbClr val="23ABB6"/>
                </a:solidFill>
                <a:effectLst/>
                <a:uLnTx/>
                <a:uFillTx/>
                <a:latin typeface="Meiryo UI" panose="020B0604030504040204" pitchFamily="50" charset="-128"/>
                <a:ea typeface="Meiryo UI" panose="020B0604030504040204" pitchFamily="50" charset="-128"/>
                <a:cs typeface="+mn-cs"/>
              </a:rPr>
              <a:t>60M</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GB" sz="9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endParaRPr>
          </a:p>
        </p:txBody>
      </p:sp>
      <p:sp>
        <p:nvSpPr>
          <p:cNvPr id="39" name="TextBox 38">
            <a:extLst>
              <a:ext uri="{FF2B5EF4-FFF2-40B4-BE49-F238E27FC236}">
                <a16:creationId xmlns:a16="http://schemas.microsoft.com/office/drawing/2014/main" id="{507EAE5B-D2EC-3DEE-2628-5B2120D7B658}"/>
              </a:ext>
            </a:extLst>
          </p:cNvPr>
          <p:cNvSpPr txBox="1"/>
          <p:nvPr/>
        </p:nvSpPr>
        <p:spPr>
          <a:xfrm>
            <a:off x="3488550" y="3264736"/>
            <a:ext cx="1098057" cy="461665"/>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ts val="1200"/>
              </a:lnSpc>
              <a:spcBef>
                <a:spcPts val="0"/>
              </a:spcBef>
              <a:spcAft>
                <a:spcPts val="0"/>
              </a:spcAft>
              <a:buClrTx/>
              <a:buSzTx/>
              <a:buFont typeface="+mj-lt"/>
              <a:buNone/>
              <a:tabLst>
                <a:tab pos="180000" algn="l"/>
              </a:tabLst>
              <a:defRPr/>
            </a:pPr>
            <a:r>
              <a:rPr kumimoji="0" lang="en-US" altLang="ja-JP" sz="1050" b="1" i="0" u="sng" strike="noStrike" kern="1200" cap="none" spc="0" normalizeH="0" baseline="0" noProof="0" err="1">
                <a:ln>
                  <a:noFill/>
                </a:ln>
                <a:solidFill>
                  <a:srgbClr val="001135"/>
                </a:solidFill>
                <a:effectLst/>
                <a:uLnTx/>
                <a:uFillTx/>
                <a:latin typeface="Meiryo UI" panose="020B0604030504040204" pitchFamily="50" charset="-128"/>
                <a:ea typeface="Meiryo UI" panose="020B0604030504040204" pitchFamily="50" charset="-128"/>
                <a:cs typeface="+mn-cs"/>
              </a:rPr>
              <a:t>SCPv</a:t>
            </a:r>
            <a:r>
              <a:rPr kumimoji="0" lang="en-US" altLang="ja-JP" sz="105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/BSF/DRA</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12.0M</a:t>
            </a:r>
            <a:br>
              <a:rPr kumimoji="0" lang="en-US" altLang="ja-JP"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err="1">
                <a:ln>
                  <a:noFill/>
                </a:ln>
                <a:solidFill>
                  <a:srgbClr val="23ABB6"/>
                </a:solidFill>
                <a:effectLst/>
                <a:uLnTx/>
                <a:uFillTx/>
                <a:latin typeface="Meiryo UI" panose="020B0604030504040204" pitchFamily="50" charset="-128"/>
                <a:ea typeface="Meiryo UI" panose="020B0604030504040204" pitchFamily="50" charset="-128"/>
                <a:cs typeface="+mn-cs"/>
              </a:rPr>
              <a:t>xx.xxM</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GB" sz="1050" b="0" i="0" u="none" strike="noStrike" kern="1200" cap="none" spc="0" normalizeH="0" baseline="0" noProof="0">
              <a:ln>
                <a:noFill/>
              </a:ln>
              <a:solidFill>
                <a:srgbClr val="E03DCD"/>
              </a:solidFill>
              <a:effectLst/>
              <a:uLnTx/>
              <a:uFillTx/>
              <a:latin typeface="Meiryo UI" panose="020B0604030504040204" pitchFamily="50" charset="-128"/>
              <a:ea typeface="Meiryo UI" panose="020B0604030504040204" pitchFamily="50" charset="-128"/>
              <a:cs typeface="+mn-cs"/>
            </a:endParaRPr>
          </a:p>
        </p:txBody>
      </p:sp>
      <p:sp>
        <p:nvSpPr>
          <p:cNvPr id="69" name="TextBox 68">
            <a:extLst>
              <a:ext uri="{FF2B5EF4-FFF2-40B4-BE49-F238E27FC236}">
                <a16:creationId xmlns:a16="http://schemas.microsoft.com/office/drawing/2014/main" id="{BFB7E1D8-E378-79E9-3BAC-E8722CE45B23}"/>
              </a:ext>
            </a:extLst>
          </p:cNvPr>
          <p:cNvSpPr txBox="1"/>
          <p:nvPr/>
        </p:nvSpPr>
        <p:spPr>
          <a:xfrm>
            <a:off x="3595951" y="4402440"/>
            <a:ext cx="883255" cy="461665"/>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ts val="1200"/>
              </a:lnSpc>
              <a:spcBef>
                <a:spcPts val="0"/>
              </a:spcBef>
              <a:spcAft>
                <a:spcPts val="0"/>
              </a:spcAft>
              <a:buClrTx/>
              <a:buSzTx/>
              <a:buFontTx/>
              <a:buNone/>
              <a:tabLst>
                <a:tab pos="180000" algn="l"/>
              </a:tabLst>
              <a:defRPr/>
            </a:pPr>
            <a:r>
              <a:rPr kumimoji="0" lang="en-US" altLang="ja-JP" sz="1050" b="1" i="0" u="sng" strike="noStrike" kern="1200" cap="none" spc="0" normalizeH="0" baseline="0" noProof="0" err="1">
                <a:ln>
                  <a:noFill/>
                </a:ln>
                <a:solidFill>
                  <a:srgbClr val="001135"/>
                </a:solidFill>
                <a:effectLst/>
                <a:uLnTx/>
                <a:uFillTx/>
                <a:latin typeface="Meiryo UI" panose="020B0604030504040204" pitchFamily="50" charset="-128"/>
                <a:ea typeface="Meiryo UI" panose="020B0604030504040204" pitchFamily="50" charset="-128"/>
                <a:cs typeface="+mn-cs"/>
              </a:rPr>
              <a:t>PCFv</a:t>
            </a:r>
            <a:r>
              <a:rPr kumimoji="0" lang="en-US" altLang="ja-JP" sz="105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1050" b="1" i="0" u="sng" strike="noStrike" kern="1200" cap="none" spc="0" normalizeH="0" baseline="0" noProof="0" err="1">
                <a:ln>
                  <a:noFill/>
                </a:ln>
                <a:solidFill>
                  <a:srgbClr val="001135"/>
                </a:solidFill>
                <a:effectLst/>
                <a:uLnTx/>
                <a:uFillTx/>
                <a:latin typeface="Meiryo UI" panose="020B0604030504040204" pitchFamily="50" charset="-128"/>
                <a:ea typeface="Meiryo UI" panose="020B0604030504040204" pitchFamily="50" charset="-128"/>
                <a:cs typeface="+mn-cs"/>
              </a:rPr>
              <a:t>PCRFv</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12.0M</a:t>
            </a:r>
            <a:br>
              <a:rPr kumimoji="0" lang="en-US" altLang="ja-JP"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err="1">
                <a:ln>
                  <a:noFill/>
                </a:ln>
                <a:solidFill>
                  <a:srgbClr val="23ABB6"/>
                </a:solidFill>
                <a:effectLst/>
                <a:uLnTx/>
                <a:uFillTx/>
                <a:latin typeface="Meiryo UI" panose="020B0604030504040204" pitchFamily="50" charset="-128"/>
                <a:ea typeface="Meiryo UI" panose="020B0604030504040204" pitchFamily="50" charset="-128"/>
                <a:cs typeface="+mn-cs"/>
              </a:rPr>
              <a:t>xx.xxM</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GB" altLang="ja-JP" sz="1050" b="0" i="0" u="none" strike="noStrike" kern="1200" cap="none" spc="0" normalizeH="0" baseline="0" noProof="0">
              <a:ln>
                <a:noFill/>
              </a:ln>
              <a:solidFill>
                <a:srgbClr val="E03DCD"/>
              </a:solidFill>
              <a:effectLst/>
              <a:uLnTx/>
              <a:uFillTx/>
              <a:latin typeface="Meiryo UI" panose="020B0604030504040204" pitchFamily="50" charset="-128"/>
              <a:ea typeface="Meiryo UI" panose="020B0604030504040204" pitchFamily="50" charset="-128"/>
              <a:cs typeface="+mn-cs"/>
            </a:endParaRPr>
          </a:p>
        </p:txBody>
      </p:sp>
      <p:sp>
        <p:nvSpPr>
          <p:cNvPr id="77" name="TextBox 76">
            <a:extLst>
              <a:ext uri="{FF2B5EF4-FFF2-40B4-BE49-F238E27FC236}">
                <a16:creationId xmlns:a16="http://schemas.microsoft.com/office/drawing/2014/main" id="{9238B2D6-F084-B20D-4854-F792550D22AD}"/>
              </a:ext>
            </a:extLst>
          </p:cNvPr>
          <p:cNvSpPr txBox="1"/>
          <p:nvPr/>
        </p:nvSpPr>
        <p:spPr>
          <a:xfrm>
            <a:off x="3787299" y="3784714"/>
            <a:ext cx="495327" cy="446084"/>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ts val="1200"/>
              </a:lnSpc>
              <a:spcBef>
                <a:spcPts val="0"/>
              </a:spcBef>
              <a:spcAft>
                <a:spcPts val="0"/>
              </a:spcAft>
              <a:buClrTx/>
              <a:buSzTx/>
              <a:buFontTx/>
              <a:buNone/>
              <a:tabLst>
                <a:tab pos="180000" algn="l"/>
              </a:tabLst>
              <a:defRPr/>
            </a:pPr>
            <a:r>
              <a:rPr kumimoji="0" lang="en-US" altLang="ja-JP" sz="1050" b="1" i="0" u="sng" strike="noStrike" kern="1200" cap="none" spc="0" normalizeH="0" baseline="0" noProof="0" err="1">
                <a:ln>
                  <a:noFill/>
                </a:ln>
                <a:solidFill>
                  <a:srgbClr val="001135"/>
                </a:solidFill>
                <a:effectLst/>
                <a:uLnTx/>
                <a:uFillTx/>
                <a:latin typeface="Meiryo UI" panose="020B0604030504040204" pitchFamily="50" charset="-128"/>
                <a:ea typeface="Meiryo UI" panose="020B0604030504040204" pitchFamily="50" charset="-128"/>
                <a:cs typeface="+mn-cs"/>
              </a:rPr>
              <a:t>cHDR</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12.0M</a:t>
            </a:r>
            <a:br>
              <a:rPr kumimoji="0" lang="en-US" altLang="ja-JP" sz="10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err="1">
                <a:ln>
                  <a:noFill/>
                </a:ln>
                <a:solidFill>
                  <a:srgbClr val="23ABB6"/>
                </a:solidFill>
                <a:effectLst/>
                <a:uLnTx/>
                <a:uFillTx/>
                <a:latin typeface="Meiryo UI" panose="020B0604030504040204" pitchFamily="50" charset="-128"/>
                <a:ea typeface="Meiryo UI" panose="020B0604030504040204" pitchFamily="50" charset="-128"/>
                <a:cs typeface="+mn-cs"/>
              </a:rPr>
              <a:t>xx.xxM</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GB" altLang="ja-JP" sz="80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endParaRPr>
          </a:p>
        </p:txBody>
      </p:sp>
      <p:sp>
        <p:nvSpPr>
          <p:cNvPr id="78" name="TextBox 77">
            <a:extLst>
              <a:ext uri="{FF2B5EF4-FFF2-40B4-BE49-F238E27FC236}">
                <a16:creationId xmlns:a16="http://schemas.microsoft.com/office/drawing/2014/main" id="{65F3D2EF-3838-BB99-B9A0-0DA3099966A7}"/>
              </a:ext>
            </a:extLst>
          </p:cNvPr>
          <p:cNvSpPr txBox="1"/>
          <p:nvPr/>
        </p:nvSpPr>
        <p:spPr>
          <a:xfrm>
            <a:off x="3809954" y="1234264"/>
            <a:ext cx="455253" cy="446084"/>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ts val="1200"/>
              </a:lnSpc>
              <a:spcBef>
                <a:spcPts val="0"/>
              </a:spcBef>
              <a:spcAft>
                <a:spcPts val="0"/>
              </a:spcAft>
              <a:buClrTx/>
              <a:buSzTx/>
              <a:buFont typeface="+mj-lt"/>
              <a:buNone/>
              <a:tabLst>
                <a:tab pos="180000" algn="l"/>
              </a:tabLst>
              <a:defRPr/>
            </a:pPr>
            <a:r>
              <a:rPr kumimoji="0" lang="en-US" altLang="ja-JP" sz="105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UDR</a:t>
            </a:r>
            <a:b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23.0M</a:t>
            </a:r>
            <a:br>
              <a:rPr kumimoji="0" lang="en-GB" altLang="ja-JP" sz="1050" b="0" i="0" u="none" strike="noStrike" kern="1200" cap="none" spc="0" normalizeH="0" baseline="0" noProof="0">
                <a:ln>
                  <a:noFill/>
                </a:ln>
                <a:solidFill>
                  <a:srgbClr val="001135">
                    <a:lumMod val="50000"/>
                    <a:lumOff val="50000"/>
                  </a:srgbClr>
                </a:solidFill>
                <a:effectLst/>
                <a:uLnTx/>
                <a:uFillTx/>
                <a:latin typeface="Meiryo UI" panose="020B0604030504040204" pitchFamily="50" charset="-128"/>
                <a:ea typeface="Meiryo UI" panose="020B0604030504040204" pitchFamily="50" charset="-128"/>
                <a:cs typeface="+mn-cs"/>
              </a:rPr>
            </a:b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a:ln>
                  <a:noFill/>
                </a:ln>
                <a:solidFill>
                  <a:srgbClr val="23ABB6"/>
                </a:solidFill>
                <a:effectLst/>
                <a:uLnTx/>
                <a:uFillTx/>
                <a:latin typeface="Meiryo UI" panose="020B0604030504040204" pitchFamily="50" charset="-128"/>
                <a:ea typeface="Meiryo UI" panose="020B0604030504040204" pitchFamily="50" charset="-128"/>
                <a:cs typeface="+mn-cs"/>
              </a:rPr>
              <a:t>23.0M</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79" name="TextBox 78">
            <a:extLst>
              <a:ext uri="{FF2B5EF4-FFF2-40B4-BE49-F238E27FC236}">
                <a16:creationId xmlns:a16="http://schemas.microsoft.com/office/drawing/2014/main" id="{D88C54A6-2AB7-B8B8-216B-5A04688871D9}"/>
              </a:ext>
            </a:extLst>
          </p:cNvPr>
          <p:cNvSpPr txBox="1"/>
          <p:nvPr/>
        </p:nvSpPr>
        <p:spPr>
          <a:xfrm>
            <a:off x="3640836" y="1730096"/>
            <a:ext cx="793487" cy="461665"/>
          </a:xfrm>
          <a:prstGeom prst="rect">
            <a:avLst/>
          </a:prstGeom>
          <a:noFill/>
          <a:ln>
            <a:noFill/>
          </a:ln>
        </p:spPr>
        <p:txBody>
          <a:bodyPr wrap="none" lIns="0" tIns="0" rIns="0" bIns="0" rtlCol="0">
            <a:spAutoFit/>
          </a:bodyPr>
          <a:lstStyle/>
          <a:p>
            <a:pPr marL="0" marR="0" lvl="0" indent="0" algn="ctr" defTabSz="180000" rtl="0" eaLnBrk="1" fontAlgn="auto" latinLnBrk="0" hangingPunct="1">
              <a:lnSpc>
                <a:spcPts val="1200"/>
              </a:lnSpc>
              <a:spcBef>
                <a:spcPts val="0"/>
              </a:spcBef>
              <a:spcAft>
                <a:spcPts val="0"/>
              </a:spcAft>
              <a:buClrTx/>
              <a:buSzTx/>
              <a:buFont typeface="+mj-lt"/>
              <a:buNone/>
              <a:tabLst>
                <a:tab pos="180000" algn="l"/>
              </a:tabLst>
              <a:defRPr/>
            </a:pPr>
            <a:r>
              <a:rPr kumimoji="0" lang="en-US" altLang="ja-JP" sz="1050" b="1" i="0" u="sng"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AUSF/UDM</a:t>
            </a:r>
            <a:br>
              <a:rPr kumimoji="0" lang="en-US" altLang="ja-JP" sz="1050" b="1"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br>
            <a: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t>24.0M</a:t>
            </a:r>
            <a:br>
              <a:rPr kumimoji="0" lang="en-US" altLang="ja-JP" sz="1050" b="0" i="0" u="none" strike="noStrike" kern="1200" cap="none" spc="0" normalizeH="0" baseline="0" noProof="0">
                <a:ln>
                  <a:noFill/>
                </a:ln>
                <a:solidFill>
                  <a:srgbClr val="005AFF"/>
                </a:solidFill>
                <a:effectLst/>
                <a:uLnTx/>
                <a:uFillTx/>
                <a:latin typeface="Meiryo UI" panose="020B0604030504040204" pitchFamily="50" charset="-128"/>
                <a:ea typeface="Meiryo UI" panose="020B0604030504040204" pitchFamily="50" charset="-128"/>
                <a:cs typeface="+mn-cs"/>
              </a:rPr>
            </a:b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r>
              <a:rPr kumimoji="0" lang="en-US" altLang="ja-JP" sz="900" b="0" i="0" u="none" strike="noStrike" kern="1200" cap="none" spc="0" normalizeH="0" baseline="0" noProof="0" err="1">
                <a:ln>
                  <a:noFill/>
                </a:ln>
                <a:solidFill>
                  <a:srgbClr val="23ABB6"/>
                </a:solidFill>
                <a:effectLst/>
                <a:uLnTx/>
                <a:uFillTx/>
                <a:latin typeface="Meiryo UI" panose="020B0604030504040204" pitchFamily="50" charset="-128"/>
                <a:ea typeface="Meiryo UI" panose="020B0604030504040204" pitchFamily="50" charset="-128"/>
                <a:cs typeface="+mn-cs"/>
              </a:rPr>
              <a:t>xx.xxM</a:t>
            </a:r>
            <a:r>
              <a:rPr kumimoji="0" lang="en-US" altLang="ja-JP" sz="90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a:t>
            </a:r>
            <a:endParaRPr kumimoji="0" lang="en-GB"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endParaRPr>
          </a:p>
        </p:txBody>
      </p:sp>
      <p:sp>
        <p:nvSpPr>
          <p:cNvPr id="18" name="TextBox 17">
            <a:extLst>
              <a:ext uri="{FF2B5EF4-FFF2-40B4-BE49-F238E27FC236}">
                <a16:creationId xmlns:a16="http://schemas.microsoft.com/office/drawing/2014/main" id="{ED3AD408-AFCD-4440-E563-91E42DEBBFB4}"/>
              </a:ext>
            </a:extLst>
          </p:cNvPr>
          <p:cNvSpPr txBox="1"/>
          <p:nvPr/>
        </p:nvSpPr>
        <p:spPr>
          <a:xfrm>
            <a:off x="6608694" y="2187792"/>
            <a:ext cx="1654389" cy="323165"/>
          </a:xfrm>
          <a:prstGeom prst="rect">
            <a:avLst/>
          </a:prstGeom>
          <a:solidFill>
            <a:schemeClr val="accent4">
              <a:lumMod val="40000"/>
              <a:lumOff val="60000"/>
            </a:schemeClr>
          </a:solidFill>
          <a:ln>
            <a:noFill/>
          </a:ln>
        </p:spPr>
        <p:txBody>
          <a:bodyPr wrap="square" lIns="0" tIns="0" rIns="0" bIns="0" rtlCol="0">
            <a:spAutoFit/>
          </a:bodyPr>
          <a:lstStyle/>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HSS/HLR</a:t>
            </a:r>
            <a:r>
              <a:rPr kumimoji="0" lang="en-US" altLang="ja-JP" sz="1050" b="1" i="0" u="sng" strike="noStrike" kern="1200" cap="none" spc="0" normalizeH="0" baseline="0" noProof="0">
                <a:ln>
                  <a:noFill/>
                </a:ln>
                <a:solidFill>
                  <a:srgbClr val="E03DCD">
                    <a:lumMod val="75000"/>
                  </a:srgbClr>
                </a:solidFill>
                <a:effectLst/>
                <a:uLnTx/>
                <a:uFillTx/>
                <a:latin typeface="Meiryo UI" panose="020B0604030504040204" pitchFamily="50" charset="-128"/>
                <a:ea typeface="Meiryo UI" panose="020B0604030504040204" pitchFamily="50" charset="-128"/>
                <a:cs typeface="+mn-cs"/>
              </a:rPr>
              <a:t>24.7</a:t>
            </a:r>
            <a:r>
              <a:rPr kumimoji="0" lang="en-US" altLang="ja-JP" sz="1050" b="0" i="0" u="none" strike="noStrike" kern="1200" cap="none" spc="0" normalizeH="0" baseline="0" noProof="0">
                <a:ln>
                  <a:noFill/>
                </a:ln>
                <a:solidFill>
                  <a:srgbClr val="001135"/>
                </a:solidFill>
                <a:effectLst/>
                <a:uLnTx/>
                <a:uFillTx/>
                <a:latin typeface="Meiryo UI" panose="020B0604030504040204" pitchFamily="50" charset="-128"/>
                <a:ea typeface="Meiryo UI" panose="020B0604030504040204" pitchFamily="50" charset="-128"/>
                <a:cs typeface="+mn-cs"/>
              </a:rPr>
              <a:t>(CNF)</a:t>
            </a:r>
          </a:p>
          <a:p>
            <a:pPr marL="171450" marR="0" lvl="0" indent="-171450" algn="l" defTabSz="180000" rtl="0" eaLnBrk="1" fontAlgn="auto" latinLnBrk="0" hangingPunct="1">
              <a:lnSpc>
                <a:spcPct val="100000"/>
              </a:lnSpc>
              <a:spcBef>
                <a:spcPts val="0"/>
              </a:spcBef>
              <a:spcAft>
                <a:spcPts val="0"/>
              </a:spcAft>
              <a:buClrTx/>
              <a:buSzTx/>
              <a:buFont typeface="Wingdings" panose="05000000000000000000" pitchFamily="2" charset="2"/>
              <a:buChar char="n"/>
              <a:tabLst>
                <a:tab pos="180000" algn="l"/>
              </a:tabLst>
              <a:defRPr/>
            </a:pPr>
            <a:r>
              <a:rPr kumimoji="0" lang="en-US" altLang="ja-JP" sz="1050" b="0" i="0" u="none" strike="noStrike" kern="1200" cap="none" spc="0" normalizeH="0" baseline="0" noProof="0">
                <a:ln>
                  <a:noFill/>
                </a:ln>
                <a:solidFill>
                  <a:srgbClr val="C00000"/>
                </a:solidFill>
                <a:effectLst/>
                <a:highlight>
                  <a:srgbClr val="FFFF00"/>
                </a:highlight>
                <a:uLnTx/>
                <a:uFillTx/>
                <a:latin typeface="Meiryo UI" panose="020B0604030504040204" pitchFamily="50" charset="-128"/>
                <a:ea typeface="Meiryo UI" panose="020B0604030504040204" pitchFamily="50" charset="-128"/>
                <a:cs typeface="+mn-cs"/>
              </a:rPr>
              <a:t>54M</a:t>
            </a:r>
            <a:r>
              <a:rPr kumimoji="0" lang="en-US" altLang="ja-JP" sz="1050" b="0" i="0" u="none" strike="noStrike" kern="1200" cap="none" spc="0" normalizeH="0" baseline="0" noProof="0">
                <a:ln>
                  <a:noFill/>
                </a:ln>
                <a:solidFill>
                  <a:srgbClr val="005AFF"/>
                </a:solidFill>
                <a:effectLst/>
                <a:highlight>
                  <a:srgbClr val="FFFF00"/>
                </a:highlight>
                <a:uLnTx/>
                <a:uFillTx/>
                <a:latin typeface="Meiryo UI" panose="020B0604030504040204" pitchFamily="50" charset="-128"/>
                <a:ea typeface="Meiryo UI" panose="020B0604030504040204" pitchFamily="50" charset="-128"/>
                <a:cs typeface="+mn-cs"/>
              </a:rPr>
              <a:t>+SA12M </a:t>
            </a:r>
            <a:r>
              <a:rPr kumimoji="0" lang="en-US" altLang="ja-JP" sz="1050" b="0" i="0" u="none" strike="noStrike" kern="1200" cap="none" spc="0" normalizeH="0" baseline="0" noProof="0">
                <a:ln>
                  <a:noFill/>
                </a:ln>
                <a:solidFill>
                  <a:schemeClr val="tx1">
                    <a:lumMod val="10000"/>
                  </a:schemeClr>
                </a:solidFill>
                <a:effectLst/>
                <a:highlight>
                  <a:srgbClr val="FFFF00"/>
                </a:highlight>
                <a:uLnTx/>
                <a:uFillTx/>
                <a:latin typeface="Meiryo UI" panose="020B0604030504040204" pitchFamily="50" charset="-128"/>
                <a:ea typeface="Meiryo UI" panose="020B0604030504040204" pitchFamily="50" charset="-128"/>
                <a:cs typeface="+mn-cs"/>
              </a:rPr>
              <a:t>subs</a:t>
            </a:r>
            <a:endParaRPr kumimoji="0" lang="en-GB" sz="1050" b="0" i="0" u="none" strike="noStrike" kern="1200" cap="none" spc="0" normalizeH="0" baseline="0" noProof="0">
              <a:ln>
                <a:noFill/>
              </a:ln>
              <a:solidFill>
                <a:schemeClr val="tx1">
                  <a:lumMod val="10000"/>
                </a:schemeClr>
              </a:solidFill>
              <a:effectLst/>
              <a:highlight>
                <a:srgbClr val="FFFF00"/>
              </a:highlight>
              <a:uLnTx/>
              <a:uFillTx/>
              <a:latin typeface="Meiryo UI" panose="020B0604030504040204" pitchFamily="50" charset="-128"/>
              <a:ea typeface="Meiryo UI" panose="020B0604030504040204" pitchFamily="50" charset="-128"/>
              <a:cs typeface="+mn-cs"/>
            </a:endParaRPr>
          </a:p>
        </p:txBody>
      </p:sp>
      <p:sp>
        <p:nvSpPr>
          <p:cNvPr id="21" name="TextBox 20">
            <a:extLst>
              <a:ext uri="{FF2B5EF4-FFF2-40B4-BE49-F238E27FC236}">
                <a16:creationId xmlns:a16="http://schemas.microsoft.com/office/drawing/2014/main" id="{91D9DEB9-5154-6637-D712-03FF781399DF}"/>
              </a:ext>
            </a:extLst>
          </p:cNvPr>
          <p:cNvSpPr txBox="1"/>
          <p:nvPr/>
        </p:nvSpPr>
        <p:spPr>
          <a:xfrm>
            <a:off x="8286940" y="2192501"/>
            <a:ext cx="818865" cy="323165"/>
          </a:xfrm>
          <a:prstGeom prst="rect">
            <a:avLst/>
          </a:prstGeom>
          <a:solidFill>
            <a:schemeClr val="accent4">
              <a:lumMod val="75000"/>
            </a:schemeClr>
          </a:solidFill>
          <a:ln>
            <a:noFill/>
          </a:ln>
        </p:spPr>
        <p:txBody>
          <a:bodyPr wrap="squar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EIR</a:t>
            </a:r>
            <a:r>
              <a:rPr kumimoji="0" lang="ja-JP" altLang="en-US"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同一クラスタ再構築による増設･アップグレードを実施。</a:t>
            </a:r>
            <a:endParaRPr kumimoji="0" lang="en-GB" sz="7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9" name="TextBox 18">
            <a:extLst>
              <a:ext uri="{FF2B5EF4-FFF2-40B4-BE49-F238E27FC236}">
                <a16:creationId xmlns:a16="http://schemas.microsoft.com/office/drawing/2014/main" id="{3BDFBBB7-6095-B526-8EA4-C4E3C29AE3E7}"/>
              </a:ext>
            </a:extLst>
          </p:cNvPr>
          <p:cNvSpPr txBox="1"/>
          <p:nvPr/>
        </p:nvSpPr>
        <p:spPr>
          <a:xfrm>
            <a:off x="8579642" y="-8438"/>
            <a:ext cx="570669" cy="184666"/>
          </a:xfrm>
          <a:prstGeom prst="rect">
            <a:avLst/>
          </a:prstGeom>
          <a:solidFill>
            <a:schemeClr val="bg1">
              <a:lumMod val="85000"/>
            </a:schemeClr>
          </a:solidFill>
          <a:ln>
            <a:noFill/>
          </a:ln>
        </p:spPr>
        <p:txBody>
          <a:bodyPr wrap="none" lIns="0" tIns="0" rIns="0" bIns="0" rtlCol="0">
            <a:spAutoFit/>
          </a:bodyPr>
          <a:lstStyle/>
          <a:p>
            <a:pPr marL="0" marR="0" lvl="0" indent="0" algn="l" defTabSz="180000" rtl="0" eaLnBrk="1" fontAlgn="auto" latinLnBrk="0" hangingPunct="1">
              <a:lnSpc>
                <a:spcPct val="100000"/>
              </a:lnSpc>
              <a:spcBef>
                <a:spcPts val="0"/>
              </a:spcBef>
              <a:spcAft>
                <a:spcPts val="300"/>
              </a:spcAft>
              <a:buClrTx/>
              <a:buSzTx/>
              <a:buFont typeface="+mj-lt"/>
              <a:buNone/>
              <a:tabLst>
                <a:tab pos="180000" algn="l"/>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7</a:t>
            </a:r>
            <a:r>
              <a:rPr kumimoji="0" lang="en-GB"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N </a:t>
            </a:r>
            <a:r>
              <a:rPr kumimoji="0" lang="ja-JP" altLang="en-US"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更新</a:t>
            </a:r>
            <a:endPar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84" name="Rectangle: Rounded Corners 83">
            <a:extLst>
              <a:ext uri="{FF2B5EF4-FFF2-40B4-BE49-F238E27FC236}">
                <a16:creationId xmlns:a16="http://schemas.microsoft.com/office/drawing/2014/main" id="{2E09845D-6BD6-42AF-3432-AD75FE01566F}"/>
              </a:ext>
            </a:extLst>
          </p:cNvPr>
          <p:cNvSpPr/>
          <p:nvPr/>
        </p:nvSpPr>
        <p:spPr>
          <a:xfrm>
            <a:off x="6573078" y="1722783"/>
            <a:ext cx="1722782" cy="457200"/>
          </a:xfrm>
          <a:prstGeom prst="roundRect">
            <a:avLst>
              <a:gd name="adj" fmla="val 8156"/>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tx2"/>
              </a:solidFill>
            </a:endParaRPr>
          </a:p>
        </p:txBody>
      </p:sp>
      <p:sp>
        <p:nvSpPr>
          <p:cNvPr id="98" name="Rectangle: Rounded Corners 97">
            <a:extLst>
              <a:ext uri="{FF2B5EF4-FFF2-40B4-BE49-F238E27FC236}">
                <a16:creationId xmlns:a16="http://schemas.microsoft.com/office/drawing/2014/main" id="{C3AB839F-3E87-E3A2-7403-ADDA3E576F8E}"/>
              </a:ext>
            </a:extLst>
          </p:cNvPr>
          <p:cNvSpPr/>
          <p:nvPr/>
        </p:nvSpPr>
        <p:spPr>
          <a:xfrm>
            <a:off x="6573078" y="2213909"/>
            <a:ext cx="1722782" cy="741326"/>
          </a:xfrm>
          <a:prstGeom prst="roundRect">
            <a:avLst>
              <a:gd name="adj" fmla="val 8156"/>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tx2"/>
              </a:solidFill>
            </a:endParaRPr>
          </a:p>
        </p:txBody>
      </p:sp>
      <p:sp>
        <p:nvSpPr>
          <p:cNvPr id="118" name="Rectangle: Rounded Corners 117">
            <a:extLst>
              <a:ext uri="{FF2B5EF4-FFF2-40B4-BE49-F238E27FC236}">
                <a16:creationId xmlns:a16="http://schemas.microsoft.com/office/drawing/2014/main" id="{97C7F023-3F0F-D4BB-E73F-58C47BEA5F15}"/>
              </a:ext>
            </a:extLst>
          </p:cNvPr>
          <p:cNvSpPr/>
          <p:nvPr/>
        </p:nvSpPr>
        <p:spPr>
          <a:xfrm>
            <a:off x="6573078" y="3189192"/>
            <a:ext cx="1722782" cy="457200"/>
          </a:xfrm>
          <a:prstGeom prst="roundRect">
            <a:avLst>
              <a:gd name="adj" fmla="val 8156"/>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tx2"/>
              </a:solidFill>
            </a:endParaRPr>
          </a:p>
        </p:txBody>
      </p:sp>
      <p:sp>
        <p:nvSpPr>
          <p:cNvPr id="128" name="Rectangle: Rounded Corners 127">
            <a:extLst>
              <a:ext uri="{FF2B5EF4-FFF2-40B4-BE49-F238E27FC236}">
                <a16:creationId xmlns:a16="http://schemas.microsoft.com/office/drawing/2014/main" id="{CFADA063-19EE-1C3C-275B-489B7F4E72E4}"/>
              </a:ext>
            </a:extLst>
          </p:cNvPr>
          <p:cNvSpPr/>
          <p:nvPr/>
        </p:nvSpPr>
        <p:spPr>
          <a:xfrm>
            <a:off x="6573078" y="4363691"/>
            <a:ext cx="1722782" cy="457200"/>
          </a:xfrm>
          <a:prstGeom prst="roundRect">
            <a:avLst>
              <a:gd name="adj" fmla="val 8156"/>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a:solidFill>
                <a:schemeClr val="tx2"/>
              </a:solidFill>
            </a:endParaRPr>
          </a:p>
        </p:txBody>
      </p:sp>
      <p:sp>
        <p:nvSpPr>
          <p:cNvPr id="138" name="Rectangle: Rounded Corners 137">
            <a:extLst>
              <a:ext uri="{FF2B5EF4-FFF2-40B4-BE49-F238E27FC236}">
                <a16:creationId xmlns:a16="http://schemas.microsoft.com/office/drawing/2014/main" id="{2BF71D65-0DCA-F3EB-5168-D33461E25F1E}"/>
              </a:ext>
            </a:extLst>
          </p:cNvPr>
          <p:cNvSpPr/>
          <p:nvPr/>
        </p:nvSpPr>
        <p:spPr>
          <a:xfrm>
            <a:off x="6607083" y="504947"/>
            <a:ext cx="720000" cy="288000"/>
          </a:xfrm>
          <a:prstGeom prst="roundRect">
            <a:avLst>
              <a:gd name="adj" fmla="val 8156"/>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Aft>
                <a:spcPts val="300"/>
              </a:spcAft>
              <a:buSzPct val="100000"/>
            </a:pPr>
            <a:r>
              <a:rPr lang="en-US" sz="1200" b="1">
                <a:solidFill>
                  <a:schemeClr val="tx2"/>
                </a:solidFill>
              </a:rPr>
              <a:t>618B</a:t>
            </a:r>
          </a:p>
        </p:txBody>
      </p:sp>
      <p:sp>
        <p:nvSpPr>
          <p:cNvPr id="141" name="Rectangle: Rounded Corners 140">
            <a:extLst>
              <a:ext uri="{FF2B5EF4-FFF2-40B4-BE49-F238E27FC236}">
                <a16:creationId xmlns:a16="http://schemas.microsoft.com/office/drawing/2014/main" id="{835A0EE1-C741-B9E7-2772-4D1AFA1D39F7}"/>
              </a:ext>
            </a:extLst>
          </p:cNvPr>
          <p:cNvSpPr/>
          <p:nvPr/>
        </p:nvSpPr>
        <p:spPr>
          <a:xfrm>
            <a:off x="7543083" y="504080"/>
            <a:ext cx="720000" cy="288000"/>
          </a:xfrm>
          <a:prstGeom prst="roundRect">
            <a:avLst>
              <a:gd name="adj" fmla="val 8156"/>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Aft>
                <a:spcPts val="300"/>
              </a:spcAft>
              <a:buSzPct val="100000"/>
            </a:pPr>
            <a:r>
              <a:rPr lang="en-US" sz="1200" b="1">
                <a:solidFill>
                  <a:schemeClr val="tx2"/>
                </a:solidFill>
              </a:rPr>
              <a:t>618A</a:t>
            </a:r>
          </a:p>
        </p:txBody>
      </p:sp>
      <p:sp>
        <p:nvSpPr>
          <p:cNvPr id="142" name="Rectangle 141">
            <a:extLst>
              <a:ext uri="{FF2B5EF4-FFF2-40B4-BE49-F238E27FC236}">
                <a16:creationId xmlns:a16="http://schemas.microsoft.com/office/drawing/2014/main" id="{C17FB3C3-FCE9-A4F5-F350-7A382953E9A1}"/>
              </a:ext>
            </a:extLst>
          </p:cNvPr>
          <p:cNvSpPr/>
          <p:nvPr/>
        </p:nvSpPr>
        <p:spPr>
          <a:xfrm>
            <a:off x="6562307" y="1235963"/>
            <a:ext cx="1736776" cy="461343"/>
          </a:xfrm>
          <a:prstGeom prst="rect">
            <a:avLst/>
          </a:prstGeom>
          <a:solidFill>
            <a:srgbClr val="CCCCCC">
              <a:alpha val="8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Aft>
                <a:spcPts val="300"/>
              </a:spcAft>
              <a:buSzPct val="100000"/>
            </a:pPr>
            <a:r>
              <a:rPr lang="en-US" sz="1200" b="1" u="sng">
                <a:solidFill>
                  <a:schemeClr val="tx1">
                    <a:lumMod val="10000"/>
                  </a:schemeClr>
                </a:solidFill>
              </a:rPr>
              <a:t>Out of scope</a:t>
            </a:r>
          </a:p>
        </p:txBody>
      </p:sp>
      <p:sp>
        <p:nvSpPr>
          <p:cNvPr id="143" name="Rectangle 142">
            <a:extLst>
              <a:ext uri="{FF2B5EF4-FFF2-40B4-BE49-F238E27FC236}">
                <a16:creationId xmlns:a16="http://schemas.microsoft.com/office/drawing/2014/main" id="{F400DEBB-C055-B1EE-09C6-DAC569DB1099}"/>
              </a:ext>
            </a:extLst>
          </p:cNvPr>
          <p:cNvSpPr/>
          <p:nvPr/>
        </p:nvSpPr>
        <p:spPr>
          <a:xfrm>
            <a:off x="6562307" y="3721843"/>
            <a:ext cx="1736776" cy="461343"/>
          </a:xfrm>
          <a:prstGeom prst="rect">
            <a:avLst/>
          </a:prstGeom>
          <a:solidFill>
            <a:srgbClr val="CCCCCC">
              <a:alpha val="8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Aft>
                <a:spcPts val="300"/>
              </a:spcAft>
              <a:buSzPct val="100000"/>
            </a:pPr>
            <a:r>
              <a:rPr lang="en-US" sz="1200" b="1" u="sng">
                <a:solidFill>
                  <a:schemeClr val="tx1">
                    <a:lumMod val="10000"/>
                  </a:schemeClr>
                </a:solidFill>
              </a:rPr>
              <a:t>Out of scope</a:t>
            </a:r>
          </a:p>
        </p:txBody>
      </p:sp>
    </p:spTree>
    <p:extLst>
      <p:ext uri="{BB962C8B-B14F-4D97-AF65-F5344CB8AC3E}">
        <p14:creationId xmlns:p14="http://schemas.microsoft.com/office/powerpoint/2010/main" val="392303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140A9-00F4-4D89-B453-9C17D90D19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C47721-12F3-BAA2-8F95-0B6BBE50CFAD}"/>
              </a:ext>
            </a:extLst>
          </p:cNvPr>
          <p:cNvSpPr/>
          <p:nvPr/>
        </p:nvSpPr>
        <p:spPr>
          <a:xfrm>
            <a:off x="162821" y="2840965"/>
            <a:ext cx="8818358" cy="584009"/>
          </a:xfrm>
          <a:prstGeom prst="rect">
            <a:avLst/>
          </a:prstGeom>
          <a:solidFill>
            <a:srgbClr val="00B05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rPr>
              <a:t>SCD Local</a:t>
            </a:r>
            <a:endParaRPr kumimoji="0" lang="en-GB"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endParaRPr>
          </a:p>
        </p:txBody>
      </p:sp>
      <p:sp>
        <p:nvSpPr>
          <p:cNvPr id="6" name="Rectangle 5">
            <a:extLst>
              <a:ext uri="{FF2B5EF4-FFF2-40B4-BE49-F238E27FC236}">
                <a16:creationId xmlns:a16="http://schemas.microsoft.com/office/drawing/2014/main" id="{FE6BE703-2D44-B807-7265-F30948C7DBED}"/>
              </a:ext>
            </a:extLst>
          </p:cNvPr>
          <p:cNvSpPr/>
          <p:nvPr/>
        </p:nvSpPr>
        <p:spPr>
          <a:xfrm>
            <a:off x="143300" y="400111"/>
            <a:ext cx="8843751" cy="17289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a:ln>
                  <a:noFill/>
                </a:ln>
                <a:solidFill>
                  <a:srgbClr val="008000"/>
                </a:solidFill>
                <a:effectLst/>
                <a:uLnTx/>
                <a:uFillTx/>
                <a:latin typeface="Meryo UI"/>
                <a:ea typeface="Meiryo" panose="020B0604030504040204" pitchFamily="34" charset="-128"/>
                <a:cs typeface="+mn-cs"/>
              </a:rPr>
              <a:t>MS E2E</a:t>
            </a:r>
            <a:endParaRPr kumimoji="0" lang="en-GB" sz="1200" b="1" i="0" u="none" strike="noStrike" kern="1200" cap="none" spc="0" normalizeH="0" baseline="0" noProof="0">
              <a:ln>
                <a:noFill/>
              </a:ln>
              <a:solidFill>
                <a:srgbClr val="008000"/>
              </a:solidFill>
              <a:effectLst/>
              <a:uLnTx/>
              <a:uFillTx/>
              <a:latin typeface="Meryo UI"/>
              <a:ea typeface="Meiryo" panose="020B0604030504040204" pitchFamily="34" charset="-128"/>
              <a:cs typeface="+mn-cs"/>
            </a:endParaRPr>
          </a:p>
        </p:txBody>
      </p:sp>
      <p:graphicFrame>
        <p:nvGraphicFramePr>
          <p:cNvPr id="46" name="Object 45" hidden="1">
            <a:extLst>
              <a:ext uri="{FF2B5EF4-FFF2-40B4-BE49-F238E27FC236}">
                <a16:creationId xmlns:a16="http://schemas.microsoft.com/office/drawing/2014/main" id="{59182E39-A0EE-20BA-6B87-B8FF45E8E2A3}"/>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46" name="Object 45" hidden="1">
                        <a:extLst>
                          <a:ext uri="{FF2B5EF4-FFF2-40B4-BE49-F238E27FC236}">
                            <a16:creationId xmlns:a16="http://schemas.microsoft.com/office/drawing/2014/main" id="{59182E39-A0EE-20BA-6B87-B8FF45E8E2A3}"/>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22" name="TextBox 21">
            <a:extLst>
              <a:ext uri="{FF2B5EF4-FFF2-40B4-BE49-F238E27FC236}">
                <a16:creationId xmlns:a16="http://schemas.microsoft.com/office/drawing/2014/main" id="{8BFFC15E-EE22-BA38-39FC-16DDC829E491}"/>
              </a:ext>
            </a:extLst>
          </p:cNvPr>
          <p:cNvSpPr txBox="1"/>
          <p:nvPr/>
        </p:nvSpPr>
        <p:spPr>
          <a:xfrm>
            <a:off x="-6244" y="-63259"/>
            <a:ext cx="5552095"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2400" b="1"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LV618</a:t>
            </a:r>
            <a:r>
              <a:rPr kumimoji="0" lang="ja-JP" altLang="en-US" sz="2400" b="1"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 </a:t>
            </a:r>
            <a:r>
              <a:rPr kumimoji="0" lang="en-US" altLang="ja-JP" sz="2400" b="1"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project</a:t>
            </a:r>
            <a:r>
              <a:rPr kumimoji="0" lang="ja-JP" altLang="en-US" sz="2400" b="1"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 </a:t>
            </a:r>
            <a:r>
              <a:rPr kumimoji="0" lang="en-US" altLang="ja-JP" sz="2400" b="1"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organization</a:t>
            </a:r>
            <a:r>
              <a:rPr kumimoji="0" lang="ja-JP" altLang="en-US" sz="2400" b="1"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 </a:t>
            </a:r>
            <a:r>
              <a:rPr kumimoji="0" lang="en-US" altLang="ja-JP" sz="2400" b="1"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chart</a:t>
            </a:r>
            <a:endParaRPr kumimoji="0" lang="en-US" sz="24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endParaRPr>
          </a:p>
        </p:txBody>
      </p:sp>
      <p:graphicFrame>
        <p:nvGraphicFramePr>
          <p:cNvPr id="4" name="Diagram 3">
            <a:extLst>
              <a:ext uri="{FF2B5EF4-FFF2-40B4-BE49-F238E27FC236}">
                <a16:creationId xmlns:a16="http://schemas.microsoft.com/office/drawing/2014/main" id="{7F531B2F-C3E0-9EB1-E59E-F46A33BCCBCA}"/>
              </a:ext>
            </a:extLst>
          </p:cNvPr>
          <p:cNvGraphicFramePr/>
          <p:nvPr/>
        </p:nvGraphicFramePr>
        <p:xfrm>
          <a:off x="223467" y="433360"/>
          <a:ext cx="8830101" cy="160966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Rectangle 6">
            <a:extLst>
              <a:ext uri="{FF2B5EF4-FFF2-40B4-BE49-F238E27FC236}">
                <a16:creationId xmlns:a16="http://schemas.microsoft.com/office/drawing/2014/main" id="{AB063842-D9D7-3FDC-4752-70F4108FB2A0}"/>
              </a:ext>
            </a:extLst>
          </p:cNvPr>
          <p:cNvSpPr/>
          <p:nvPr/>
        </p:nvSpPr>
        <p:spPr>
          <a:xfrm>
            <a:off x="155042" y="2129052"/>
            <a:ext cx="8818359" cy="70266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rPr>
              <a:t> MS</a:t>
            </a:r>
            <a:endParaRPr kumimoji="0" lang="en-GB"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endParaRPr>
          </a:p>
        </p:txBody>
      </p:sp>
      <p:sp>
        <p:nvSpPr>
          <p:cNvPr id="8" name="Rectangle 7">
            <a:extLst>
              <a:ext uri="{FF2B5EF4-FFF2-40B4-BE49-F238E27FC236}">
                <a16:creationId xmlns:a16="http://schemas.microsoft.com/office/drawing/2014/main" id="{8A2C5667-33CC-B3B7-F681-5A59DE5018C8}"/>
              </a:ext>
            </a:extLst>
          </p:cNvPr>
          <p:cNvSpPr/>
          <p:nvPr/>
        </p:nvSpPr>
        <p:spPr>
          <a:xfrm>
            <a:off x="155042" y="3401487"/>
            <a:ext cx="8818358" cy="168316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rPr>
              <a:t>SCD Central</a:t>
            </a:r>
            <a:endParaRPr kumimoji="0" lang="en-GB"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endParaRPr>
          </a:p>
        </p:txBody>
      </p:sp>
      <p:graphicFrame>
        <p:nvGraphicFramePr>
          <p:cNvPr id="12" name="Diagram 11">
            <a:extLst>
              <a:ext uri="{FF2B5EF4-FFF2-40B4-BE49-F238E27FC236}">
                <a16:creationId xmlns:a16="http://schemas.microsoft.com/office/drawing/2014/main" id="{D49787EF-34D1-9AE9-B140-D68650B83B36}"/>
              </a:ext>
            </a:extLst>
          </p:cNvPr>
          <p:cNvGraphicFramePr/>
          <p:nvPr/>
        </p:nvGraphicFramePr>
        <p:xfrm>
          <a:off x="2497769" y="2227147"/>
          <a:ext cx="1589964" cy="126078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aphicFrame>
        <p:nvGraphicFramePr>
          <p:cNvPr id="13" name="Diagram 12">
            <a:extLst>
              <a:ext uri="{FF2B5EF4-FFF2-40B4-BE49-F238E27FC236}">
                <a16:creationId xmlns:a16="http://schemas.microsoft.com/office/drawing/2014/main" id="{CC2D2764-5843-8D75-69F9-9AC30E2F7CB6}"/>
              </a:ext>
            </a:extLst>
          </p:cNvPr>
          <p:cNvGraphicFramePr/>
          <p:nvPr/>
        </p:nvGraphicFramePr>
        <p:xfrm>
          <a:off x="2595016" y="3606656"/>
          <a:ext cx="1589964" cy="1422782"/>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graphicFrame>
        <p:nvGraphicFramePr>
          <p:cNvPr id="14" name="Diagram 13">
            <a:extLst>
              <a:ext uri="{FF2B5EF4-FFF2-40B4-BE49-F238E27FC236}">
                <a16:creationId xmlns:a16="http://schemas.microsoft.com/office/drawing/2014/main" id="{F361BC36-03FD-68AF-86E2-8CB14070FFE3}"/>
              </a:ext>
            </a:extLst>
          </p:cNvPr>
          <p:cNvGraphicFramePr/>
          <p:nvPr/>
        </p:nvGraphicFramePr>
        <p:xfrm>
          <a:off x="-8739" y="2239592"/>
          <a:ext cx="1589964" cy="1339321"/>
        </p:xfrm>
        <a:graphic>
          <a:graphicData uri="http://schemas.openxmlformats.org/drawingml/2006/diagram">
            <dgm:relIds xmlns:dgm="http://schemas.openxmlformats.org/drawingml/2006/diagram" xmlns:r="http://schemas.openxmlformats.org/officeDocument/2006/relationships" r:dm="rId21" r:lo="rId22" r:qs="rId23" r:cs="rId24"/>
          </a:graphicData>
        </a:graphic>
      </p:graphicFrame>
      <p:graphicFrame>
        <p:nvGraphicFramePr>
          <p:cNvPr id="15" name="Diagram 14">
            <a:extLst>
              <a:ext uri="{FF2B5EF4-FFF2-40B4-BE49-F238E27FC236}">
                <a16:creationId xmlns:a16="http://schemas.microsoft.com/office/drawing/2014/main" id="{655D599E-4202-623E-C7E2-BF99AAEFD362}"/>
              </a:ext>
            </a:extLst>
          </p:cNvPr>
          <p:cNvGraphicFramePr/>
          <p:nvPr/>
        </p:nvGraphicFramePr>
        <p:xfrm>
          <a:off x="-4410" y="3610595"/>
          <a:ext cx="1589964" cy="1422782"/>
        </p:xfrm>
        <a:graphic>
          <a:graphicData uri="http://schemas.openxmlformats.org/drawingml/2006/diagram">
            <dgm:relIds xmlns:dgm="http://schemas.openxmlformats.org/drawingml/2006/diagram" xmlns:r="http://schemas.openxmlformats.org/officeDocument/2006/relationships" r:dm="rId26" r:lo="rId27" r:qs="rId28" r:cs="rId29"/>
          </a:graphicData>
        </a:graphic>
      </p:graphicFrame>
      <p:graphicFrame>
        <p:nvGraphicFramePr>
          <p:cNvPr id="16" name="Diagram 15">
            <a:extLst>
              <a:ext uri="{FF2B5EF4-FFF2-40B4-BE49-F238E27FC236}">
                <a16:creationId xmlns:a16="http://schemas.microsoft.com/office/drawing/2014/main" id="{76583E65-B6D2-B00B-2227-A502C8D8777B}"/>
              </a:ext>
            </a:extLst>
          </p:cNvPr>
          <p:cNvGraphicFramePr/>
          <p:nvPr/>
        </p:nvGraphicFramePr>
        <p:xfrm>
          <a:off x="4257009" y="2173121"/>
          <a:ext cx="2292447" cy="1228366"/>
        </p:xfrm>
        <a:graphic>
          <a:graphicData uri="http://schemas.openxmlformats.org/drawingml/2006/diagram">
            <dgm:relIds xmlns:dgm="http://schemas.openxmlformats.org/drawingml/2006/diagram" xmlns:r="http://schemas.openxmlformats.org/officeDocument/2006/relationships" r:dm="rId31" r:lo="rId32" r:qs="rId33" r:cs="rId34"/>
          </a:graphicData>
        </a:graphic>
      </p:graphicFrame>
      <p:graphicFrame>
        <p:nvGraphicFramePr>
          <p:cNvPr id="17" name="Diagram 16">
            <a:extLst>
              <a:ext uri="{FF2B5EF4-FFF2-40B4-BE49-F238E27FC236}">
                <a16:creationId xmlns:a16="http://schemas.microsoft.com/office/drawing/2014/main" id="{D4649E64-60A6-5EE9-C3CB-5685503B1DF4}"/>
              </a:ext>
            </a:extLst>
          </p:cNvPr>
          <p:cNvGraphicFramePr/>
          <p:nvPr/>
        </p:nvGraphicFramePr>
        <p:xfrm>
          <a:off x="3884614" y="3605414"/>
          <a:ext cx="1589964" cy="1422782"/>
        </p:xfrm>
        <a:graphic>
          <a:graphicData uri="http://schemas.openxmlformats.org/drawingml/2006/diagram">
            <dgm:relIds xmlns:dgm="http://schemas.openxmlformats.org/drawingml/2006/diagram" xmlns:r="http://schemas.openxmlformats.org/officeDocument/2006/relationships" r:dm="rId36" r:lo="rId37" r:qs="rId38" r:cs="rId39"/>
          </a:graphicData>
        </a:graphic>
      </p:graphicFrame>
      <p:graphicFrame>
        <p:nvGraphicFramePr>
          <p:cNvPr id="20" name="Diagram 19">
            <a:extLst>
              <a:ext uri="{FF2B5EF4-FFF2-40B4-BE49-F238E27FC236}">
                <a16:creationId xmlns:a16="http://schemas.microsoft.com/office/drawing/2014/main" id="{67F30E7B-530A-3B3A-D783-F33CB635E33A}"/>
              </a:ext>
            </a:extLst>
          </p:cNvPr>
          <p:cNvGraphicFramePr/>
          <p:nvPr>
            <p:extLst>
              <p:ext uri="{D42A27DB-BD31-4B8C-83A1-F6EECF244321}">
                <p14:modId xmlns:p14="http://schemas.microsoft.com/office/powerpoint/2010/main" val="2786523725"/>
              </p:ext>
            </p:extLst>
          </p:nvPr>
        </p:nvGraphicFramePr>
        <p:xfrm>
          <a:off x="6270768" y="2179726"/>
          <a:ext cx="1589964" cy="1324249"/>
        </p:xfrm>
        <a:graphic>
          <a:graphicData uri="http://schemas.openxmlformats.org/drawingml/2006/diagram">
            <dgm:relIds xmlns:dgm="http://schemas.openxmlformats.org/drawingml/2006/diagram" xmlns:r="http://schemas.openxmlformats.org/officeDocument/2006/relationships" r:dm="rId41" r:lo="rId42" r:qs="rId43" r:cs="rId44"/>
          </a:graphicData>
        </a:graphic>
      </p:graphicFrame>
      <p:graphicFrame>
        <p:nvGraphicFramePr>
          <p:cNvPr id="21" name="Diagram 20">
            <a:extLst>
              <a:ext uri="{FF2B5EF4-FFF2-40B4-BE49-F238E27FC236}">
                <a16:creationId xmlns:a16="http://schemas.microsoft.com/office/drawing/2014/main" id="{504DDB5A-D1FF-E075-E040-BC32348C0DA1}"/>
              </a:ext>
            </a:extLst>
          </p:cNvPr>
          <p:cNvGraphicFramePr/>
          <p:nvPr/>
        </p:nvGraphicFramePr>
        <p:xfrm>
          <a:off x="6430072" y="3639534"/>
          <a:ext cx="1589964" cy="1422782"/>
        </p:xfrm>
        <a:graphic>
          <a:graphicData uri="http://schemas.openxmlformats.org/drawingml/2006/diagram">
            <dgm:relIds xmlns:dgm="http://schemas.openxmlformats.org/drawingml/2006/diagram" xmlns:r="http://schemas.openxmlformats.org/officeDocument/2006/relationships" r:dm="rId46" r:lo="rId47" r:qs="rId48" r:cs="rId49"/>
          </a:graphicData>
        </a:graphic>
      </p:graphicFrame>
      <p:graphicFrame>
        <p:nvGraphicFramePr>
          <p:cNvPr id="23" name="Diagram 22">
            <a:extLst>
              <a:ext uri="{FF2B5EF4-FFF2-40B4-BE49-F238E27FC236}">
                <a16:creationId xmlns:a16="http://schemas.microsoft.com/office/drawing/2014/main" id="{2800E568-BBC4-FEC5-0026-ED04D675DE6F}"/>
              </a:ext>
            </a:extLst>
          </p:cNvPr>
          <p:cNvGraphicFramePr/>
          <p:nvPr/>
        </p:nvGraphicFramePr>
        <p:xfrm>
          <a:off x="7961973" y="1926169"/>
          <a:ext cx="825320" cy="911233"/>
        </p:xfrm>
        <a:graphic>
          <a:graphicData uri="http://schemas.openxmlformats.org/drawingml/2006/diagram">
            <dgm:relIds xmlns:dgm="http://schemas.openxmlformats.org/drawingml/2006/diagram" xmlns:r="http://schemas.openxmlformats.org/officeDocument/2006/relationships" r:dm="rId51" r:lo="rId52" r:qs="rId53" r:cs="rId54"/>
          </a:graphicData>
        </a:graphic>
      </p:graphicFrame>
      <p:graphicFrame>
        <p:nvGraphicFramePr>
          <p:cNvPr id="24" name="Diagram 23">
            <a:extLst>
              <a:ext uri="{FF2B5EF4-FFF2-40B4-BE49-F238E27FC236}">
                <a16:creationId xmlns:a16="http://schemas.microsoft.com/office/drawing/2014/main" id="{85C9D5C0-5C0E-6C84-583B-0F7AC07913B0}"/>
              </a:ext>
            </a:extLst>
          </p:cNvPr>
          <p:cNvGraphicFramePr/>
          <p:nvPr/>
        </p:nvGraphicFramePr>
        <p:xfrm>
          <a:off x="7617820" y="3590005"/>
          <a:ext cx="1589964" cy="1422782"/>
        </p:xfrm>
        <a:graphic>
          <a:graphicData uri="http://schemas.openxmlformats.org/drawingml/2006/diagram">
            <dgm:relIds xmlns:dgm="http://schemas.openxmlformats.org/drawingml/2006/diagram" xmlns:r="http://schemas.openxmlformats.org/officeDocument/2006/relationships" r:dm="rId56" r:lo="rId57" r:qs="rId58" r:cs="rId59"/>
          </a:graphicData>
        </a:graphic>
      </p:graphicFrame>
      <p:graphicFrame>
        <p:nvGraphicFramePr>
          <p:cNvPr id="25" name="Diagram 24">
            <a:extLst>
              <a:ext uri="{FF2B5EF4-FFF2-40B4-BE49-F238E27FC236}">
                <a16:creationId xmlns:a16="http://schemas.microsoft.com/office/drawing/2014/main" id="{45F82C35-C18E-0B1A-3175-13681E0093F7}"/>
              </a:ext>
            </a:extLst>
          </p:cNvPr>
          <p:cNvGraphicFramePr/>
          <p:nvPr/>
        </p:nvGraphicFramePr>
        <p:xfrm>
          <a:off x="1226019" y="2239849"/>
          <a:ext cx="1288928" cy="1260780"/>
        </p:xfrm>
        <a:graphic>
          <a:graphicData uri="http://schemas.openxmlformats.org/drawingml/2006/diagram">
            <dgm:relIds xmlns:dgm="http://schemas.openxmlformats.org/drawingml/2006/diagram" xmlns:r="http://schemas.openxmlformats.org/officeDocument/2006/relationships" r:dm="rId61" r:lo="rId62" r:qs="rId63" r:cs="rId64"/>
          </a:graphicData>
        </a:graphic>
      </p:graphicFrame>
      <p:graphicFrame>
        <p:nvGraphicFramePr>
          <p:cNvPr id="26" name="Diagram 25">
            <a:extLst>
              <a:ext uri="{FF2B5EF4-FFF2-40B4-BE49-F238E27FC236}">
                <a16:creationId xmlns:a16="http://schemas.microsoft.com/office/drawing/2014/main" id="{B562893F-135E-B72A-84BD-3E647021E438}"/>
              </a:ext>
            </a:extLst>
          </p:cNvPr>
          <p:cNvGraphicFramePr/>
          <p:nvPr/>
        </p:nvGraphicFramePr>
        <p:xfrm>
          <a:off x="1169755" y="3610086"/>
          <a:ext cx="1589964" cy="1422782"/>
        </p:xfrm>
        <a:graphic>
          <a:graphicData uri="http://schemas.openxmlformats.org/drawingml/2006/diagram">
            <dgm:relIds xmlns:dgm="http://schemas.openxmlformats.org/drawingml/2006/diagram" xmlns:r="http://schemas.openxmlformats.org/officeDocument/2006/relationships" r:dm="rId66" r:lo="rId67" r:qs="rId68" r:cs="rId69"/>
          </a:graphicData>
        </a:graphic>
      </p:graphicFrame>
      <p:sp>
        <p:nvSpPr>
          <p:cNvPr id="32" name="Rectangle 31">
            <a:extLst>
              <a:ext uri="{FF2B5EF4-FFF2-40B4-BE49-F238E27FC236}">
                <a16:creationId xmlns:a16="http://schemas.microsoft.com/office/drawing/2014/main" id="{9738F4F8-E496-18D6-42A7-0B9A61440560}"/>
              </a:ext>
            </a:extLst>
          </p:cNvPr>
          <p:cNvSpPr/>
          <p:nvPr/>
        </p:nvSpPr>
        <p:spPr>
          <a:xfrm>
            <a:off x="1382091" y="2299646"/>
            <a:ext cx="1305825" cy="2764529"/>
          </a:xfrm>
          <a:prstGeom prst="rect">
            <a:avLst/>
          </a:prstGeom>
          <a:noFill/>
          <a:ln>
            <a:solidFill>
              <a:schemeClr val="accent1">
                <a:shade val="50000"/>
                <a:alpha val="5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1200" cap="none" spc="0" normalizeH="0" baseline="0" noProof="0">
              <a:ln>
                <a:noFill/>
              </a:ln>
              <a:solidFill>
                <a:srgbClr val="FFFFFF"/>
              </a:solidFill>
              <a:effectLst/>
              <a:uLnTx/>
              <a:uFillTx/>
              <a:latin typeface="Nokia Pure Text Light"/>
              <a:ea typeface="+mn-ea"/>
              <a:cs typeface="+mn-cs"/>
            </a:endParaRPr>
          </a:p>
        </p:txBody>
      </p:sp>
      <p:sp>
        <p:nvSpPr>
          <p:cNvPr id="33" name="Rectangle 32">
            <a:extLst>
              <a:ext uri="{FF2B5EF4-FFF2-40B4-BE49-F238E27FC236}">
                <a16:creationId xmlns:a16="http://schemas.microsoft.com/office/drawing/2014/main" id="{F8B6A6B0-6FA1-30B1-3AEF-68BC99CAF163}"/>
              </a:ext>
            </a:extLst>
          </p:cNvPr>
          <p:cNvSpPr/>
          <p:nvPr/>
        </p:nvSpPr>
        <p:spPr>
          <a:xfrm>
            <a:off x="2687916" y="2299645"/>
            <a:ext cx="1305825" cy="2764529"/>
          </a:xfrm>
          <a:prstGeom prst="rect">
            <a:avLst/>
          </a:prstGeom>
          <a:noFill/>
          <a:ln>
            <a:solidFill>
              <a:schemeClr val="accent1">
                <a:shade val="50000"/>
                <a:alpha val="5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1200" cap="none" spc="0" normalizeH="0" baseline="0" noProof="0">
              <a:ln>
                <a:noFill/>
              </a:ln>
              <a:solidFill>
                <a:srgbClr val="FFFFFF"/>
              </a:solidFill>
              <a:effectLst/>
              <a:uLnTx/>
              <a:uFillTx/>
              <a:latin typeface="Nokia Pure Text Light"/>
              <a:ea typeface="+mn-ea"/>
              <a:cs typeface="+mn-cs"/>
            </a:endParaRPr>
          </a:p>
        </p:txBody>
      </p:sp>
      <p:sp>
        <p:nvSpPr>
          <p:cNvPr id="34" name="Rectangle 33">
            <a:extLst>
              <a:ext uri="{FF2B5EF4-FFF2-40B4-BE49-F238E27FC236}">
                <a16:creationId xmlns:a16="http://schemas.microsoft.com/office/drawing/2014/main" id="{2F7E2B74-656A-832F-0458-7EE121802167}"/>
              </a:ext>
            </a:extLst>
          </p:cNvPr>
          <p:cNvSpPr/>
          <p:nvPr/>
        </p:nvSpPr>
        <p:spPr>
          <a:xfrm>
            <a:off x="3998624" y="2299645"/>
            <a:ext cx="2525006" cy="2764529"/>
          </a:xfrm>
          <a:prstGeom prst="rect">
            <a:avLst/>
          </a:prstGeom>
          <a:noFill/>
          <a:ln>
            <a:solidFill>
              <a:schemeClr val="accent1">
                <a:shade val="50000"/>
                <a:alpha val="5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1200" cap="none" spc="0" normalizeH="0" baseline="0" noProof="0">
              <a:ln>
                <a:noFill/>
              </a:ln>
              <a:solidFill>
                <a:srgbClr val="FFFFFF"/>
              </a:solidFill>
              <a:effectLst/>
              <a:uLnTx/>
              <a:uFillTx/>
              <a:latin typeface="Nokia Pure Text Light"/>
              <a:ea typeface="+mn-ea"/>
              <a:cs typeface="+mn-cs"/>
            </a:endParaRPr>
          </a:p>
        </p:txBody>
      </p:sp>
      <p:sp>
        <p:nvSpPr>
          <p:cNvPr id="35" name="Rectangle 34">
            <a:extLst>
              <a:ext uri="{FF2B5EF4-FFF2-40B4-BE49-F238E27FC236}">
                <a16:creationId xmlns:a16="http://schemas.microsoft.com/office/drawing/2014/main" id="{2E6B6D7B-70BD-1848-1A3B-839141D5713D}"/>
              </a:ext>
            </a:extLst>
          </p:cNvPr>
          <p:cNvSpPr/>
          <p:nvPr/>
        </p:nvSpPr>
        <p:spPr>
          <a:xfrm>
            <a:off x="6524505" y="2301350"/>
            <a:ext cx="1272264" cy="2764529"/>
          </a:xfrm>
          <a:prstGeom prst="rect">
            <a:avLst/>
          </a:prstGeom>
          <a:noFill/>
          <a:ln>
            <a:solidFill>
              <a:schemeClr val="accent1">
                <a:shade val="50000"/>
                <a:alpha val="5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1200" cap="none" spc="0" normalizeH="0" baseline="0" noProof="0">
              <a:ln>
                <a:noFill/>
              </a:ln>
              <a:solidFill>
                <a:srgbClr val="FFFFFF"/>
              </a:solidFill>
              <a:effectLst/>
              <a:uLnTx/>
              <a:uFillTx/>
              <a:latin typeface="Nokia Pure Text Light"/>
              <a:ea typeface="+mn-ea"/>
              <a:cs typeface="+mn-cs"/>
            </a:endParaRPr>
          </a:p>
        </p:txBody>
      </p:sp>
      <p:sp>
        <p:nvSpPr>
          <p:cNvPr id="36" name="Rectangle 35">
            <a:extLst>
              <a:ext uri="{FF2B5EF4-FFF2-40B4-BE49-F238E27FC236}">
                <a16:creationId xmlns:a16="http://schemas.microsoft.com/office/drawing/2014/main" id="{E35D8668-D2DD-2859-3ABE-4034523350E6}"/>
              </a:ext>
            </a:extLst>
          </p:cNvPr>
          <p:cNvSpPr/>
          <p:nvPr/>
        </p:nvSpPr>
        <p:spPr>
          <a:xfrm>
            <a:off x="7802393" y="2299645"/>
            <a:ext cx="1152685" cy="2764529"/>
          </a:xfrm>
          <a:prstGeom prst="rect">
            <a:avLst/>
          </a:prstGeom>
          <a:noFill/>
          <a:ln>
            <a:solidFill>
              <a:schemeClr val="accent1">
                <a:shade val="50000"/>
                <a:alpha val="5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1200" cap="none" spc="0" normalizeH="0" baseline="0" noProof="0">
              <a:ln>
                <a:noFill/>
              </a:ln>
              <a:solidFill>
                <a:srgbClr val="FFFFFF"/>
              </a:solidFill>
              <a:effectLst/>
              <a:uLnTx/>
              <a:uFillTx/>
              <a:latin typeface="Nokia Pure Text Light"/>
              <a:ea typeface="+mn-ea"/>
              <a:cs typeface="+mn-cs"/>
            </a:endParaRPr>
          </a:p>
        </p:txBody>
      </p:sp>
      <p:sp>
        <p:nvSpPr>
          <p:cNvPr id="37" name="TextBox 36">
            <a:extLst>
              <a:ext uri="{FF2B5EF4-FFF2-40B4-BE49-F238E27FC236}">
                <a16:creationId xmlns:a16="http://schemas.microsoft.com/office/drawing/2014/main" id="{29E1A90A-E2AD-54E0-8970-A457AB5ED45A}"/>
              </a:ext>
            </a:extLst>
          </p:cNvPr>
          <p:cNvSpPr txBox="1"/>
          <p:nvPr/>
        </p:nvSpPr>
        <p:spPr>
          <a:xfrm>
            <a:off x="7762884" y="2246746"/>
            <a:ext cx="702483" cy="282843"/>
          </a:xfrm>
          <a:prstGeom prst="rect">
            <a:avLst/>
          </a:prstGeom>
          <a:noFill/>
        </p:spPr>
        <p:txBody>
          <a:bodyPr wrap="square" lIns="72000" tIns="72000" rIns="72000" bIns="72000" rtlCol="0">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050" b="1" i="0" u="none" strike="noStrike" kern="1200" cap="none" spc="0" normalizeH="0" baseline="0" noProof="0">
                <a:ln>
                  <a:noFill/>
                </a:ln>
                <a:solidFill>
                  <a:srgbClr val="00B050"/>
                </a:solidFill>
                <a:effectLst/>
                <a:uLnTx/>
                <a:uFillTx/>
                <a:latin typeface="Meiryo UI" panose="020B0604030504040204" pitchFamily="34" charset="-128"/>
                <a:ea typeface="Meiryo UI" panose="020B0604030504040204" pitchFamily="34" charset="-128"/>
                <a:cs typeface="+mn-cs"/>
              </a:rPr>
              <a:t>CI</a:t>
            </a:r>
          </a:p>
        </p:txBody>
      </p:sp>
      <p:sp>
        <p:nvSpPr>
          <p:cNvPr id="38" name="TextBox 37">
            <a:extLst>
              <a:ext uri="{FF2B5EF4-FFF2-40B4-BE49-F238E27FC236}">
                <a16:creationId xmlns:a16="http://schemas.microsoft.com/office/drawing/2014/main" id="{AF6BC619-9C07-944C-3839-D4C3550583E2}"/>
              </a:ext>
            </a:extLst>
          </p:cNvPr>
          <p:cNvSpPr txBox="1"/>
          <p:nvPr/>
        </p:nvSpPr>
        <p:spPr>
          <a:xfrm>
            <a:off x="6150008" y="1399506"/>
            <a:ext cx="560127" cy="282843"/>
          </a:xfrm>
          <a:prstGeom prst="rect">
            <a:avLst/>
          </a:prstGeom>
          <a:noFill/>
        </p:spPr>
        <p:txBody>
          <a:bodyPr wrap="square" lIns="72000" tIns="72000" rIns="72000" bIns="72000" rtlCol="0">
            <a:noAutofit/>
          </a:bodyPr>
          <a:lstStyle/>
          <a:p>
            <a:pPr marL="0" marR="0" lvl="0" indent="0" algn="ctr" defTabSz="457200" rtl="0" eaLnBrk="1" fontAlgn="auto" latinLnBrk="0" hangingPunct="1">
              <a:lnSpc>
                <a:spcPct val="100000"/>
              </a:lnSpc>
              <a:spcBef>
                <a:spcPts val="0"/>
              </a:spcBef>
              <a:spcAft>
                <a:spcPts val="300"/>
              </a:spcAft>
              <a:buClrTx/>
              <a:buSzPct val="100000"/>
              <a:buFontTx/>
              <a:buNone/>
              <a:tabLst/>
              <a:defRPr/>
            </a:pPr>
            <a:r>
              <a:rPr kumimoji="0" lang="en-US" sz="1050" b="1" i="0" u="none" strike="noStrike" kern="1200" cap="none" spc="0" normalizeH="0" baseline="0" noProof="0">
                <a:ln>
                  <a:noFill/>
                </a:ln>
                <a:solidFill>
                  <a:srgbClr val="00B050"/>
                </a:solidFill>
                <a:effectLst/>
                <a:uLnTx/>
                <a:uFillTx/>
                <a:latin typeface="Meiryo UI" panose="020B0604030504040204" pitchFamily="34" charset="-128"/>
                <a:ea typeface="Meiryo UI" panose="020B0604030504040204" pitchFamily="34" charset="-128"/>
                <a:cs typeface="+mn-cs"/>
              </a:rPr>
              <a:t>CI</a:t>
            </a:r>
          </a:p>
        </p:txBody>
      </p:sp>
      <p:sp>
        <p:nvSpPr>
          <p:cNvPr id="3" name="Rectangle 2">
            <a:extLst>
              <a:ext uri="{FF2B5EF4-FFF2-40B4-BE49-F238E27FC236}">
                <a16:creationId xmlns:a16="http://schemas.microsoft.com/office/drawing/2014/main" id="{4B40951D-0FC9-2BA6-5740-393CEBE54D40}"/>
              </a:ext>
            </a:extLst>
          </p:cNvPr>
          <p:cNvSpPr/>
          <p:nvPr/>
        </p:nvSpPr>
        <p:spPr>
          <a:xfrm>
            <a:off x="5346490" y="3432800"/>
            <a:ext cx="1181029" cy="165967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rPr>
              <a:t> MS</a:t>
            </a:r>
            <a:endParaRPr kumimoji="0" lang="en-GB" sz="1000" b="1" i="0" u="none" strike="noStrike" kern="1200" cap="none" spc="0" normalizeH="0" baseline="0" noProof="0">
              <a:ln>
                <a:noFill/>
              </a:ln>
              <a:solidFill>
                <a:srgbClr val="008000"/>
              </a:solidFill>
              <a:effectLst/>
              <a:uLnTx/>
              <a:uFillTx/>
              <a:latin typeface="Meiryo UI" panose="020B0604030504040204" pitchFamily="34" charset="-128"/>
              <a:ea typeface="Meiryo UI" panose="020B0604030504040204" pitchFamily="34" charset="-128"/>
              <a:cs typeface="+mn-cs"/>
            </a:endParaRPr>
          </a:p>
        </p:txBody>
      </p:sp>
      <p:graphicFrame>
        <p:nvGraphicFramePr>
          <p:cNvPr id="27" name="Diagram 26">
            <a:extLst>
              <a:ext uri="{FF2B5EF4-FFF2-40B4-BE49-F238E27FC236}">
                <a16:creationId xmlns:a16="http://schemas.microsoft.com/office/drawing/2014/main" id="{6517B2A3-E633-AD8D-6517-627681CDF4F4}"/>
              </a:ext>
            </a:extLst>
          </p:cNvPr>
          <p:cNvGraphicFramePr/>
          <p:nvPr/>
        </p:nvGraphicFramePr>
        <p:xfrm>
          <a:off x="5066475" y="3605414"/>
          <a:ext cx="1589964" cy="1422782"/>
        </p:xfrm>
        <a:graphic>
          <a:graphicData uri="http://schemas.openxmlformats.org/drawingml/2006/diagram">
            <dgm:relIds xmlns:dgm="http://schemas.openxmlformats.org/drawingml/2006/diagram" xmlns:r="http://schemas.openxmlformats.org/officeDocument/2006/relationships" r:dm="rId71" r:lo="rId72" r:qs="rId73" r:cs="rId74"/>
          </a:graphicData>
        </a:graphic>
      </p:graphicFrame>
      <p:sp>
        <p:nvSpPr>
          <p:cNvPr id="5" name="Rectangle 4">
            <a:extLst>
              <a:ext uri="{FF2B5EF4-FFF2-40B4-BE49-F238E27FC236}">
                <a16:creationId xmlns:a16="http://schemas.microsoft.com/office/drawing/2014/main" id="{3EEEB1C1-FBE9-1189-E24B-BEC6A0592A62}"/>
              </a:ext>
            </a:extLst>
          </p:cNvPr>
          <p:cNvSpPr/>
          <p:nvPr/>
        </p:nvSpPr>
        <p:spPr>
          <a:xfrm>
            <a:off x="197591" y="2299645"/>
            <a:ext cx="2494654" cy="27850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1200" cap="none" spc="0" normalizeH="0" baseline="0" noProof="0">
              <a:ln>
                <a:noFill/>
              </a:ln>
              <a:solidFill>
                <a:srgbClr val="FFFFFF"/>
              </a:solidFill>
              <a:effectLst/>
              <a:uLnTx/>
              <a:uFillTx/>
              <a:latin typeface="Nokia Pure Text Light"/>
              <a:ea typeface="+mn-ea"/>
              <a:cs typeface="+mn-cs"/>
            </a:endParaRPr>
          </a:p>
        </p:txBody>
      </p:sp>
      <p:sp>
        <p:nvSpPr>
          <p:cNvPr id="10" name="Speech Bubble: Rectangle 9">
            <a:extLst>
              <a:ext uri="{FF2B5EF4-FFF2-40B4-BE49-F238E27FC236}">
                <a16:creationId xmlns:a16="http://schemas.microsoft.com/office/drawing/2014/main" id="{24E6B5E8-54D7-EEA1-F9BB-CABC05FE9EBD}"/>
              </a:ext>
            </a:extLst>
          </p:cNvPr>
          <p:cNvSpPr/>
          <p:nvPr/>
        </p:nvSpPr>
        <p:spPr>
          <a:xfrm>
            <a:off x="223467" y="838748"/>
            <a:ext cx="1948233" cy="1028151"/>
          </a:xfrm>
          <a:prstGeom prst="wedgeRectCallout">
            <a:avLst>
              <a:gd name="adj1" fmla="val -1276"/>
              <a:gd name="adj2" fmla="val 87935"/>
            </a:avLst>
          </a:prstGeom>
          <a:solidFill>
            <a:schemeClr val="tx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1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These nodes are managed by KDDI </a:t>
            </a:r>
            <a:r>
              <a:rPr kumimoji="0" lang="ja-JP" altLang="en-US" sz="11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認証</a:t>
            </a:r>
            <a:r>
              <a:rPr kumimoji="0" lang="en-US" altLang="ja-JP" sz="11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Core</a:t>
            </a:r>
            <a:r>
              <a:rPr kumimoji="0" lang="ja-JP" altLang="en-US" sz="11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 </a:t>
            </a:r>
            <a:r>
              <a:rPr kumimoji="0" lang="en-US" altLang="ja-JP" sz="11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department and VoLTE PGM Umeda-</a:t>
            </a:r>
            <a:r>
              <a:rPr kumimoji="0" lang="en-US" altLang="ja-JP" sz="1100" b="0" i="0" u="none" strike="noStrike" kern="1200" cap="none" spc="0" normalizeH="0" baseline="0" noProof="0" err="1">
                <a:ln>
                  <a:noFill/>
                </a:ln>
                <a:solidFill>
                  <a:srgbClr val="124191"/>
                </a:solidFill>
                <a:effectLst/>
                <a:uLnTx/>
                <a:uFillTx/>
                <a:latin typeface="Meiryo UI" panose="020B0604030504040204" pitchFamily="34" charset="-128"/>
                <a:ea typeface="Meiryo UI" panose="020B0604030504040204" pitchFamily="34" charset="-128"/>
                <a:cs typeface="+mn-cs"/>
              </a:rPr>
              <a:t>san</a:t>
            </a:r>
            <a:r>
              <a:rPr kumimoji="0" lang="en-US" altLang="ja-JP" sz="11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 manage those nodes.</a:t>
            </a:r>
          </a:p>
          <a:p>
            <a:pPr marL="0" marR="0" lvl="0" indent="0" algn="l" defTabSz="457200" rtl="0" eaLnBrk="1" fontAlgn="auto" latinLnBrk="0" hangingPunct="1">
              <a:lnSpc>
                <a:spcPct val="100000"/>
              </a:lnSpc>
              <a:spcBef>
                <a:spcPts val="0"/>
              </a:spcBef>
              <a:spcAft>
                <a:spcPts val="300"/>
              </a:spcAft>
              <a:buClrTx/>
              <a:buSzPct val="100000"/>
              <a:buFontTx/>
              <a:buNone/>
              <a:tabLst/>
              <a:defRPr/>
            </a:pPr>
            <a:r>
              <a:rPr kumimoji="0" lang="en-US" sz="1100" b="0" i="0" u="none" strike="noStrike" kern="1200" cap="none" spc="0" normalizeH="0" baseline="0" noProof="0">
                <a:ln>
                  <a:noFill/>
                </a:ln>
                <a:solidFill>
                  <a:srgbClr val="124191"/>
                </a:solidFill>
                <a:effectLst/>
                <a:uLnTx/>
                <a:uFillTx/>
                <a:latin typeface="Meiryo UI" panose="020B0604030504040204" pitchFamily="34" charset="-128"/>
                <a:ea typeface="Meiryo UI" panose="020B0604030504040204" pitchFamily="34" charset="-128"/>
                <a:cs typeface="+mn-cs"/>
              </a:rPr>
              <a:t> </a:t>
            </a:r>
          </a:p>
        </p:txBody>
      </p:sp>
      <p:sp>
        <p:nvSpPr>
          <p:cNvPr id="28" name="Rectangle 27">
            <a:extLst>
              <a:ext uri="{FF2B5EF4-FFF2-40B4-BE49-F238E27FC236}">
                <a16:creationId xmlns:a16="http://schemas.microsoft.com/office/drawing/2014/main" id="{A9B1874C-1D36-B36C-404F-81E481F90C30}"/>
              </a:ext>
            </a:extLst>
          </p:cNvPr>
          <p:cNvSpPr/>
          <p:nvPr/>
        </p:nvSpPr>
        <p:spPr>
          <a:xfrm>
            <a:off x="308344" y="3610594"/>
            <a:ext cx="4705430" cy="300059"/>
          </a:xfrm>
          <a:prstGeom prst="rect">
            <a:avLst/>
          </a:prstGeom>
          <a:solidFill>
            <a:schemeClr val="bg1"/>
          </a:solidFill>
          <a:ln>
            <a:gradFill>
              <a:gsLst>
                <a:gs pos="30000">
                  <a:schemeClr val="accent1">
                    <a:lumMod val="5000"/>
                    <a:lumOff val="95000"/>
                  </a:schemeClr>
                </a:gs>
                <a:gs pos="0">
                  <a:schemeClr val="accent1">
                    <a:lumMod val="45000"/>
                    <a:lumOff val="55000"/>
                  </a:schemeClr>
                </a:gs>
                <a:gs pos="39000">
                  <a:schemeClr val="accent1">
                    <a:lumMod val="45000"/>
                    <a:lumOff val="55000"/>
                  </a:schemeClr>
                </a:gs>
                <a:gs pos="74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300"/>
              </a:spcAft>
              <a:buClrTx/>
              <a:buSzPct val="100000"/>
              <a:buFontTx/>
              <a:buNone/>
              <a:tabLst/>
              <a:defRPr/>
            </a:pPr>
            <a:r>
              <a:rPr kumimoji="0" lang="en-US" sz="900" b="1" i="0" u="none" strike="noStrike" kern="1200" cap="none" spc="0" normalizeH="0" baseline="0" noProof="0">
                <a:ln>
                  <a:noFill/>
                </a:ln>
                <a:solidFill>
                  <a:srgbClr val="124191"/>
                </a:solidFill>
                <a:effectLst/>
                <a:uLnTx/>
                <a:uFillTx/>
                <a:latin typeface="Meiryo UI"/>
                <a:ea typeface="Meiryo UI"/>
                <a:cs typeface="+mn-cs"/>
              </a:rPr>
              <a:t>TDL</a:t>
            </a:r>
            <a:r>
              <a:rPr kumimoji="0" lang="en-US" sz="900" b="0" i="0" u="none" strike="noStrike" kern="1200" cap="none" spc="0" normalizeH="0" baseline="0" noProof="0">
                <a:ln>
                  <a:noFill/>
                </a:ln>
                <a:solidFill>
                  <a:srgbClr val="124191"/>
                </a:solidFill>
                <a:effectLst/>
                <a:uLnTx/>
                <a:uFillTx/>
                <a:latin typeface="Meiryo UI"/>
                <a:ea typeface="Meiryo UI"/>
                <a:cs typeface="+mn-cs"/>
              </a:rPr>
              <a:t> </a:t>
            </a:r>
            <a:r>
              <a:rPr kumimoji="0" lang="en-US" sz="800" b="0" i="0" u="none" strike="noStrike" kern="1200" cap="none" spc="0" normalizeH="0" baseline="0" noProof="0">
                <a:ln>
                  <a:noFill/>
                </a:ln>
                <a:solidFill>
                  <a:srgbClr val="00B050"/>
                </a:solidFill>
                <a:effectLst/>
                <a:uLnTx/>
                <a:uFillTx/>
                <a:latin typeface="Meiryo UI"/>
                <a:ea typeface="Meiryo UI"/>
                <a:cs typeface="+mn-cs"/>
              </a:rPr>
              <a:t>Rahul.12.Kumar (E2E)</a:t>
            </a:r>
            <a:endParaRPr kumimoji="0" lang="en-US" sz="900" b="0" i="0" u="none" strike="noStrike" kern="1200" cap="none" spc="0" normalizeH="0" baseline="0" noProof="0">
              <a:ln>
                <a:noFill/>
              </a:ln>
              <a:solidFill>
                <a:srgbClr val="00B050"/>
              </a:solidFill>
              <a:effectLst/>
              <a:uLnTx/>
              <a:uFillTx/>
              <a:latin typeface="Meiryo UI"/>
              <a:ea typeface="Meiryo UI"/>
              <a:cs typeface="+mn-cs"/>
            </a:endParaRPr>
          </a:p>
        </p:txBody>
      </p:sp>
    </p:spTree>
    <p:extLst>
      <p:ext uri="{BB962C8B-B14F-4D97-AF65-F5344CB8AC3E}">
        <p14:creationId xmlns:p14="http://schemas.microsoft.com/office/powerpoint/2010/main" val="4046609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FE425B-7490-16DB-2601-1561CA2FB940}"/>
              </a:ext>
            </a:extLst>
          </p:cNvPr>
          <p:cNvSpPr>
            <a:spLocks noGrp="1"/>
          </p:cNvSpPr>
          <p:nvPr>
            <p:ph type="body" sz="quarter" idx="12"/>
          </p:nvPr>
        </p:nvSpPr>
        <p:spPr>
          <a:xfrm>
            <a:off x="76200" y="0"/>
            <a:ext cx="8232600" cy="340654"/>
          </a:xfrm>
        </p:spPr>
        <p:txBody>
          <a:bodyPr/>
          <a:lstStyle/>
          <a:p>
            <a:r>
              <a:rPr lang="en-US"/>
              <a:t>Project Plan &amp; Critical Path</a:t>
            </a:r>
            <a:endParaRPr lang="pl-PL"/>
          </a:p>
        </p:txBody>
      </p:sp>
      <p:sp>
        <p:nvSpPr>
          <p:cNvPr id="6" name="Footer Placeholder 5">
            <a:extLst>
              <a:ext uri="{FF2B5EF4-FFF2-40B4-BE49-F238E27FC236}">
                <a16:creationId xmlns:a16="http://schemas.microsoft.com/office/drawing/2014/main" id="{5AF094E8-D576-022C-158E-D37A44424D19}"/>
              </a:ext>
            </a:extLst>
          </p:cNvPr>
          <p:cNvSpPr>
            <a:spLocks noGrp="1"/>
          </p:cNvSpPr>
          <p:nvPr>
            <p:ph type="ftr" sz="quarter" idx="3"/>
          </p:nvPr>
        </p:nvSpPr>
        <p:spPr/>
        <p:txBody>
          <a:bodyPr/>
          <a:lstStyle/>
          <a:p>
            <a:r>
              <a:rPr lang="en-US"/>
              <a:t>Nokia Internal Use</a:t>
            </a:r>
          </a:p>
        </p:txBody>
      </p:sp>
      <p:pic>
        <p:nvPicPr>
          <p:cNvPr id="7" name="Picture 6">
            <a:extLst>
              <a:ext uri="{FF2B5EF4-FFF2-40B4-BE49-F238E27FC236}">
                <a16:creationId xmlns:a16="http://schemas.microsoft.com/office/drawing/2014/main" id="{62F414AB-1F67-1B97-E700-B570ED031D36}"/>
              </a:ext>
            </a:extLst>
          </p:cNvPr>
          <p:cNvPicPr>
            <a:picLocks noChangeAspect="1"/>
          </p:cNvPicPr>
          <p:nvPr/>
        </p:nvPicPr>
        <p:blipFill>
          <a:blip r:embed="rId3"/>
          <a:srcRect b="15479"/>
          <a:stretch/>
        </p:blipFill>
        <p:spPr>
          <a:xfrm>
            <a:off x="0" y="2435962"/>
            <a:ext cx="9144000" cy="2288438"/>
          </a:xfrm>
          <a:prstGeom prst="rect">
            <a:avLst/>
          </a:prstGeom>
        </p:spPr>
      </p:pic>
      <p:pic>
        <p:nvPicPr>
          <p:cNvPr id="10" name="Picture 9">
            <a:extLst>
              <a:ext uri="{FF2B5EF4-FFF2-40B4-BE49-F238E27FC236}">
                <a16:creationId xmlns:a16="http://schemas.microsoft.com/office/drawing/2014/main" id="{5C22390C-D454-6A59-86A2-435B3FDC481F}"/>
              </a:ext>
            </a:extLst>
          </p:cNvPr>
          <p:cNvPicPr>
            <a:picLocks noChangeAspect="1"/>
          </p:cNvPicPr>
          <p:nvPr/>
        </p:nvPicPr>
        <p:blipFill>
          <a:blip r:embed="rId4"/>
          <a:stretch>
            <a:fillRect/>
          </a:stretch>
        </p:blipFill>
        <p:spPr>
          <a:xfrm>
            <a:off x="0" y="340654"/>
            <a:ext cx="9144000" cy="2746360"/>
          </a:xfrm>
          <a:prstGeom prst="rect">
            <a:avLst/>
          </a:prstGeom>
        </p:spPr>
      </p:pic>
      <p:sp>
        <p:nvSpPr>
          <p:cNvPr id="14" name="Rectangle: Rounded Corners 13">
            <a:extLst>
              <a:ext uri="{FF2B5EF4-FFF2-40B4-BE49-F238E27FC236}">
                <a16:creationId xmlns:a16="http://schemas.microsoft.com/office/drawing/2014/main" id="{35E3F5CE-9C5D-D593-48AF-7B694EE2DC5D}"/>
              </a:ext>
            </a:extLst>
          </p:cNvPr>
          <p:cNvSpPr/>
          <p:nvPr/>
        </p:nvSpPr>
        <p:spPr>
          <a:xfrm>
            <a:off x="355513" y="1224897"/>
            <a:ext cx="504000" cy="144000"/>
          </a:xfrm>
          <a:prstGeom prst="round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LV618A</a:t>
            </a:r>
            <a:endParaRPr lang="en-US" sz="800">
              <a:solidFill>
                <a:schemeClr val="bg1"/>
              </a:solidFill>
              <a:latin typeface="Arial Narrow" panose="020B060602020203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A860E64D-545F-3599-A384-947AA45A262B}"/>
              </a:ext>
            </a:extLst>
          </p:cNvPr>
          <p:cNvSpPr/>
          <p:nvPr/>
        </p:nvSpPr>
        <p:spPr>
          <a:xfrm>
            <a:off x="355513" y="2332594"/>
            <a:ext cx="504000" cy="144000"/>
          </a:xfrm>
          <a:prstGeom prst="round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LV618B</a:t>
            </a:r>
            <a:endParaRPr lang="en-US" sz="1000">
              <a:solidFill>
                <a:schemeClr val="bg1"/>
              </a:solidFill>
              <a:latin typeface="Arial Narrow" panose="020B0606020202030204" pitchFamily="34" charset="0"/>
              <a:cs typeface="Arial" panose="020B0604020202020204" pitchFamily="34" charset="0"/>
            </a:endParaRPr>
          </a:p>
        </p:txBody>
      </p:sp>
      <p:sp>
        <p:nvSpPr>
          <p:cNvPr id="16" name="Rectangle: Rounded Corners 15">
            <a:extLst>
              <a:ext uri="{FF2B5EF4-FFF2-40B4-BE49-F238E27FC236}">
                <a16:creationId xmlns:a16="http://schemas.microsoft.com/office/drawing/2014/main" id="{48AE1048-E77A-4A0E-A818-33846C60720F}"/>
              </a:ext>
            </a:extLst>
          </p:cNvPr>
          <p:cNvSpPr/>
          <p:nvPr/>
        </p:nvSpPr>
        <p:spPr>
          <a:xfrm>
            <a:off x="355513" y="1728480"/>
            <a:ext cx="504000" cy="144000"/>
          </a:xfrm>
          <a:prstGeom prst="round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LV618A</a:t>
            </a:r>
            <a:endParaRPr lang="en-US" sz="800">
              <a:solidFill>
                <a:schemeClr val="bg1"/>
              </a:solidFill>
              <a:latin typeface="Arial Narrow" panose="020B0606020202030204" pitchFamily="34" charset="0"/>
              <a:cs typeface="Arial" panose="020B0604020202020204" pitchFamily="34" charset="0"/>
            </a:endParaRPr>
          </a:p>
        </p:txBody>
      </p:sp>
      <p:sp>
        <p:nvSpPr>
          <p:cNvPr id="17" name="Rectangle: Rounded Corners 16">
            <a:extLst>
              <a:ext uri="{FF2B5EF4-FFF2-40B4-BE49-F238E27FC236}">
                <a16:creationId xmlns:a16="http://schemas.microsoft.com/office/drawing/2014/main" id="{45167DFC-AC03-5B98-0693-E3A65FF127CB}"/>
              </a:ext>
            </a:extLst>
          </p:cNvPr>
          <p:cNvSpPr/>
          <p:nvPr/>
        </p:nvSpPr>
        <p:spPr>
          <a:xfrm>
            <a:off x="355513" y="3438011"/>
            <a:ext cx="504000" cy="144000"/>
          </a:xfrm>
          <a:prstGeom prst="round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LV618A</a:t>
            </a:r>
            <a:endParaRPr lang="en-US" sz="800">
              <a:solidFill>
                <a:schemeClr val="bg1"/>
              </a:solidFill>
              <a:latin typeface="Arial Narrow" panose="020B060602020203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C07A78C9-32A0-BE39-DA6F-08C5A4142E1A}"/>
              </a:ext>
            </a:extLst>
          </p:cNvPr>
          <p:cNvSpPr/>
          <p:nvPr/>
        </p:nvSpPr>
        <p:spPr>
          <a:xfrm>
            <a:off x="355513" y="3948220"/>
            <a:ext cx="504000" cy="144000"/>
          </a:xfrm>
          <a:prstGeom prst="round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LV618A</a:t>
            </a:r>
            <a:endParaRPr lang="en-US" sz="800">
              <a:solidFill>
                <a:schemeClr val="bg1"/>
              </a:solidFill>
              <a:latin typeface="Arial Narrow" panose="020B060602020203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66BCF5C3-DEDA-9DB4-F386-1FDE684D87B7}"/>
              </a:ext>
            </a:extLst>
          </p:cNvPr>
          <p:cNvSpPr/>
          <p:nvPr/>
        </p:nvSpPr>
        <p:spPr>
          <a:xfrm>
            <a:off x="355513" y="4498186"/>
            <a:ext cx="504000" cy="144000"/>
          </a:xfrm>
          <a:prstGeom prst="round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LV618A</a:t>
            </a:r>
            <a:endParaRPr lang="en-US" sz="800">
              <a:solidFill>
                <a:schemeClr val="bg1"/>
              </a:solidFill>
              <a:latin typeface="Arial Narrow" panose="020B0606020202030204" pitchFamily="34" charset="0"/>
              <a:cs typeface="Arial" panose="020B0604020202020204" pitchFamily="34" charset="0"/>
            </a:endParaRPr>
          </a:p>
        </p:txBody>
      </p:sp>
      <p:sp>
        <p:nvSpPr>
          <p:cNvPr id="21" name="Rectangle: Rounded Corners 20">
            <a:extLst>
              <a:ext uri="{FF2B5EF4-FFF2-40B4-BE49-F238E27FC236}">
                <a16:creationId xmlns:a16="http://schemas.microsoft.com/office/drawing/2014/main" id="{33DEFEDD-464E-FC0A-C2BF-2EB29DC6F019}"/>
              </a:ext>
            </a:extLst>
          </p:cNvPr>
          <p:cNvSpPr/>
          <p:nvPr/>
        </p:nvSpPr>
        <p:spPr>
          <a:xfrm>
            <a:off x="355513" y="2882559"/>
            <a:ext cx="504000" cy="144000"/>
          </a:xfrm>
          <a:prstGeom prst="round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LV618B</a:t>
            </a:r>
            <a:endParaRPr lang="en-US" sz="1000">
              <a:solidFill>
                <a:schemeClr val="bg1"/>
              </a:solidFill>
              <a:latin typeface="Arial Narrow" panose="020B0606020202030204" pitchFamily="34" charset="0"/>
              <a:cs typeface="Arial" panose="020B0604020202020204" pitchFamily="34" charset="0"/>
            </a:endParaRPr>
          </a:p>
        </p:txBody>
      </p:sp>
      <p:cxnSp>
        <p:nvCxnSpPr>
          <p:cNvPr id="4" name="Straight Connector 3">
            <a:extLst>
              <a:ext uri="{FF2B5EF4-FFF2-40B4-BE49-F238E27FC236}">
                <a16:creationId xmlns:a16="http://schemas.microsoft.com/office/drawing/2014/main" id="{FF1C2B7A-00A3-1E50-82CD-4A0428F89D2E}"/>
              </a:ext>
            </a:extLst>
          </p:cNvPr>
          <p:cNvCxnSpPr>
            <a:cxnSpLocks/>
            <a:stCxn id="5" idx="2"/>
          </p:cNvCxnSpPr>
          <p:nvPr/>
        </p:nvCxnSpPr>
        <p:spPr>
          <a:xfrm>
            <a:off x="4711148" y="594485"/>
            <a:ext cx="0" cy="412991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A486ECF-AF20-AF1F-E06A-33695B7D38AE}"/>
              </a:ext>
            </a:extLst>
          </p:cNvPr>
          <p:cNvSpPr/>
          <p:nvPr/>
        </p:nvSpPr>
        <p:spPr>
          <a:xfrm>
            <a:off x="4379843" y="416376"/>
            <a:ext cx="662609" cy="178109"/>
          </a:xfrm>
          <a:prstGeom prst="rect">
            <a:avLst/>
          </a:prstGeom>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Aft>
                <a:spcPts val="300"/>
              </a:spcAft>
              <a:buSzPct val="100000"/>
            </a:pPr>
            <a:r>
              <a:rPr lang="en-US" sz="1200">
                <a:solidFill>
                  <a:schemeClr val="tx2"/>
                </a:solidFill>
                <a:latin typeface="Meiryo UI" panose="020B0604030504040204" pitchFamily="50" charset="-128"/>
                <a:ea typeface="Meiryo UI" panose="020B0604030504040204" pitchFamily="50" charset="-128"/>
              </a:rPr>
              <a:t>Now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820D7C14-030B-A939-4BFB-B55419EB3398}"/>
              </a:ext>
            </a:extLst>
          </p:cNvPr>
          <p:cNvSpPr>
            <a:spLocks noGrp="1"/>
          </p:cNvSpPr>
          <p:nvPr>
            <p:ph type="ftr" sz="quarter" idx="3"/>
          </p:nvPr>
        </p:nvSpPr>
        <p:spPr/>
        <p:txBody>
          <a:bodyPr/>
          <a:lstStyle/>
          <a:p>
            <a:r>
              <a:rPr lang="en-US"/>
              <a:t>Nokia Internal Use</a:t>
            </a:r>
          </a:p>
        </p:txBody>
      </p:sp>
      <p:sp>
        <p:nvSpPr>
          <p:cNvPr id="7" name="Text Placeholder 1">
            <a:extLst>
              <a:ext uri="{FF2B5EF4-FFF2-40B4-BE49-F238E27FC236}">
                <a16:creationId xmlns:a16="http://schemas.microsoft.com/office/drawing/2014/main" id="{DE6308FA-703B-90EA-E099-1CD31182D069}"/>
              </a:ext>
            </a:extLst>
          </p:cNvPr>
          <p:cNvSpPr txBox="1">
            <a:spLocks/>
          </p:cNvSpPr>
          <p:nvPr/>
        </p:nvSpPr>
        <p:spPr>
          <a:xfrm>
            <a:off x="104020" y="0"/>
            <a:ext cx="8204779"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240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Acceptance Criteria</a:t>
            </a:r>
            <a:endParaRPr lang="pl-PL"/>
          </a:p>
        </p:txBody>
      </p:sp>
      <p:sp>
        <p:nvSpPr>
          <p:cNvPr id="8" name="TextBox 7">
            <a:extLst>
              <a:ext uri="{FF2B5EF4-FFF2-40B4-BE49-F238E27FC236}">
                <a16:creationId xmlns:a16="http://schemas.microsoft.com/office/drawing/2014/main" id="{0FA7EF38-C5F1-5A97-58D5-495B5A4F21AA}"/>
              </a:ext>
            </a:extLst>
          </p:cNvPr>
          <p:cNvSpPr txBox="1"/>
          <p:nvPr/>
        </p:nvSpPr>
        <p:spPr>
          <a:xfrm>
            <a:off x="523904" y="918778"/>
            <a:ext cx="8212449" cy="2769989"/>
          </a:xfrm>
          <a:prstGeom prst="rect">
            <a:avLst/>
          </a:prstGeom>
          <a:noFill/>
          <a:ln>
            <a:noFill/>
          </a:ln>
        </p:spPr>
        <p:txBody>
          <a:bodyPr wrap="square" lIns="0" tIns="0" rIns="0" bIns="0" rtlCol="0" anchor="t">
            <a:sp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ja-JP" altLang="en-US" sz="1050" b="0" i="0" u="none" strike="noStrike" kern="1200" cap="none" spc="0" normalizeH="0" baseline="0" noProof="1">
                <a:ln>
                  <a:noFill/>
                </a:ln>
                <a:solidFill>
                  <a:schemeClr val="tx2"/>
                </a:solidFill>
                <a:effectLst/>
                <a:uLnTx/>
                <a:uFillTx/>
                <a:latin typeface="Meiryo UI"/>
                <a:ea typeface="Meiryo UI"/>
                <a:cs typeface="+mn-cs"/>
              </a:rPr>
              <a:t>■</a:t>
            </a:r>
            <a:r>
              <a:rPr lang="en-US" altLang="ja-JP" sz="1050" b="0" i="0" kern="1200" noProof="1">
                <a:solidFill>
                  <a:srgbClr val="124191"/>
                </a:solidFill>
                <a:effectLst/>
                <a:latin typeface="Meiryo UI"/>
                <a:ea typeface="Meiryo UI"/>
                <a:cs typeface="+mn-cs"/>
              </a:rPr>
              <a:t>Acceptance 1:</a:t>
            </a:r>
            <a:r>
              <a:rPr kumimoji="0" lang="ja-JP" altLang="en-US" sz="1050" b="0" i="0" u="none" strike="noStrike" kern="1200" cap="none" spc="0" normalizeH="0" baseline="0" noProof="1">
                <a:ln>
                  <a:noFill/>
                </a:ln>
                <a:solidFill>
                  <a:schemeClr val="tx2"/>
                </a:solidFill>
                <a:effectLst/>
                <a:uLnTx/>
                <a:uFillTx/>
                <a:latin typeface="Meiryo UI"/>
                <a:ea typeface="Meiryo UI"/>
                <a:cs typeface="+mn-cs"/>
              </a:rPr>
              <a:t> </a:t>
            </a:r>
            <a:r>
              <a:rPr lang="ja-JP" altLang="en-US" sz="1050" noProof="1">
                <a:solidFill>
                  <a:srgbClr val="124191"/>
                </a:solidFill>
                <a:latin typeface="Meiryo UI"/>
                <a:ea typeface="Meiryo UI"/>
              </a:rPr>
              <a:t>Assumed October 2025</a:t>
            </a:r>
            <a:endParaRPr lang="en-US" altLang="ja-JP" sz="1050">
              <a:solidFill>
                <a:srgbClr val="124191"/>
              </a:solidFill>
              <a:latin typeface="Meiryo UI"/>
              <a:ea typeface="Meiryo UI"/>
            </a:endParaRPr>
          </a:p>
          <a:p>
            <a:pPr defTabSz="180000">
              <a:spcAft>
                <a:spcPts val="300"/>
              </a:spcAft>
              <a:tabLst>
                <a:tab pos="180000" algn="l"/>
              </a:tabLst>
            </a:pPr>
            <a:r>
              <a:rPr lang="ja-JP" altLang="en-US" sz="1050">
                <a:solidFill>
                  <a:srgbClr val="124191"/>
                </a:solidFill>
                <a:latin typeface="Meiryo UI"/>
                <a:ea typeface="Meiryo UI"/>
              </a:rPr>
              <a:t>　　</a:t>
            </a:r>
            <a:r>
              <a:rPr lang="ja-JP" altLang="en-US" sz="1050" noProof="1">
                <a:solidFill>
                  <a:srgbClr val="124191"/>
                </a:solidFill>
                <a:latin typeface="Meiryo UI"/>
                <a:ea typeface="Meiryo UI"/>
              </a:rPr>
              <a:t>Conditions: The work up to 10 in 2025 </a:t>
            </a:r>
            <a:r>
              <a:rPr lang="ja-JP" altLang="en-US" sz="1050" b="0" i="0" kern="1200" noProof="1">
                <a:solidFill>
                  <a:srgbClr val="124191"/>
                </a:solidFill>
                <a:effectLst/>
                <a:latin typeface="Meiryo UI"/>
                <a:ea typeface="Meiryo UI"/>
                <a:cs typeface="+mn-cs"/>
              </a:rPr>
              <a:t>must be completed, and the deliverables of 1, 2, 3, 5, 7, 9, 10, and 12 </a:t>
            </a:r>
            <a:br>
              <a:rPr lang="ja-JP" altLang="en-US" sz="1050" noProof="1">
                <a:latin typeface="Meiryo UI"/>
                <a:ea typeface="Meiryo UI"/>
              </a:rPr>
            </a:br>
            <a:r>
              <a:rPr lang="ja-JP" altLang="en-US" sz="1050" noProof="1">
                <a:solidFill>
                  <a:srgbClr val="124191"/>
                </a:solidFill>
                <a:latin typeface="Meiryo UI"/>
                <a:ea typeface="Meiryo UI"/>
              </a:rPr>
              <a:t>                      </a:t>
            </a:r>
            <a:r>
              <a:rPr lang="ja-JP" altLang="en-US" sz="1050" b="0" i="0" kern="1200" noProof="1">
                <a:solidFill>
                  <a:srgbClr val="124191"/>
                </a:solidFill>
                <a:effectLst/>
                <a:latin typeface="Meiryo UI"/>
                <a:ea typeface="Meiryo UI"/>
                <a:cs typeface="+mn-cs"/>
              </a:rPr>
              <a:t>on the previous page</a:t>
            </a:r>
            <a:r>
              <a:rPr lang="ja-JP" altLang="en-US" sz="1050" noProof="1">
                <a:solidFill>
                  <a:srgbClr val="124191"/>
                </a:solidFill>
                <a:latin typeface="Meiryo UI"/>
                <a:ea typeface="Meiryo UI"/>
              </a:rPr>
              <a:t> (initial version) must be presented.</a:t>
            </a:r>
            <a:endParaRPr lang="en-US" altLang="ja-JP" sz="1050">
              <a:solidFill>
                <a:srgbClr val="124191"/>
              </a:solidFill>
              <a:highlight>
                <a:srgbClr val="23ABB6"/>
              </a:highlight>
              <a:latin typeface="Meiryo UI"/>
              <a:ea typeface="Meiryo UI"/>
            </a:endParaRPr>
          </a:p>
          <a:p>
            <a:pPr defTabSz="180000" fontAlgn="auto">
              <a:spcBef>
                <a:spcPts val="0"/>
              </a:spcBef>
              <a:spcAft>
                <a:spcPts val="300"/>
              </a:spcAft>
              <a:tabLst>
                <a:tab pos="180000" algn="l"/>
              </a:tabLst>
            </a:pPr>
            <a:r>
              <a:rPr kumimoji="0" lang="ja-JP" altLang="en-US" sz="1050" b="0" i="0" u="none" strike="noStrike" kern="1200" cap="none" spc="0" normalizeH="0" baseline="0" noProof="1">
                <a:ln>
                  <a:noFill/>
                </a:ln>
                <a:solidFill>
                  <a:schemeClr val="tx2"/>
                </a:solidFill>
                <a:effectLst/>
                <a:uLnTx/>
                <a:uFillTx/>
                <a:latin typeface="Meiryo UI"/>
                <a:ea typeface="Meiryo UI"/>
                <a:cs typeface="+mn-cs"/>
              </a:rPr>
              <a:t>■</a:t>
            </a:r>
            <a:r>
              <a:rPr lang="en-US" altLang="ja-JP" sz="1050" b="0" i="0" kern="1200" noProof="1">
                <a:solidFill>
                  <a:srgbClr val="124191"/>
                </a:solidFill>
                <a:effectLst/>
                <a:latin typeface="Meiryo UI"/>
                <a:ea typeface="Meiryo UI"/>
                <a:cs typeface="+mn-cs"/>
              </a:rPr>
              <a:t>Acceptance</a:t>
            </a:r>
            <a:r>
              <a:rPr kumimoji="0" lang="ja-JP" altLang="en-US" sz="1050" b="0" i="0" u="none" strike="noStrike" kern="1200" cap="none" spc="0" normalizeH="0" baseline="0" noProof="1">
                <a:ln>
                  <a:noFill/>
                </a:ln>
                <a:solidFill>
                  <a:schemeClr val="tx2"/>
                </a:solidFill>
                <a:effectLst/>
                <a:uLnTx/>
                <a:uFillTx/>
                <a:latin typeface="Meiryo UI"/>
                <a:ea typeface="Meiryo UI"/>
                <a:cs typeface="+mn-cs"/>
              </a:rPr>
              <a:t> </a:t>
            </a:r>
            <a:r>
              <a:rPr lang="en-US" altLang="ja-JP" sz="1050" noProof="1">
                <a:solidFill>
                  <a:srgbClr val="124191"/>
                </a:solidFill>
                <a:latin typeface="Meiryo UI"/>
                <a:ea typeface="Meiryo UI"/>
                <a:cs typeface="+mn-cs"/>
              </a:rPr>
              <a:t>2: Assumed April 2026</a:t>
            </a:r>
            <a:endParaRPr lang="en-US" altLang="ja-JP" sz="1050">
              <a:solidFill>
                <a:srgbClr val="124191"/>
              </a:solidFill>
              <a:latin typeface="Meiryo UI"/>
              <a:ea typeface="Meiryo UI"/>
            </a:endParaRPr>
          </a:p>
          <a:p>
            <a:pPr defTabSz="180000">
              <a:spcAft>
                <a:spcPts val="300"/>
              </a:spcAft>
              <a:tabLst>
                <a:tab pos="180000" algn="l"/>
              </a:tabLst>
            </a:pPr>
            <a:r>
              <a:rPr lang="ja-JP" altLang="en-US" sz="1050">
                <a:solidFill>
                  <a:srgbClr val="124191"/>
                </a:solidFill>
                <a:latin typeface="Meiryo UI"/>
                <a:ea typeface="Meiryo UI"/>
              </a:rPr>
              <a:t>　　</a:t>
            </a:r>
            <a:r>
              <a:rPr lang="ja-JP" altLang="en-US" sz="1050" noProof="1">
                <a:solidFill>
                  <a:srgbClr val="124191"/>
                </a:solidFill>
                <a:latin typeface="Meiryo UI"/>
                <a:ea typeface="Meiryo UI"/>
              </a:rPr>
              <a:t>Conditions: The work scheduled to be completed by </a:t>
            </a:r>
            <a:r>
              <a:rPr lang="ja-JP" altLang="en-US" sz="1050" noProof="1">
                <a:solidFill>
                  <a:srgbClr val="124191"/>
                </a:solidFill>
                <a:latin typeface="Meiryo UI"/>
                <a:ea typeface="Meiryo UI"/>
                <a:cs typeface="+mn-cs"/>
              </a:rPr>
              <a:t>April</a:t>
            </a:r>
            <a:r>
              <a:rPr lang="ja-JP" altLang="en-US" sz="1050" noProof="1">
                <a:solidFill>
                  <a:srgbClr val="124191"/>
                </a:solidFill>
                <a:latin typeface="Meiryo UI"/>
                <a:ea typeface="Meiryo UI"/>
              </a:rPr>
              <a:t> </a:t>
            </a:r>
            <a:r>
              <a:rPr lang="en-US" altLang="ja-JP" sz="1050" b="0" i="0" kern="1200" noProof="1">
                <a:solidFill>
                  <a:srgbClr val="124191"/>
                </a:solidFill>
                <a:effectLst/>
                <a:latin typeface="Meiryo UI"/>
                <a:ea typeface="Meiryo UI"/>
                <a:cs typeface="+mn-cs"/>
              </a:rPr>
              <a:t>2026</a:t>
            </a:r>
            <a:r>
              <a:rPr lang="ja-JP" altLang="en-US" sz="1050" noProof="1">
                <a:solidFill>
                  <a:srgbClr val="124191"/>
                </a:solidFill>
                <a:latin typeface="Meiryo UI"/>
                <a:ea typeface="Meiryo UI"/>
              </a:rPr>
              <a:t> must be completed, and the deliverables of </a:t>
            </a:r>
            <a:r>
              <a:rPr lang="ja-JP" altLang="en-US" sz="1050" b="0" i="0" kern="1200" noProof="1">
                <a:solidFill>
                  <a:srgbClr val="124191"/>
                </a:solidFill>
                <a:effectLst/>
                <a:latin typeface="Meiryo UI"/>
                <a:ea typeface="Meiryo UI"/>
                <a:cs typeface="+mn-cs"/>
              </a:rPr>
              <a:t>13 and</a:t>
            </a:r>
            <a:r>
              <a:rPr lang="ja-JP" altLang="en-US" sz="1050" noProof="1">
                <a:solidFill>
                  <a:srgbClr val="124191"/>
                </a:solidFill>
                <a:latin typeface="Meiryo UI"/>
                <a:ea typeface="Meiryo UI"/>
              </a:rPr>
              <a:t> </a:t>
            </a:r>
            <a:r>
              <a:rPr lang="en-US" altLang="ja-JP" sz="1050" noProof="1">
                <a:solidFill>
                  <a:srgbClr val="124191"/>
                </a:solidFill>
                <a:latin typeface="Meiryo UI"/>
                <a:ea typeface="Meiryo UI"/>
                <a:cs typeface="+mn-cs"/>
              </a:rPr>
              <a:t>24 </a:t>
            </a:r>
            <a:br>
              <a:rPr lang="en-US" altLang="ja-JP" sz="1050" noProof="1">
                <a:latin typeface="Meiryo UI"/>
                <a:ea typeface="Meiryo UI"/>
              </a:rPr>
            </a:br>
            <a:r>
              <a:rPr lang="en-US" altLang="ja-JP" sz="1050" noProof="1">
                <a:solidFill>
                  <a:srgbClr val="124191"/>
                </a:solidFill>
                <a:latin typeface="Meiryo UI"/>
                <a:ea typeface="Meiryo UI"/>
              </a:rPr>
              <a:t>                      </a:t>
            </a:r>
            <a:r>
              <a:rPr lang="en-US" altLang="ja-JP" sz="1050" noProof="1">
                <a:solidFill>
                  <a:srgbClr val="124191"/>
                </a:solidFill>
                <a:latin typeface="Meiryo UI"/>
                <a:ea typeface="Meiryo UI"/>
                <a:cs typeface="+mn-cs"/>
              </a:rPr>
              <a:t>on the previous page (initial version) must be presented.</a:t>
            </a:r>
            <a:endParaRPr lang="en-US" altLang="ja-JP" sz="1050">
              <a:solidFill>
                <a:srgbClr val="124191"/>
              </a:solidFill>
              <a:latin typeface="Meiryo UI"/>
              <a:ea typeface="Meiryo UI"/>
            </a:endParaRPr>
          </a:p>
          <a:p>
            <a:pPr defTabSz="180000">
              <a:spcBef>
                <a:spcPts val="0"/>
              </a:spcBef>
              <a:spcAft>
                <a:spcPts val="300"/>
              </a:spcAft>
              <a:tabLst>
                <a:tab pos="180000" algn="l"/>
              </a:tabLst>
            </a:pPr>
            <a:endParaRPr lang="en-US" altLang="ja-JP" sz="1050">
              <a:solidFill>
                <a:srgbClr val="124191"/>
              </a:solidFill>
              <a:latin typeface="Meiryo UI"/>
              <a:ea typeface="Meiryo UI"/>
            </a:endParaRPr>
          </a:p>
          <a:p>
            <a:pPr defTabSz="180000">
              <a:spcBef>
                <a:spcPts val="0"/>
              </a:spcBef>
              <a:spcAft>
                <a:spcPts val="300"/>
              </a:spcAft>
              <a:tabLst>
                <a:tab pos="180000" algn="l"/>
              </a:tabLst>
            </a:pPr>
            <a:endParaRPr lang="ja-JP" altLang="en-US" sz="1050">
              <a:solidFill>
                <a:srgbClr val="124191"/>
              </a:solidFill>
              <a:latin typeface="Meiryo UI"/>
              <a:ea typeface="Meiryo UI"/>
            </a:endParaRPr>
          </a:p>
          <a:p>
            <a:pPr defTabSz="180000">
              <a:spcBef>
                <a:spcPts val="0"/>
              </a:spcBef>
              <a:spcAft>
                <a:spcPts val="300"/>
              </a:spcAft>
              <a:tabLst>
                <a:tab pos="180000" algn="l"/>
              </a:tabLst>
            </a:pPr>
            <a:r>
              <a:rPr lang="ja-JP" sz="1050" noProof="1">
                <a:solidFill>
                  <a:schemeClr val="tx2"/>
                </a:solidFill>
                <a:latin typeface="Meiryo UI"/>
                <a:ea typeface="Meiryo UI"/>
              </a:rPr>
              <a:t>■</a:t>
            </a:r>
            <a:r>
              <a:rPr lang="en-US" altLang="ja-JP" sz="1050" noProof="1">
                <a:solidFill>
                  <a:srgbClr val="124191"/>
                </a:solidFill>
                <a:latin typeface="Segoe UI"/>
                <a:ea typeface="Meiryo UI"/>
              </a:rPr>
              <a:t>Acceptance 1: Assumed October 2025</a:t>
            </a:r>
            <a:endParaRPr lang="en-US" altLang="ja-JP" sz="1050">
              <a:solidFill>
                <a:srgbClr val="CCCCCC"/>
              </a:solidFill>
              <a:latin typeface="Segoe UI"/>
              <a:ea typeface="Meiryo UI"/>
            </a:endParaRPr>
          </a:p>
          <a:p>
            <a:pPr defTabSz="180000">
              <a:spcAft>
                <a:spcPts val="300"/>
              </a:spcAft>
              <a:tabLst>
                <a:tab pos="180000" algn="l"/>
              </a:tabLst>
            </a:pPr>
            <a:r>
              <a:rPr lang="ja-JP" sz="1050">
                <a:solidFill>
                  <a:srgbClr val="124191"/>
                </a:solidFill>
                <a:latin typeface="Meiryo UI"/>
                <a:ea typeface="Meiryo UI"/>
              </a:rPr>
              <a:t>　　</a:t>
            </a:r>
            <a:r>
              <a:rPr lang="ja-JP" sz="1050" noProof="1">
                <a:solidFill>
                  <a:srgbClr val="124191"/>
                </a:solidFill>
                <a:latin typeface="Meiryo UI"/>
                <a:ea typeface="Meiryo UI"/>
              </a:rPr>
              <a:t>Conditions: The work scheduled to be completed by 10 in 2025 must be completed, and the deliverables of </a:t>
            </a:r>
            <a:r>
              <a:rPr lang="en-US" altLang="ja-JP" sz="1050" b="0" i="0" kern="1200" noProof="1">
                <a:solidFill>
                  <a:srgbClr val="124191"/>
                </a:solidFill>
                <a:effectLst/>
                <a:latin typeface="Meiryo UI"/>
                <a:ea typeface="Meiryo UI"/>
                <a:cs typeface="+mn-cs"/>
              </a:rPr>
              <a:t>1, 2, 3, 5, 7, 9, 10, and 12</a:t>
            </a:r>
            <a:r>
              <a:rPr lang="ja-JP" sz="1050" noProof="1">
                <a:solidFill>
                  <a:srgbClr val="124191"/>
                </a:solidFill>
                <a:latin typeface="Meiryo UI"/>
                <a:ea typeface="Meiryo UI"/>
              </a:rPr>
              <a:t> </a:t>
            </a:r>
            <a:br>
              <a:rPr lang="ja-JP" sz="1050" noProof="1">
                <a:latin typeface="Meiryo UI"/>
                <a:ea typeface="Meiryo UI"/>
              </a:rPr>
            </a:br>
            <a:r>
              <a:rPr lang="ja-JP" sz="1050" noProof="1">
                <a:solidFill>
                  <a:srgbClr val="124191"/>
                </a:solidFill>
                <a:latin typeface="Meiryo UI"/>
                <a:ea typeface="Meiryo UI"/>
              </a:rPr>
              <a:t>       </a:t>
            </a:r>
            <a:r>
              <a:rPr lang="ja-JP" altLang="en-US" sz="1050" noProof="1">
                <a:solidFill>
                  <a:srgbClr val="124191"/>
                </a:solidFill>
                <a:latin typeface="Meiryo UI"/>
                <a:ea typeface="Meiryo UI"/>
              </a:rPr>
              <a:t>               </a:t>
            </a:r>
            <a:r>
              <a:rPr lang="ja-JP" sz="1050" noProof="1">
                <a:solidFill>
                  <a:srgbClr val="124191"/>
                </a:solidFill>
                <a:latin typeface="Meiryo UI"/>
                <a:ea typeface="Meiryo UI"/>
              </a:rPr>
              <a:t>on the previous page (initial version) must be presented.</a:t>
            </a:r>
            <a:endParaRPr lang="en-US" altLang="ja-JP" sz="1050">
              <a:solidFill>
                <a:srgbClr val="CCCCCC"/>
              </a:solidFill>
              <a:latin typeface="Segoe UI"/>
              <a:ea typeface="Meiryo UI"/>
            </a:endParaRPr>
          </a:p>
          <a:p>
            <a:pPr defTabSz="180000">
              <a:spcBef>
                <a:spcPts val="0"/>
              </a:spcBef>
              <a:spcAft>
                <a:spcPts val="300"/>
              </a:spcAft>
              <a:tabLst>
                <a:tab pos="180000" algn="l"/>
              </a:tabLst>
            </a:pPr>
            <a:r>
              <a:rPr lang="ja-JP" sz="1050" noProof="1">
                <a:solidFill>
                  <a:schemeClr val="tx2"/>
                </a:solidFill>
                <a:latin typeface="Meiryo UI"/>
                <a:ea typeface="Meiryo UI"/>
              </a:rPr>
              <a:t>■</a:t>
            </a:r>
            <a:r>
              <a:rPr lang="en-US" altLang="ja-JP" sz="1050" noProof="1">
                <a:solidFill>
                  <a:srgbClr val="124191"/>
                </a:solidFill>
                <a:latin typeface="Segoe UI"/>
                <a:ea typeface="Meiryo UI"/>
              </a:rPr>
              <a:t>Acceptance 2: Assumed April 2026</a:t>
            </a:r>
            <a:endParaRPr lang="en-US" altLang="ja-JP" sz="1050">
              <a:solidFill>
                <a:srgbClr val="CCCCCC"/>
              </a:solidFill>
              <a:latin typeface="Segoe UI"/>
              <a:ea typeface="Meiryo UI"/>
            </a:endParaRPr>
          </a:p>
          <a:p>
            <a:pPr defTabSz="180000">
              <a:spcAft>
                <a:spcPts val="300"/>
              </a:spcAft>
              <a:tabLst>
                <a:tab pos="180000" algn="l"/>
              </a:tabLst>
            </a:pPr>
            <a:r>
              <a:rPr lang="ja-JP" sz="1050">
                <a:solidFill>
                  <a:srgbClr val="124191"/>
                </a:solidFill>
                <a:latin typeface="Meiryo UI"/>
                <a:ea typeface="Meiryo UI"/>
              </a:rPr>
              <a:t>　　</a:t>
            </a:r>
            <a:r>
              <a:rPr lang="ja-JP" sz="1050" noProof="1">
                <a:solidFill>
                  <a:srgbClr val="124191"/>
                </a:solidFill>
                <a:latin typeface="Meiryo UI"/>
                <a:ea typeface="Meiryo UI"/>
              </a:rPr>
              <a:t>Conditions: The work scheduled to be completed by April 2026 must be completed, and the deliverables of </a:t>
            </a:r>
            <a:r>
              <a:rPr lang="en-US" altLang="ja-JP" sz="1050" b="0" i="0" kern="1200" noProof="1">
                <a:solidFill>
                  <a:srgbClr val="124191"/>
                </a:solidFill>
                <a:effectLst/>
                <a:latin typeface="Meiryo UI"/>
                <a:ea typeface="Meiryo UI"/>
                <a:cs typeface="+mn-cs"/>
              </a:rPr>
              <a:t>13</a:t>
            </a:r>
            <a:r>
              <a:rPr lang="ja-JP" sz="1050" noProof="1">
                <a:solidFill>
                  <a:srgbClr val="124191"/>
                </a:solidFill>
                <a:latin typeface="Meiryo UI"/>
                <a:ea typeface="Meiryo UI"/>
              </a:rPr>
              <a:t> and </a:t>
            </a:r>
            <a:r>
              <a:rPr lang="en-US" altLang="ja-JP" sz="1050" noProof="1">
                <a:solidFill>
                  <a:srgbClr val="124191"/>
                </a:solidFill>
                <a:latin typeface="Meiryo UI"/>
                <a:ea typeface="Meiryo UI"/>
                <a:cs typeface="+mn-cs"/>
              </a:rPr>
              <a:t>24 </a:t>
            </a:r>
            <a:br>
              <a:rPr lang="en-US" altLang="ja-JP" sz="1050" noProof="1">
                <a:latin typeface="Meiryo UI"/>
                <a:ea typeface="Meiryo UI"/>
              </a:rPr>
            </a:br>
            <a:r>
              <a:rPr lang="en-US" altLang="ja-JP" sz="1050" noProof="1">
                <a:solidFill>
                  <a:srgbClr val="124191"/>
                </a:solidFill>
                <a:latin typeface="Meiryo UI"/>
                <a:ea typeface="Meiryo UI"/>
              </a:rPr>
              <a:t>                      </a:t>
            </a:r>
            <a:r>
              <a:rPr lang="en-US" altLang="ja-JP" sz="1050" noProof="1">
                <a:solidFill>
                  <a:srgbClr val="124191"/>
                </a:solidFill>
                <a:latin typeface="Meiryo UI"/>
                <a:ea typeface="Meiryo UI"/>
                <a:cs typeface="+mn-cs"/>
              </a:rPr>
              <a:t>on the previous page (initial version) must be presented.</a:t>
            </a:r>
            <a:endParaRPr lang="en-US" altLang="ja-JP" sz="1050">
              <a:solidFill>
                <a:srgbClr val="CCCCCC"/>
              </a:solidFill>
              <a:latin typeface="Segoe UI"/>
              <a:ea typeface="Meiryo UI"/>
            </a:endParaRPr>
          </a:p>
        </p:txBody>
      </p:sp>
      <p:sp>
        <p:nvSpPr>
          <p:cNvPr id="9" name="Rectangle: Rounded Corners 8">
            <a:extLst>
              <a:ext uri="{FF2B5EF4-FFF2-40B4-BE49-F238E27FC236}">
                <a16:creationId xmlns:a16="http://schemas.microsoft.com/office/drawing/2014/main" id="{3D445ADB-7502-E0D1-CCB2-6A61543F9EB0}"/>
              </a:ext>
            </a:extLst>
          </p:cNvPr>
          <p:cNvSpPr/>
          <p:nvPr/>
        </p:nvSpPr>
        <p:spPr>
          <a:xfrm>
            <a:off x="521165" y="775765"/>
            <a:ext cx="504000" cy="144000"/>
          </a:xfrm>
          <a:prstGeom prst="round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LV618A</a:t>
            </a:r>
            <a:endParaRPr lang="en-US" sz="800">
              <a:solidFill>
                <a:schemeClr val="bg1"/>
              </a:solidFill>
              <a:latin typeface="Arial Narrow" panose="020B0606020202030204" pitchFamily="34" charset="0"/>
              <a:cs typeface="Arial" panose="020B0604020202020204" pitchFamily="34" charset="0"/>
            </a:endParaRPr>
          </a:p>
        </p:txBody>
      </p:sp>
      <p:sp>
        <p:nvSpPr>
          <p:cNvPr id="10" name="Rectangle: Rounded Corners 9">
            <a:extLst>
              <a:ext uri="{FF2B5EF4-FFF2-40B4-BE49-F238E27FC236}">
                <a16:creationId xmlns:a16="http://schemas.microsoft.com/office/drawing/2014/main" id="{774F3DCD-1231-D8A6-8E4B-F55DBA7AFE04}"/>
              </a:ext>
            </a:extLst>
          </p:cNvPr>
          <p:cNvSpPr/>
          <p:nvPr/>
        </p:nvSpPr>
        <p:spPr>
          <a:xfrm>
            <a:off x="521165" y="2232266"/>
            <a:ext cx="504000" cy="144000"/>
          </a:xfrm>
          <a:prstGeom prst="round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fontAlgn="auto">
              <a:spcBef>
                <a:spcPts val="0"/>
              </a:spcBef>
              <a:spcAft>
                <a:spcPts val="0"/>
              </a:spcAft>
            </a:pPr>
            <a:r>
              <a:rPr lang="en-US" altLang="ja-JP" sz="1000" noProof="1">
                <a:solidFill>
                  <a:schemeClr val="bg1"/>
                </a:solidFill>
                <a:latin typeface="Arial Narrow" panose="020B0606020202030204" pitchFamily="34" charset="0"/>
                <a:cs typeface="Arial" panose="020B0604020202020204" pitchFamily="34" charset="0"/>
              </a:rPr>
              <a:t>LV618B</a:t>
            </a:r>
            <a:endParaRPr lang="en-US" sz="1000">
              <a:solidFill>
                <a:schemeClr val="bg1"/>
              </a:solidFill>
              <a:latin typeface="Arial Narrow" panose="020B060602020203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820D7C14-030B-A939-4BFB-B55419EB3398}"/>
              </a:ext>
            </a:extLst>
          </p:cNvPr>
          <p:cNvSpPr>
            <a:spLocks noGrp="1"/>
          </p:cNvSpPr>
          <p:nvPr>
            <p:ph type="ftr" sz="quarter" idx="3"/>
          </p:nvPr>
        </p:nvSpPr>
        <p:spPr/>
        <p:txBody>
          <a:bodyPr/>
          <a:lstStyle/>
          <a:p>
            <a:r>
              <a:rPr lang="en-US"/>
              <a:t>Nokia Internal Use</a:t>
            </a:r>
          </a:p>
        </p:txBody>
      </p:sp>
      <p:sp>
        <p:nvSpPr>
          <p:cNvPr id="7" name="Text Placeholder 1">
            <a:extLst>
              <a:ext uri="{FF2B5EF4-FFF2-40B4-BE49-F238E27FC236}">
                <a16:creationId xmlns:a16="http://schemas.microsoft.com/office/drawing/2014/main" id="{DE6308FA-703B-90EA-E099-1CD31182D069}"/>
              </a:ext>
            </a:extLst>
          </p:cNvPr>
          <p:cNvSpPr txBox="1">
            <a:spLocks/>
          </p:cNvSpPr>
          <p:nvPr/>
        </p:nvSpPr>
        <p:spPr>
          <a:xfrm>
            <a:off x="104020" y="0"/>
            <a:ext cx="8935958"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240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Deliverables list</a:t>
            </a:r>
          </a:p>
        </p:txBody>
      </p:sp>
      <p:graphicFrame>
        <p:nvGraphicFramePr>
          <p:cNvPr id="3" name="Table 2">
            <a:extLst>
              <a:ext uri="{FF2B5EF4-FFF2-40B4-BE49-F238E27FC236}">
                <a16:creationId xmlns:a16="http://schemas.microsoft.com/office/drawing/2014/main" id="{3EB75231-E660-11C3-8893-636762C146E9}"/>
              </a:ext>
            </a:extLst>
          </p:cNvPr>
          <p:cNvGraphicFramePr>
            <a:graphicFrameLocks noGrp="1"/>
          </p:cNvGraphicFramePr>
          <p:nvPr>
            <p:extLst>
              <p:ext uri="{D42A27DB-BD31-4B8C-83A1-F6EECF244321}">
                <p14:modId xmlns:p14="http://schemas.microsoft.com/office/powerpoint/2010/main" val="2484772789"/>
              </p:ext>
            </p:extLst>
          </p:nvPr>
        </p:nvGraphicFramePr>
        <p:xfrm>
          <a:off x="628650" y="431432"/>
          <a:ext cx="8122921" cy="4178224"/>
        </p:xfrm>
        <a:graphic>
          <a:graphicData uri="http://schemas.openxmlformats.org/drawingml/2006/table">
            <a:tbl>
              <a:tblPr firstRow="1" bandRow="1">
                <a:tableStyleId>{073A0DAA-6AF3-43AB-8588-CEC1D06C72B9}</a:tableStyleId>
              </a:tblPr>
              <a:tblGrid>
                <a:gridCol w="260826">
                  <a:extLst>
                    <a:ext uri="{9D8B030D-6E8A-4147-A177-3AD203B41FA5}">
                      <a16:colId xmlns:a16="http://schemas.microsoft.com/office/drawing/2014/main" val="3907598149"/>
                    </a:ext>
                  </a:extLst>
                </a:gridCol>
                <a:gridCol w="1385095">
                  <a:extLst>
                    <a:ext uri="{9D8B030D-6E8A-4147-A177-3AD203B41FA5}">
                      <a16:colId xmlns:a16="http://schemas.microsoft.com/office/drawing/2014/main" val="2659079810"/>
                    </a:ext>
                  </a:extLst>
                </a:gridCol>
                <a:gridCol w="5219700">
                  <a:extLst>
                    <a:ext uri="{9D8B030D-6E8A-4147-A177-3AD203B41FA5}">
                      <a16:colId xmlns:a16="http://schemas.microsoft.com/office/drawing/2014/main" val="737404679"/>
                    </a:ext>
                  </a:extLst>
                </a:gridCol>
                <a:gridCol w="662940">
                  <a:extLst>
                    <a:ext uri="{9D8B030D-6E8A-4147-A177-3AD203B41FA5}">
                      <a16:colId xmlns:a16="http://schemas.microsoft.com/office/drawing/2014/main" val="1846932209"/>
                    </a:ext>
                  </a:extLst>
                </a:gridCol>
                <a:gridCol w="594360">
                  <a:extLst>
                    <a:ext uri="{9D8B030D-6E8A-4147-A177-3AD203B41FA5}">
                      <a16:colId xmlns:a16="http://schemas.microsoft.com/office/drawing/2014/main" val="1439931811"/>
                    </a:ext>
                  </a:extLst>
                </a:gridCol>
              </a:tblGrid>
              <a:tr h="192844">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a:t>
                      </a:r>
                      <a:endParaRPr lang="en-GB" sz="400" b="1"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Document Name</a:t>
                      </a:r>
                      <a:endParaRPr lang="en-GB" sz="400" b="1"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Content and purpose</a:t>
                      </a:r>
                      <a:endParaRPr lang="en-GB" sz="400" b="1"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Language</a:t>
                      </a:r>
                      <a:endParaRPr lang="en-GB" sz="400" b="1"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tc>
                <a:tc>
                  <a:txBody>
                    <a:bodyPr/>
                    <a:lstStyle/>
                    <a:p>
                      <a:pPr algn="ctr" fontAlgn="ctr"/>
                      <a:r>
                        <a:rPr lang="en-US" altLang="ja-JP" sz="400" b="1" i="0" u="none" strike="noStrike" noProof="1">
                          <a:solidFill>
                            <a:srgbClr val="0070C0"/>
                          </a:solidFill>
                          <a:effectLst/>
                          <a:latin typeface="Meiryo UI" panose="020B0604030504040204" pitchFamily="50" charset="-128"/>
                          <a:ea typeface="Meiryo UI" panose="020B0604030504040204" pitchFamily="50" charset="-128"/>
                        </a:rPr>
                        <a:t>Regional</a:t>
                      </a:r>
                    </a:p>
                    <a:p>
                      <a:pPr algn="ctr" fontAlgn="ctr"/>
                      <a:r>
                        <a:rPr lang="en-US" altLang="ja-JP" sz="400" b="1" i="0" u="none" strike="noStrike" noProof="1">
                          <a:solidFill>
                            <a:srgbClr val="0070C0"/>
                          </a:solidFill>
                          <a:effectLst/>
                          <a:latin typeface="Meiryo UI" panose="020B0604030504040204" pitchFamily="50" charset="-128"/>
                          <a:ea typeface="Meiryo UI" panose="020B0604030504040204" pitchFamily="50" charset="-128"/>
                        </a:rPr>
                        <a:t>BWA</a:t>
                      </a:r>
                      <a:endParaRPr lang="en-GB" sz="400" b="1"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tc>
                <a:extLst>
                  <a:ext uri="{0D108BD9-81ED-4DB2-BD59-A6C34878D82A}">
                    <a16:rowId xmlns:a16="http://schemas.microsoft.com/office/drawing/2014/main" val="2450055228"/>
                  </a:ext>
                </a:extLst>
              </a:tr>
              <a:tr h="111652">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1</a:t>
                      </a:r>
                    </a:p>
                  </a:txBody>
                  <a:tcPr marL="3103" marR="3103" marT="3103" marB="0" anchor="ctr">
                    <a:solidFill>
                      <a:schemeClr val="bg1">
                        <a:lumMod val="9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HLD</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 Basic design documents, Interface specifications, etc./- System Overview /</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Call Sequence Diagram</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Yes</a:t>
                      </a:r>
                    </a:p>
                  </a:txBody>
                  <a:tcPr marL="3103" marR="3103" marT="3103" marB="0" anchor="ctr">
                    <a:solidFill>
                      <a:schemeClr val="bg1">
                        <a:lumMod val="95000"/>
                      </a:schemeClr>
                    </a:solidFill>
                  </a:tcPr>
                </a:tc>
                <a:extLst>
                  <a:ext uri="{0D108BD9-81ED-4DB2-BD59-A6C34878D82A}">
                    <a16:rowId xmlns:a16="http://schemas.microsoft.com/office/drawing/2014/main" val="2703808347"/>
                  </a:ext>
                </a:extLst>
              </a:tr>
              <a:tr h="192844">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2</a:t>
                      </a:r>
                    </a:p>
                  </a:txBody>
                  <a:tcPr marL="3103" marR="3103" marT="3103" marB="0" anchor="ctr">
                    <a:solidFill>
                      <a:schemeClr val="bg1">
                        <a:lumMod val="9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LLD</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 Detailed design documents, Parameter lists, etc.</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 System configuration files, etc.</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 System parameter management method</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 Equipment management</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 Lists of commercial settings corresponding to equipment ordered by buyer (Per equipment).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Yes</a:t>
                      </a:r>
                    </a:p>
                  </a:txBody>
                  <a:tcPr marL="3103" marR="3103" marT="3103" marB="0" anchor="ctr">
                    <a:solidFill>
                      <a:schemeClr val="bg1">
                        <a:lumMod val="95000"/>
                      </a:schemeClr>
                    </a:solidFill>
                  </a:tcPr>
                </a:tc>
                <a:extLst>
                  <a:ext uri="{0D108BD9-81ED-4DB2-BD59-A6C34878D82A}">
                    <a16:rowId xmlns:a16="http://schemas.microsoft.com/office/drawing/2014/main" val="1981971921"/>
                  </a:ext>
                </a:extLst>
              </a:tr>
              <a:tr h="115363">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3</a:t>
                      </a: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Verification Test Plan</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Including Verification</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Test</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Environment, Test scenarios and Test cases List, Schedule , Reporting</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Yes</a:t>
                      </a:r>
                    </a:p>
                  </a:txBody>
                  <a:tcPr marL="3103" marR="3103" marT="3103" marB="0" anchor="ctr">
                    <a:solidFill>
                      <a:schemeClr val="bg1">
                        <a:lumMod val="95000"/>
                      </a:schemeClr>
                    </a:solidFill>
                  </a:tcPr>
                </a:tc>
                <a:extLst>
                  <a:ext uri="{0D108BD9-81ED-4DB2-BD59-A6C34878D82A}">
                    <a16:rowId xmlns:a16="http://schemas.microsoft.com/office/drawing/2014/main" val="2523155852"/>
                  </a:ext>
                </a:extLst>
              </a:tr>
              <a:tr h="104396">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4</a:t>
                      </a:r>
                    </a:p>
                  </a:txBody>
                  <a:tcPr marL="3103" marR="3103" marT="310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IOT Test Plan</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Same as the above</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extLst>
                  <a:ext uri="{0D108BD9-81ED-4DB2-BD59-A6C34878D82A}">
                    <a16:rowId xmlns:a16="http://schemas.microsoft.com/office/drawing/2014/main" val="906312301"/>
                  </a:ext>
                </a:extLst>
              </a:tr>
              <a:tr h="192844">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5</a:t>
                      </a: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Verification Test Report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Verification results.</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However, if the acceptance criteria for the software is met but there are remaining problems, provide the details of the problems, their impacts, workarounds and restrictions.</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Yes</a:t>
                      </a:r>
                    </a:p>
                  </a:txBody>
                  <a:tcPr marL="3103" marR="3103" marT="3103" marB="0" anchor="ctr">
                    <a:solidFill>
                      <a:schemeClr val="bg1">
                        <a:lumMod val="95000"/>
                      </a:schemeClr>
                    </a:solidFill>
                  </a:tcPr>
                </a:tc>
                <a:extLst>
                  <a:ext uri="{0D108BD9-81ED-4DB2-BD59-A6C34878D82A}">
                    <a16:rowId xmlns:a16="http://schemas.microsoft.com/office/drawing/2014/main" val="241839622"/>
                  </a:ext>
                </a:extLst>
              </a:tr>
              <a:tr h="98345">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6</a:t>
                      </a:r>
                    </a:p>
                  </a:txBody>
                  <a:tcPr marL="3103" marR="3103" marT="310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IOT Test Report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Same as the above</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extLst>
                  <a:ext uri="{0D108BD9-81ED-4DB2-BD59-A6C34878D82A}">
                    <a16:rowId xmlns:a16="http://schemas.microsoft.com/office/drawing/2014/main" val="2810408759"/>
                  </a:ext>
                </a:extLst>
              </a:tr>
              <a:tr h="192844">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7</a:t>
                      </a: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Software Release Note</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Specify versions of soft wares, release dates, and the purpose(*) of release</a:t>
                      </a:r>
                      <a:r>
                        <a:rPr lang="en-GB" sz="400" u="none" strike="noStrike">
                          <a:solidFill>
                            <a:srgbClr val="0070C0"/>
                          </a:solidFill>
                          <a:effectLst/>
                          <a:latin typeface="Meiryo UI" panose="020B0604030504040204" pitchFamily="50" charset="-128"/>
                          <a:ea typeface="Meiryo UI" panose="020B0604030504040204" pitchFamily="50" charset="-128"/>
                        </a:rPr>
                        <a:t> </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*Added features, fixed issues, and remaining issues</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US" altLang="ja-JP" sz="400" b="0" i="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extLst>
                  <a:ext uri="{0D108BD9-81ED-4DB2-BD59-A6C34878D82A}">
                    <a16:rowId xmlns:a16="http://schemas.microsoft.com/office/drawing/2014/main" val="1046589820"/>
                  </a:ext>
                </a:extLst>
              </a:tr>
              <a:tr h="164838">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8</a:t>
                      </a:r>
                    </a:p>
                  </a:txBody>
                  <a:tcPr marL="3103" marR="3103" marT="310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Capacity Expansion Procedure</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This procedure shall clearly state methods of sanity check of target devices, capacity expansion and methods for sanity check of target devices after the expansion.</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tc>
                  <a:txBody>
                    <a:bodyPr/>
                    <a:lstStyle/>
                    <a:p>
                      <a:pPr algn="ctr" fontAlgn="ctr"/>
                      <a:r>
                        <a:rPr lang="en-US" altLang="ja-JP" sz="400" b="0" i="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75000"/>
                      </a:schemeClr>
                    </a:solidFill>
                  </a:tcPr>
                </a:tc>
                <a:extLst>
                  <a:ext uri="{0D108BD9-81ED-4DB2-BD59-A6C34878D82A}">
                    <a16:rowId xmlns:a16="http://schemas.microsoft.com/office/drawing/2014/main" val="3189699289"/>
                  </a:ext>
                </a:extLst>
              </a:tr>
              <a:tr h="192844">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9</a:t>
                      </a: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Alarm Manual</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 Alarm list/- Alarm handling manual</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Actions for each alarm to be taken in operation when the alarm is generated to be specified.</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Manual for Troubleshooting.</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US" altLang="ja-JP" sz="400" b="0" i="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extLst>
                  <a:ext uri="{0D108BD9-81ED-4DB2-BD59-A6C34878D82A}">
                    <a16:rowId xmlns:a16="http://schemas.microsoft.com/office/drawing/2014/main" val="645279976"/>
                  </a:ext>
                </a:extLst>
              </a:tr>
              <a:tr h="98345">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10</a:t>
                      </a: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PM Counter Manual</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Statistics list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extLst>
                  <a:ext uri="{0D108BD9-81ED-4DB2-BD59-A6C34878D82A}">
                    <a16:rowId xmlns:a16="http://schemas.microsoft.com/office/drawing/2014/main" val="3542117478"/>
                  </a:ext>
                </a:extLst>
              </a:tr>
              <a:tr h="98345">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11</a:t>
                      </a:r>
                    </a:p>
                  </a:txBody>
                  <a:tcPr marL="3103" marR="3103" marT="3103" marB="0" anchor="ctr">
                    <a:solidFill>
                      <a:srgbClr val="BFBFBF"/>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Instruction manuals</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rgbClr val="BFBFBF"/>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Instruction manuals for supplied equipments (Per equipment).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rgbClr val="BFBFBF"/>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rgbClr val="BFBFBF"/>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rgbClr val="BFBFBF"/>
                    </a:solidFill>
                  </a:tcPr>
                </a:tc>
                <a:extLst>
                  <a:ext uri="{0D108BD9-81ED-4DB2-BD59-A6C34878D82A}">
                    <a16:rowId xmlns:a16="http://schemas.microsoft.com/office/drawing/2014/main" val="2438210828"/>
                  </a:ext>
                </a:extLst>
              </a:tr>
              <a:tr h="98345">
                <a:tc>
                  <a:txBody>
                    <a:bodyPr/>
                    <a:lstStyle/>
                    <a:p>
                      <a:pPr algn="ctr"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12</a:t>
                      </a: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O&amp;M Manual</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 Redundancy switching method/- Methods of sanity check of each equipment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tc>
                  <a:txBody>
                    <a:bodyPr/>
                    <a:lstStyle/>
                    <a:p>
                      <a:pPr algn="ctr" fontAlgn="ctr"/>
                      <a:r>
                        <a:rPr lang="en-US" altLang="ja-JP" sz="400" b="0" i="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3103" marR="3103" marT="3103" marB="0" anchor="ctr">
                    <a:solidFill>
                      <a:schemeClr val="bg1">
                        <a:lumMod val="95000"/>
                      </a:schemeClr>
                    </a:solidFill>
                  </a:tcPr>
                </a:tc>
                <a:extLst>
                  <a:ext uri="{0D108BD9-81ED-4DB2-BD59-A6C34878D82A}">
                    <a16:rowId xmlns:a16="http://schemas.microsoft.com/office/drawing/2014/main" val="3571953726"/>
                  </a:ext>
                </a:extLst>
              </a:tr>
              <a:tr h="99997">
                <a:tc>
                  <a:txBody>
                    <a:bodyPr/>
                    <a:lstStyle/>
                    <a:p>
                      <a:pPr algn="ctr" fontAlgn="t"/>
                      <a:r>
                        <a:rPr lang="en-GB" sz="400" u="none" strike="noStrike" noProof="1">
                          <a:solidFill>
                            <a:srgbClr val="0070C0"/>
                          </a:solidFill>
                          <a:effectLst/>
                          <a:latin typeface="Meiryo UI" panose="020B0604030504040204" pitchFamily="50" charset="-128"/>
                          <a:ea typeface="Meiryo UI" panose="020B0604030504040204" pitchFamily="50" charset="-128"/>
                        </a:rPr>
                        <a:t>13</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95000"/>
                      </a:schemeClr>
                    </a:solidFill>
                  </a:tcPr>
                </a:tc>
                <a:tc>
                  <a:txBody>
                    <a:bodyPr/>
                    <a:lstStyle/>
                    <a:p>
                      <a:pPr algn="l"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MOP</a:t>
                      </a:r>
                    </a:p>
                  </a:txBody>
                  <a:tcPr marL="2443" marR="2443" marT="2443" marB="0" anchor="ctr">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Procedures for Adding, Changing, and Deleting Settings</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9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95000"/>
                      </a:schemeClr>
                    </a:solidFill>
                  </a:tcPr>
                </a:tc>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Yes</a:t>
                      </a:r>
                    </a:p>
                  </a:txBody>
                  <a:tcPr marL="2443" marR="2443" marT="2443" marB="0" anchor="ctr">
                    <a:solidFill>
                      <a:schemeClr val="bg1">
                        <a:lumMod val="95000"/>
                      </a:schemeClr>
                    </a:solidFill>
                  </a:tcPr>
                </a:tc>
                <a:extLst>
                  <a:ext uri="{0D108BD9-81ED-4DB2-BD59-A6C34878D82A}">
                    <a16:rowId xmlns:a16="http://schemas.microsoft.com/office/drawing/2014/main" val="2787235066"/>
                  </a:ext>
                </a:extLst>
              </a:tr>
              <a:tr h="165635">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14</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Command Manual</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 Command manuals/Documents showing examples of command usages and outputs.</a:t>
                      </a:r>
                      <a:r>
                        <a:rPr lang="en-GB" sz="400" u="none" strike="noStrike">
                          <a:solidFill>
                            <a:srgbClr val="0070C0"/>
                          </a:solidFill>
                          <a:effectLst/>
                          <a:latin typeface="Meiryo UI" panose="020B0604030504040204" pitchFamily="50" charset="-128"/>
                          <a:ea typeface="Meiryo UI" panose="020B0604030504040204" pitchFamily="50" charset="-128"/>
                        </a:rPr>
                        <a:t> </a:t>
                      </a:r>
                      <a:r>
                        <a:rPr lang="en-GB" sz="400" u="none" strike="noStrike" noProof="1">
                          <a:solidFill>
                            <a:srgbClr val="0070C0"/>
                          </a:solidFill>
                          <a:effectLst/>
                          <a:latin typeface="Meiryo UI" panose="020B0604030504040204" pitchFamily="50" charset="-128"/>
                          <a:ea typeface="Meiryo UI" panose="020B0604030504040204" pitchFamily="50" charset="-128"/>
                        </a:rPr>
                        <a:t>For procedures, both CLI and GUI procedures should be created.</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238086183"/>
                  </a:ext>
                </a:extLst>
              </a:tr>
              <a:tr h="98092">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15</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Software management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Software management method</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475423576"/>
                  </a:ext>
                </a:extLst>
              </a:tr>
              <a:tr h="97528">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16</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System Expansion Guidelines</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Facility expansion work standard</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4246919876"/>
                  </a:ext>
                </a:extLst>
              </a:tr>
              <a:tr h="192025">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17</a:t>
                      </a: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Document for pre-construction of commercial environment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Meeting materials for construction work commencement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253007790"/>
                  </a:ext>
                </a:extLst>
              </a:tr>
              <a:tr h="192025">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18</a:t>
                      </a: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Verification environment management document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Documents related to Toyosu Lab environment construction(construction meeting document, construction completion document, list of settings)</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3784845351"/>
                  </a:ext>
                </a:extLst>
              </a:tr>
              <a:tr h="570017">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19</a:t>
                      </a: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FOA Plan</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(1) Test results of Nokia internal test</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(2) FOA Procedure (Should be confirmed in the vendor test environment in advance.)</a:t>
                      </a:r>
                      <a:r>
                        <a:rPr lang="en-GB" sz="400" u="none" strike="noStrike">
                          <a:solidFill>
                            <a:srgbClr val="0070C0"/>
                          </a:solidFill>
                          <a:effectLst/>
                          <a:latin typeface="Meiryo UI" panose="020B0604030504040204" pitchFamily="50" charset="-128"/>
                          <a:ea typeface="Meiryo UI" panose="020B0604030504040204" pitchFamily="50" charset="-128"/>
                        </a:rPr>
                        <a:t> </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(3) FOA Schedule (It is expected to last about two weeks.)</a:t>
                      </a:r>
                      <a:r>
                        <a:rPr lang="en-GB" sz="400" u="none" strike="noStrike">
                          <a:solidFill>
                            <a:srgbClr val="0070C0"/>
                          </a:solidFill>
                          <a:effectLst/>
                          <a:latin typeface="Meiryo UI" panose="020B0604030504040204" pitchFamily="50" charset="-128"/>
                          <a:ea typeface="Meiryo UI" panose="020B0604030504040204" pitchFamily="50" charset="-128"/>
                        </a:rPr>
                        <a:t>  </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(4) FOA operation and communication system table</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(5) List of sanity check items during FOA period</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(6) FOA Acceptance Criteria Statement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N/A</a:t>
                      </a:r>
                    </a:p>
                  </a:txBody>
                  <a:tcPr marL="2443" marR="2443" marT="2443" marB="0" anchor="ctr">
                    <a:solidFill>
                      <a:schemeClr val="bg1">
                        <a:lumMod val="75000"/>
                      </a:schemeClr>
                    </a:solidFill>
                  </a:tcPr>
                </a:tc>
                <a:extLst>
                  <a:ext uri="{0D108BD9-81ED-4DB2-BD59-A6C34878D82A}">
                    <a16:rowId xmlns:a16="http://schemas.microsoft.com/office/drawing/2014/main" val="772251972"/>
                  </a:ext>
                </a:extLst>
              </a:tr>
              <a:tr h="114042">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20</a:t>
                      </a: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FOA Report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(1) Report of sanity check results during FOA period</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p>
                  </a:txBody>
                  <a:tcPr marL="2443" marR="2443" marT="2443" marB="0" anchor="ctr">
                    <a:solidFill>
                      <a:schemeClr val="bg1">
                        <a:lumMod val="75000"/>
                      </a:schemeClr>
                    </a:solidFill>
                  </a:tcPr>
                </a:tc>
                <a:extLst>
                  <a:ext uri="{0D108BD9-81ED-4DB2-BD59-A6C34878D82A}">
                    <a16:rowId xmlns:a16="http://schemas.microsoft.com/office/drawing/2014/main" val="932264881"/>
                  </a:ext>
                </a:extLst>
              </a:tr>
              <a:tr h="286523">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21</a:t>
                      </a: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OJT material</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・Simplified version of operation manuals.</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・Items to be included in OJT material will be discussed separately.</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・List of Commercial Settings (Including setting values of system parameters that are independent from the service to be accommodated and the reasons.)</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3101521494"/>
                  </a:ext>
                </a:extLst>
              </a:tr>
              <a:tr h="286523">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22</a:t>
                      </a: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Maintenance Agreement (Confirmation document)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(1) Maintenance operation flow</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(2) Maintenance SOW</a:t>
                      </a:r>
                      <a:br>
                        <a:rPr lang="en-GB" sz="400" u="none" strike="noStrike">
                          <a:solidFill>
                            <a:srgbClr val="0070C0"/>
                          </a:solidFill>
                          <a:effectLst/>
                          <a:latin typeface="Meiryo UI" panose="020B0604030504040204" pitchFamily="50" charset="-128"/>
                          <a:ea typeface="Meiryo UI" panose="020B0604030504040204" pitchFamily="50" charset="-128"/>
                        </a:rPr>
                      </a:br>
                      <a:r>
                        <a:rPr lang="en-GB" sz="400" u="none" strike="noStrike" noProof="1">
                          <a:solidFill>
                            <a:srgbClr val="0070C0"/>
                          </a:solidFill>
                          <a:effectLst/>
                          <a:latin typeface="Meiryo UI" panose="020B0604030504040204" pitchFamily="50" charset="-128"/>
                          <a:ea typeface="Meiryo UI" panose="020B0604030504040204" pitchFamily="50" charset="-128"/>
                        </a:rPr>
                        <a:t>(3) Supplier Maintenance Operation Communication System</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1804922234"/>
                  </a:ext>
                </a:extLst>
              </a:tr>
              <a:tr h="117523">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23</a:t>
                      </a:r>
                    </a:p>
                  </a:txBody>
                  <a:tcPr marL="2443" marR="2443" marT="2443" marB="0" anchor="ctr">
                    <a:solidFill>
                      <a:schemeClr val="bg1">
                        <a:lumMod val="75000"/>
                      </a:schemeClr>
                    </a:solidFill>
                  </a:tcPr>
                </a:tc>
                <a:tc>
                  <a:txBody>
                    <a:bodyPr/>
                    <a:lstStyle/>
                    <a:p>
                      <a:pPr algn="l" fontAlgn="ctr"/>
                      <a:r>
                        <a:rPr lang="en-GB" sz="400" u="none" strike="noStrike" noProof="1">
                          <a:solidFill>
                            <a:srgbClr val="0070C0"/>
                          </a:solidFill>
                          <a:effectLst/>
                          <a:latin typeface="Meiryo UI" panose="020B0604030504040204" pitchFamily="50" charset="-128"/>
                          <a:ea typeface="Meiryo UI" panose="020B0604030504040204" pitchFamily="50" charset="-128"/>
                        </a:rPr>
                        <a:t>Site test report</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Verification results of acceptance tests conducted at commercial equipment construction.</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75000"/>
                      </a:schemeClr>
                    </a:solidFill>
                  </a:tcPr>
                </a:tc>
                <a:tc>
                  <a:txBody>
                    <a:bodyPr/>
                    <a:lstStyle/>
                    <a:p>
                      <a:pPr algn="l" fontAlgn="t"/>
                      <a:r>
                        <a:rPr lang="en-GB" sz="400" u="none" strike="noStrike" noProof="1">
                          <a:solidFill>
                            <a:srgbClr val="0070C0"/>
                          </a:solidFill>
                          <a:effectLst/>
                          <a:latin typeface="Meiryo UI" panose="020B0604030504040204" pitchFamily="50" charset="-128"/>
                          <a:ea typeface="Meiryo UI" panose="020B0604030504040204" pitchFamily="50" charset="-128"/>
                        </a:rPr>
                        <a:t>English</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tc>
                  <a:txBody>
                    <a:bodyPr/>
                    <a:lstStyle/>
                    <a:p>
                      <a:pPr algn="ctr" fontAlgn="ctr"/>
                      <a:r>
                        <a:rPr lang="en-GB" sz="400" u="none" strike="noStrike" noProof="1">
                          <a:solidFill>
                            <a:srgbClr val="0070C0"/>
                          </a:solidFill>
                          <a:effectLst/>
                          <a:latin typeface="Meiryo UI" panose="020B0604030504040204" pitchFamily="50" charset="-128"/>
                          <a:ea typeface="Meiryo UI" panose="020B0604030504040204" pitchFamily="50" charset="-128"/>
                        </a:rPr>
                        <a:t>N/A</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75000"/>
                      </a:schemeClr>
                    </a:solidFill>
                  </a:tcPr>
                </a:tc>
                <a:extLst>
                  <a:ext uri="{0D108BD9-81ED-4DB2-BD59-A6C34878D82A}">
                    <a16:rowId xmlns:a16="http://schemas.microsoft.com/office/drawing/2014/main" val="3684124469"/>
                  </a:ext>
                </a:extLst>
              </a:tr>
              <a:tr h="104445">
                <a:tc>
                  <a:txBody>
                    <a:bodyPr/>
                    <a:lstStyle/>
                    <a:p>
                      <a:pPr algn="ctr" fontAlgn="ctr"/>
                      <a:r>
                        <a:rPr lang="en-US" altLang="ja-JP" sz="400" b="0" i="0" u="none" strike="noStrike" noProof="1">
                          <a:solidFill>
                            <a:srgbClr val="0070C0"/>
                          </a:solidFill>
                          <a:effectLst/>
                          <a:latin typeface="Meiryo UI" panose="020B0604030504040204" pitchFamily="50" charset="-128"/>
                          <a:ea typeface="Meiryo UI" panose="020B0604030504040204" pitchFamily="50" charset="-128"/>
                        </a:rPr>
                        <a:t>24</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nchor="ctr">
                    <a:solidFill>
                      <a:schemeClr val="bg1">
                        <a:lumMod val="95000"/>
                      </a:schemeClr>
                    </a:solidFill>
                  </a:tcPr>
                </a:tc>
                <a:tc>
                  <a:txBody>
                    <a:bodyPr/>
                    <a:lstStyle/>
                    <a:p>
                      <a:pPr algn="l"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Commercial work completion report</a:t>
                      </a:r>
                    </a:p>
                  </a:txBody>
                  <a:tcPr marL="2443" marR="2443" marT="2443" marB="0" anchor="ctr">
                    <a:solidFill>
                      <a:schemeClr val="bg1">
                        <a:lumMod val="95000"/>
                      </a:schemeClr>
                    </a:solidFill>
                  </a:tcPr>
                </a:tc>
                <a:tc>
                  <a:txBody>
                    <a:bodyPr/>
                    <a:lstStyle/>
                    <a:p>
                      <a:pPr algn="l" fontAlgn="t"/>
                      <a:r>
                        <a:rPr lang="en-US" sz="400" b="0" i="0" u="none" strike="noStrike" noProof="1">
                          <a:solidFill>
                            <a:srgbClr val="0070C0"/>
                          </a:solidFill>
                          <a:effectLst/>
                          <a:latin typeface="Meiryo UI" panose="020B0604030504040204" pitchFamily="50" charset="-128"/>
                          <a:ea typeface="Meiryo UI" panose="020B0604030504040204" pitchFamily="50" charset="-128"/>
                        </a:rPr>
                        <a:t>This document will be submitted after CRO is completed.</a:t>
                      </a:r>
                      <a:endParaRPr lang="en-GB" sz="400" b="0" i="0" u="none" strike="noStrike">
                        <a:solidFill>
                          <a:srgbClr val="0070C0"/>
                        </a:solidFill>
                        <a:effectLst/>
                        <a:latin typeface="Meiryo UI" panose="020B0604030504040204" pitchFamily="50" charset="-128"/>
                        <a:ea typeface="Meiryo UI" panose="020B0604030504040204" pitchFamily="50" charset="-128"/>
                      </a:endParaRPr>
                    </a:p>
                  </a:txBody>
                  <a:tcPr marL="2443" marR="2443" marT="2443" marB="0">
                    <a:solidFill>
                      <a:schemeClr val="bg1">
                        <a:lumMod val="95000"/>
                      </a:schemeClr>
                    </a:solidFill>
                  </a:tcPr>
                </a:tc>
                <a:tc>
                  <a:txBody>
                    <a:bodyPr/>
                    <a:lstStyle/>
                    <a:p>
                      <a:pPr algn="l" fontAlgn="t"/>
                      <a:r>
                        <a:rPr lang="en-GB" sz="400" b="0" i="0" u="none" strike="noStrike" noProof="1">
                          <a:solidFill>
                            <a:srgbClr val="0070C0"/>
                          </a:solidFill>
                          <a:effectLst/>
                          <a:latin typeface="Meiryo UI" panose="020B0604030504040204" pitchFamily="50" charset="-128"/>
                          <a:ea typeface="Meiryo UI" panose="020B0604030504040204" pitchFamily="50" charset="-128"/>
                        </a:rPr>
                        <a:t>English</a:t>
                      </a:r>
                    </a:p>
                  </a:txBody>
                  <a:tcPr marL="2443" marR="2443" marT="2443" marB="0" anchor="ctr">
                    <a:solidFill>
                      <a:schemeClr val="bg1">
                        <a:lumMod val="95000"/>
                      </a:schemeClr>
                    </a:solidFill>
                  </a:tcPr>
                </a:tc>
                <a:tc>
                  <a:txBody>
                    <a:bodyPr/>
                    <a:lstStyle/>
                    <a:p>
                      <a:pPr algn="ctr" fontAlgn="ctr"/>
                      <a:r>
                        <a:rPr lang="en-GB" sz="400" b="0" i="0" u="none" strike="noStrike" noProof="1">
                          <a:solidFill>
                            <a:srgbClr val="0070C0"/>
                          </a:solidFill>
                          <a:effectLst/>
                          <a:latin typeface="Meiryo UI" panose="020B0604030504040204" pitchFamily="50" charset="-128"/>
                          <a:ea typeface="Meiryo UI" panose="020B0604030504040204" pitchFamily="50" charset="-128"/>
                        </a:rPr>
                        <a:t>Yes</a:t>
                      </a:r>
                    </a:p>
                  </a:txBody>
                  <a:tcPr marL="2443" marR="2443" marT="2443" marB="0" anchor="ctr">
                    <a:solidFill>
                      <a:schemeClr val="bg1">
                        <a:lumMod val="95000"/>
                      </a:schemeClr>
                    </a:solidFill>
                  </a:tcPr>
                </a:tc>
                <a:extLst>
                  <a:ext uri="{0D108BD9-81ED-4DB2-BD59-A6C34878D82A}">
                    <a16:rowId xmlns:a16="http://schemas.microsoft.com/office/drawing/2014/main" val="107357098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4A419DC-DCEE-27F5-0F33-4B0ED3ABE78A}"/>
              </a:ext>
            </a:extLst>
          </p:cNvPr>
          <p:cNvGraphicFramePr>
            <a:graphicFrameLocks noChangeAspect="1"/>
          </p:cNvGraphicFramePr>
          <p:nvPr>
            <p:custDataLst>
              <p:tags r:id="rId1"/>
            </p:custDataLst>
            <p:extLst>
              <p:ext uri="{D42A27DB-BD31-4B8C-83A1-F6EECF244321}">
                <p14:modId xmlns:p14="http://schemas.microsoft.com/office/powerpoint/2010/main" val="59915024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id="{A4A419DC-DCEE-27F5-0F33-4B0ED3ABE78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1" name="Rectangle 2"/>
          <p:cNvSpPr txBox="1">
            <a:spLocks noChangeArrowheads="1"/>
          </p:cNvSpPr>
          <p:nvPr/>
        </p:nvSpPr>
        <p:spPr>
          <a:xfrm>
            <a:off x="87290" y="56204"/>
            <a:ext cx="8466137" cy="503238"/>
          </a:xfrm>
          <a:prstGeom prst="rect">
            <a:avLst/>
          </a:prstGeom>
          <a:noFill/>
          <a:ln w="9525">
            <a:noFill/>
            <a:miter lim="800000"/>
            <a:headEnd/>
            <a:tailEnd/>
          </a:ln>
        </p:spPr>
        <p:txBody>
          <a:bodyPr lIns="0" tIns="0" rIns="0" bIns="0"/>
          <a:lstStyle/>
          <a:p>
            <a:pPr eaLnBrk="0" hangingPunct="0">
              <a:lnSpc>
                <a:spcPct val="90000"/>
              </a:lnSpc>
              <a:defRPr/>
            </a:pPr>
            <a:r>
              <a:rPr lang="en-GB" sz="2400">
                <a:solidFill>
                  <a:schemeClr val="accent1"/>
                </a:solidFill>
                <a:latin typeface="Nokia Pure Headline Light" panose="020B0304020202020204" pitchFamily="34" charset="0"/>
              </a:rPr>
              <a:t>Cost Baseline</a:t>
            </a:r>
            <a:endParaRPr lang="en-GB" sz="2400" noProof="1">
              <a:solidFill>
                <a:schemeClr val="accent1"/>
              </a:solidFill>
              <a:latin typeface="Nokia Pure Headline Light" panose="020B0304020202020204" pitchFamily="34" charset="0"/>
            </a:endParaRPr>
          </a:p>
        </p:txBody>
      </p:sp>
      <p:sp>
        <p:nvSpPr>
          <p:cNvPr id="4" name="Footer Placeholder 3">
            <a:extLst>
              <a:ext uri="{FF2B5EF4-FFF2-40B4-BE49-F238E27FC236}">
                <a16:creationId xmlns:a16="http://schemas.microsoft.com/office/drawing/2014/main" id="{842D5316-6F09-A493-01B3-61F90A19732F}"/>
              </a:ext>
            </a:extLst>
          </p:cNvPr>
          <p:cNvSpPr>
            <a:spLocks noGrp="1"/>
          </p:cNvSpPr>
          <p:nvPr>
            <p:ph type="ftr" sz="quarter" idx="3"/>
          </p:nvPr>
        </p:nvSpPr>
        <p:spPr/>
        <p:txBody>
          <a:bodyPr/>
          <a:lstStyle/>
          <a:p>
            <a:r>
              <a:rPr lang="en-US"/>
              <a:t>Nokia Internal Use</a:t>
            </a:r>
          </a:p>
        </p:txBody>
      </p:sp>
      <p:sp>
        <p:nvSpPr>
          <p:cNvPr id="2" name="Footer Placeholder 2">
            <a:extLst>
              <a:ext uri="{FF2B5EF4-FFF2-40B4-BE49-F238E27FC236}">
                <a16:creationId xmlns:a16="http://schemas.microsoft.com/office/drawing/2014/main" id="{0F00FAF1-D407-72A2-A152-5625CAE574D6}"/>
              </a:ext>
            </a:extLst>
          </p:cNvPr>
          <p:cNvSpPr txBox="1">
            <a:spLocks/>
          </p:cNvSpPr>
          <p:nvPr/>
        </p:nvSpPr>
        <p:spPr>
          <a:xfrm>
            <a:off x="1504610" y="4112405"/>
            <a:ext cx="2880000" cy="122400"/>
          </a:xfrm>
          <a:prstGeom prst="rect">
            <a:avLst/>
          </a:prstGeom>
        </p:spPr>
        <p:txBody>
          <a:bodyPr vert="horz" wrap="none" lIns="0" tIns="0" rIns="0" bIns="0" rtlCol="0" anchor="b" anchorCtr="0">
            <a:noAutofit/>
          </a:bodyPr>
          <a:lstStyle>
            <a:defPPr>
              <a:defRPr lang="en-US"/>
            </a:defPPr>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sz="640" noProof="1">
                <a:solidFill>
                  <a:srgbClr val="001135"/>
                </a:solidFill>
                <a:latin typeface="Nokia Pure Text Light"/>
                <a:cs typeface="Arial" panose="020B0604020202020204" pitchFamily="34" charset="0"/>
              </a:rPr>
              <a:t>PTA Template V.2.0_2023 CNS GBC Japan</a:t>
            </a:r>
          </a:p>
        </p:txBody>
      </p:sp>
      <p:sp>
        <p:nvSpPr>
          <p:cNvPr id="3" name="Rectangle 2">
            <a:extLst>
              <a:ext uri="{FF2B5EF4-FFF2-40B4-BE49-F238E27FC236}">
                <a16:creationId xmlns:a16="http://schemas.microsoft.com/office/drawing/2014/main" id="{B2F16AD0-FBFB-A32A-F464-6F743C07D434}"/>
              </a:ext>
            </a:extLst>
          </p:cNvPr>
          <p:cNvSpPr/>
          <p:nvPr/>
        </p:nvSpPr>
        <p:spPr>
          <a:xfrm>
            <a:off x="293309" y="661934"/>
            <a:ext cx="696686" cy="18934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l">
              <a:spcAft>
                <a:spcPts val="300"/>
              </a:spcAft>
              <a:buSzPct val="100000"/>
            </a:pPr>
            <a:r>
              <a:rPr kumimoji="1" lang="en-US" altLang="ja-JP" sz="960" noProof="1">
                <a:solidFill>
                  <a:schemeClr val="tx2"/>
                </a:solidFill>
              </a:rPr>
              <a:t>LV618A</a:t>
            </a:r>
            <a:endParaRPr kumimoji="1" lang="ja-JP" altLang="en-US" sz="960">
              <a:solidFill>
                <a:schemeClr val="tx2"/>
              </a:solidFill>
            </a:endParaRPr>
          </a:p>
        </p:txBody>
      </p:sp>
      <p:sp>
        <p:nvSpPr>
          <p:cNvPr id="5" name="Rectangle 4">
            <a:extLst>
              <a:ext uri="{FF2B5EF4-FFF2-40B4-BE49-F238E27FC236}">
                <a16:creationId xmlns:a16="http://schemas.microsoft.com/office/drawing/2014/main" id="{CF961D14-891C-A9FE-40E6-5D04B6664BD1}"/>
              </a:ext>
            </a:extLst>
          </p:cNvPr>
          <p:cNvSpPr/>
          <p:nvPr/>
        </p:nvSpPr>
        <p:spPr>
          <a:xfrm>
            <a:off x="282418" y="2485442"/>
            <a:ext cx="696686" cy="18934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l">
              <a:spcAft>
                <a:spcPts val="300"/>
              </a:spcAft>
              <a:buSzPct val="100000"/>
            </a:pPr>
            <a:r>
              <a:rPr kumimoji="1" lang="en-US" altLang="ja-JP" sz="960" noProof="1">
                <a:solidFill>
                  <a:schemeClr val="tx2"/>
                </a:solidFill>
              </a:rPr>
              <a:t>LV618B</a:t>
            </a:r>
            <a:endParaRPr kumimoji="1" lang="ja-JP" altLang="en-US" sz="960">
              <a:solidFill>
                <a:schemeClr val="tx2"/>
              </a:solidFill>
            </a:endParaRPr>
          </a:p>
        </p:txBody>
      </p:sp>
      <p:pic>
        <p:nvPicPr>
          <p:cNvPr id="7" name="Picture 6">
            <a:extLst>
              <a:ext uri="{FF2B5EF4-FFF2-40B4-BE49-F238E27FC236}">
                <a16:creationId xmlns:a16="http://schemas.microsoft.com/office/drawing/2014/main" id="{DAA413C9-2CC1-F947-9E02-7B066C6B53A5}"/>
              </a:ext>
            </a:extLst>
          </p:cNvPr>
          <p:cNvPicPr>
            <a:picLocks noChangeAspect="1"/>
          </p:cNvPicPr>
          <p:nvPr/>
        </p:nvPicPr>
        <p:blipFill>
          <a:blip r:embed="rId6"/>
          <a:stretch>
            <a:fillRect/>
          </a:stretch>
        </p:blipFill>
        <p:spPr>
          <a:xfrm>
            <a:off x="61877" y="854603"/>
            <a:ext cx="9020246" cy="1543238"/>
          </a:xfrm>
          <a:prstGeom prst="rect">
            <a:avLst/>
          </a:prstGeom>
        </p:spPr>
      </p:pic>
      <p:pic>
        <p:nvPicPr>
          <p:cNvPr id="8" name="Picture 7">
            <a:extLst>
              <a:ext uri="{FF2B5EF4-FFF2-40B4-BE49-F238E27FC236}">
                <a16:creationId xmlns:a16="http://schemas.microsoft.com/office/drawing/2014/main" id="{E6364937-1CBB-3A96-D953-104E5C9E6828}"/>
              </a:ext>
            </a:extLst>
          </p:cNvPr>
          <p:cNvPicPr>
            <a:picLocks noChangeAspect="1"/>
          </p:cNvPicPr>
          <p:nvPr/>
        </p:nvPicPr>
        <p:blipFill>
          <a:blip r:embed="rId7"/>
          <a:stretch>
            <a:fillRect/>
          </a:stretch>
        </p:blipFill>
        <p:spPr>
          <a:xfrm>
            <a:off x="61877" y="2670347"/>
            <a:ext cx="9020246" cy="15556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F3FBF-BF90-A663-7AD3-A4CEA6532E28}"/>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C4850A77-31A1-0587-995F-5C5EAC033DD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id="{C4850A77-31A1-0587-995F-5C5EAC033DD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1" name="Rectangle 2">
            <a:extLst>
              <a:ext uri="{FF2B5EF4-FFF2-40B4-BE49-F238E27FC236}">
                <a16:creationId xmlns:a16="http://schemas.microsoft.com/office/drawing/2014/main" id="{0D875600-AB0E-BC98-7339-C2E6442A79D9}"/>
              </a:ext>
            </a:extLst>
          </p:cNvPr>
          <p:cNvSpPr txBox="1">
            <a:spLocks noChangeArrowheads="1"/>
          </p:cNvSpPr>
          <p:nvPr/>
        </p:nvSpPr>
        <p:spPr>
          <a:xfrm>
            <a:off x="87290" y="56204"/>
            <a:ext cx="8466137" cy="503238"/>
          </a:xfrm>
          <a:prstGeom prst="rect">
            <a:avLst/>
          </a:prstGeom>
          <a:noFill/>
          <a:ln w="9525">
            <a:noFill/>
            <a:miter lim="800000"/>
            <a:headEnd/>
            <a:tailEnd/>
          </a:ln>
        </p:spPr>
        <p:txBody>
          <a:bodyPr lIns="0" tIns="0" rIns="0" bIns="0"/>
          <a:lstStyle/>
          <a:p>
            <a:pPr eaLnBrk="0" hangingPunct="0">
              <a:lnSpc>
                <a:spcPct val="90000"/>
              </a:lnSpc>
              <a:defRPr/>
            </a:pPr>
            <a:r>
              <a:rPr lang="en-GB" sz="2400">
                <a:solidFill>
                  <a:schemeClr val="accent1"/>
                </a:solidFill>
                <a:latin typeface="Nokia Pure Headline Light" panose="020B0304020202020204" pitchFamily="34" charset="0"/>
              </a:rPr>
              <a:t>Cost Baseline</a:t>
            </a:r>
            <a:endParaRPr lang="en-GB" sz="2400" noProof="1">
              <a:solidFill>
                <a:schemeClr val="accent1"/>
              </a:solidFill>
              <a:latin typeface="Nokia Pure Headline Light" panose="020B0304020202020204" pitchFamily="34" charset="0"/>
            </a:endParaRPr>
          </a:p>
        </p:txBody>
      </p:sp>
      <p:sp>
        <p:nvSpPr>
          <p:cNvPr id="4" name="Footer Placeholder 3">
            <a:extLst>
              <a:ext uri="{FF2B5EF4-FFF2-40B4-BE49-F238E27FC236}">
                <a16:creationId xmlns:a16="http://schemas.microsoft.com/office/drawing/2014/main" id="{863F2966-A127-6D2A-D64B-D50346E42F62}"/>
              </a:ext>
            </a:extLst>
          </p:cNvPr>
          <p:cNvSpPr>
            <a:spLocks noGrp="1"/>
          </p:cNvSpPr>
          <p:nvPr>
            <p:ph type="ftr" sz="quarter" idx="3"/>
          </p:nvPr>
        </p:nvSpPr>
        <p:spPr/>
        <p:txBody>
          <a:bodyPr/>
          <a:lstStyle/>
          <a:p>
            <a:r>
              <a:rPr lang="en-US"/>
              <a:t>Nokia Internal Use</a:t>
            </a:r>
          </a:p>
        </p:txBody>
      </p:sp>
      <p:sp>
        <p:nvSpPr>
          <p:cNvPr id="6" name="Text Placeholder 3">
            <a:extLst>
              <a:ext uri="{FF2B5EF4-FFF2-40B4-BE49-F238E27FC236}">
                <a16:creationId xmlns:a16="http://schemas.microsoft.com/office/drawing/2014/main" id="{112E2370-2C0F-6082-F466-520358ADDBD1}"/>
              </a:ext>
            </a:extLst>
          </p:cNvPr>
          <p:cNvSpPr txBox="1">
            <a:spLocks/>
          </p:cNvSpPr>
          <p:nvPr/>
        </p:nvSpPr>
        <p:spPr>
          <a:xfrm>
            <a:off x="230210" y="539983"/>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1800" kern="1200" baseline="0">
                <a:solidFill>
                  <a:schemeClr val="tx2"/>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noProof="1"/>
              <a:t>Revenue, Cost, Risk Cost, Target SM% per Product Line/GIC</a:t>
            </a:r>
          </a:p>
        </p:txBody>
      </p:sp>
      <p:sp>
        <p:nvSpPr>
          <p:cNvPr id="9" name="Text Placeholder 4">
            <a:extLst>
              <a:ext uri="{FF2B5EF4-FFF2-40B4-BE49-F238E27FC236}">
                <a16:creationId xmlns:a16="http://schemas.microsoft.com/office/drawing/2014/main" id="{91894E28-FD8C-8D22-64BD-3C266CEF30BA}"/>
              </a:ext>
            </a:extLst>
          </p:cNvPr>
          <p:cNvSpPr txBox="1">
            <a:spLocks/>
          </p:cNvSpPr>
          <p:nvPr/>
        </p:nvSpPr>
        <p:spPr>
          <a:xfrm>
            <a:off x="2047498" y="968864"/>
            <a:ext cx="2974668" cy="448379"/>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sz="1600" b="1" noProof="1">
                <a:hlinkClick r:id="rId6"/>
              </a:rPr>
              <a:t>WtD-G5-BusinessCase</a:t>
            </a:r>
            <a:endParaRPr lang="en-US" sz="1600" b="1">
              <a:hlinkClick r:id="rId7"/>
            </a:endParaRPr>
          </a:p>
          <a:p>
            <a:pPr algn="ctr"/>
            <a:endParaRPr lang="en-US" sz="1600" b="1">
              <a:hlinkClick r:id="rId8"/>
            </a:endParaRPr>
          </a:p>
          <a:p>
            <a:pPr algn="ctr"/>
            <a:endParaRPr lang="en-US">
              <a:solidFill>
                <a:srgbClr val="FF0000"/>
              </a:solidFill>
              <a:hlinkClick r:id="rId8"/>
            </a:endParaRPr>
          </a:p>
        </p:txBody>
      </p:sp>
      <p:sp>
        <p:nvSpPr>
          <p:cNvPr id="11" name="TextBox 10">
            <a:extLst>
              <a:ext uri="{FF2B5EF4-FFF2-40B4-BE49-F238E27FC236}">
                <a16:creationId xmlns:a16="http://schemas.microsoft.com/office/drawing/2014/main" id="{F9D854DD-FBEC-3B5F-66A7-7D681674997D}"/>
              </a:ext>
            </a:extLst>
          </p:cNvPr>
          <p:cNvSpPr txBox="1"/>
          <p:nvPr/>
        </p:nvSpPr>
        <p:spPr>
          <a:xfrm>
            <a:off x="1149350" y="3629211"/>
            <a:ext cx="2880000" cy="791737"/>
          </a:xfrm>
          <a:prstGeom prst="rect">
            <a:avLst/>
          </a:prstGeom>
          <a:noFill/>
        </p:spPr>
        <p:txBody>
          <a:bodyPr wrap="square" lIns="72000" tIns="72000" rIns="72000" bIns="72000" rtlCol="0" anchor="t">
            <a:spAutoFit/>
          </a:bodyPr>
          <a:lstStyle/>
          <a:p>
            <a:pPr marL="0" marR="0" lvl="0" indent="0" algn="l" defTabSz="457200" rtl="0" eaLnBrk="1" fontAlgn="base" latinLnBrk="0" hangingPunct="1">
              <a:lnSpc>
                <a:spcPct val="100000"/>
              </a:lnSpc>
              <a:spcBef>
                <a:spcPts val="0"/>
              </a:spcBef>
              <a:spcAft>
                <a:spcPct val="0"/>
              </a:spcAft>
              <a:buClr>
                <a:srgbClr val="001135"/>
              </a:buClr>
              <a:buSzTx/>
              <a:buFontTx/>
              <a:buNone/>
              <a:tabLst/>
              <a:defRPr/>
            </a:pPr>
            <a:r>
              <a:rPr kumimoji="0" lang="en-US" sz="1120" b="0" i="0" strike="noStrike" kern="1200" cap="none" spc="0" normalizeH="0" baseline="0" noProof="1">
                <a:ln>
                  <a:noFill/>
                </a:ln>
                <a:solidFill>
                  <a:srgbClr val="001135"/>
                </a:solidFill>
                <a:effectLst/>
                <a:uLnTx/>
                <a:uFillTx/>
                <a:latin typeface="Nokia Pure Text Light"/>
                <a:ea typeface="Nokia Pure Text" panose="020B0503020202020204" pitchFamily="34" charset="0"/>
                <a:cs typeface="Nokia Pure Headline Light"/>
              </a:rPr>
              <a:t>OEM -&gt; SM 30%</a:t>
            </a:r>
          </a:p>
          <a:p>
            <a:pPr marL="0" marR="0" lvl="0" indent="0" algn="l" defTabSz="457200" rtl="0" eaLnBrk="1" fontAlgn="base" latinLnBrk="0" hangingPunct="1">
              <a:lnSpc>
                <a:spcPct val="100000"/>
              </a:lnSpc>
              <a:spcBef>
                <a:spcPts val="0"/>
              </a:spcBef>
              <a:spcAft>
                <a:spcPct val="0"/>
              </a:spcAft>
              <a:buClr>
                <a:srgbClr val="001135"/>
              </a:buClr>
              <a:buSzTx/>
              <a:buFontTx/>
              <a:buNone/>
              <a:tabLst/>
              <a:defRPr/>
            </a:pPr>
            <a:r>
              <a:rPr kumimoji="0" lang="en-US" sz="1120" b="0" i="0" strike="noStrike" kern="1200" cap="none" spc="0" normalizeH="0" baseline="0" noProof="1">
                <a:ln>
                  <a:noFill/>
                </a:ln>
                <a:solidFill>
                  <a:srgbClr val="001135"/>
                </a:solidFill>
                <a:effectLst/>
                <a:uLnTx/>
                <a:uFillTx/>
                <a:latin typeface="Nokia Pure Text Light"/>
                <a:ea typeface="Nokia Pure Text" panose="020B0503020202020204" pitchFamily="34" charset="0"/>
                <a:cs typeface="Nokia Pure Headline Light"/>
              </a:rPr>
              <a:t>Services -&gt; 36% SM</a:t>
            </a:r>
          </a:p>
          <a:p>
            <a:pPr marL="0" marR="0" lvl="0" indent="0" algn="l" defTabSz="457200" rtl="0" eaLnBrk="1" fontAlgn="base" latinLnBrk="0" hangingPunct="1">
              <a:lnSpc>
                <a:spcPct val="100000"/>
              </a:lnSpc>
              <a:spcBef>
                <a:spcPts val="0"/>
              </a:spcBef>
              <a:spcAft>
                <a:spcPct val="0"/>
              </a:spcAft>
              <a:buClr>
                <a:srgbClr val="001135"/>
              </a:buClr>
              <a:buSzTx/>
              <a:buFontTx/>
              <a:buNone/>
              <a:tabLst/>
              <a:defRPr/>
            </a:pPr>
            <a:r>
              <a:rPr kumimoji="0" lang="en-US" sz="1120" b="0" i="0" strike="noStrike" kern="1200" cap="none" spc="0" normalizeH="0" baseline="0" noProof="1">
                <a:ln>
                  <a:noFill/>
                </a:ln>
                <a:solidFill>
                  <a:srgbClr val="001135"/>
                </a:solidFill>
                <a:effectLst/>
                <a:uLnTx/>
                <a:uFillTx/>
                <a:latin typeface="Nokia Pure Text Light"/>
                <a:ea typeface="Nokia Pure Text" panose="020B0503020202020204" pitchFamily="34" charset="0"/>
                <a:cs typeface="Nokia Pure Headline Light"/>
              </a:rPr>
              <a:t>Global SM = 35.6%</a:t>
            </a:r>
          </a:p>
        </p:txBody>
      </p:sp>
      <p:sp>
        <p:nvSpPr>
          <p:cNvPr id="12" name="TextBox 11">
            <a:extLst>
              <a:ext uri="{FF2B5EF4-FFF2-40B4-BE49-F238E27FC236}">
                <a16:creationId xmlns:a16="http://schemas.microsoft.com/office/drawing/2014/main" id="{917F20C9-A382-7459-42F1-10E5AFF27D5D}"/>
              </a:ext>
            </a:extLst>
          </p:cNvPr>
          <p:cNvSpPr txBox="1"/>
          <p:nvPr/>
        </p:nvSpPr>
        <p:spPr>
          <a:xfrm>
            <a:off x="500757" y="1061105"/>
            <a:ext cx="1876683" cy="340654"/>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960" b="0" i="0" u="none" strike="noStrike" kern="1200" cap="none" spc="0" normalizeH="0" baseline="0" noProof="1">
                <a:ln>
                  <a:noFill/>
                </a:ln>
                <a:solidFill>
                  <a:schemeClr val="tx2"/>
                </a:solidFill>
                <a:effectLst/>
                <a:uLnTx/>
                <a:uFillTx/>
                <a:latin typeface="Nokia Pure Text Light"/>
                <a:ea typeface="+mn-ea"/>
                <a:cs typeface="+mn-cs"/>
              </a:rPr>
              <a:t>Please see WtD G5 Link:</a:t>
            </a:r>
          </a:p>
        </p:txBody>
      </p:sp>
      <p:sp>
        <p:nvSpPr>
          <p:cNvPr id="13" name="TextBox 12">
            <a:extLst>
              <a:ext uri="{FF2B5EF4-FFF2-40B4-BE49-F238E27FC236}">
                <a16:creationId xmlns:a16="http://schemas.microsoft.com/office/drawing/2014/main" id="{CAC22C88-9C02-7F6B-A22B-976EA3D5B745}"/>
              </a:ext>
            </a:extLst>
          </p:cNvPr>
          <p:cNvSpPr txBox="1"/>
          <p:nvPr/>
        </p:nvSpPr>
        <p:spPr>
          <a:xfrm>
            <a:off x="500757" y="1380557"/>
            <a:ext cx="1073661" cy="184666"/>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180000">
              <a:spcAft>
                <a:spcPts val="300"/>
              </a:spcAft>
              <a:tabLst>
                <a:tab pos="180000" algn="l"/>
              </a:tabLst>
            </a:pPr>
            <a:r>
              <a:rPr lang="en-US" sz="960" noProof="1">
                <a:solidFill>
                  <a:srgbClr val="FF0000"/>
                </a:solidFill>
                <a:ea typeface="+mn-lt"/>
                <a:cs typeface="+mn-lt"/>
              </a:rPr>
              <a:t>ServiceCost:</a:t>
            </a:r>
            <a:endParaRPr lang="en-US">
              <a:solidFill>
                <a:srgbClr val="FF0000"/>
              </a:solidFill>
              <a:hlinkClick r:id="" action="ppaction://noaction">
                <a:extLst>
                  <a:ext uri="{A12FA001-AC4F-418D-AE19-62706E023703}">
                    <ahyp:hlinkClr xmlns:ahyp="http://schemas.microsoft.com/office/drawing/2018/hyperlinkcolor" val="tx"/>
                  </a:ext>
                </a:extLst>
              </a:hlinkClick>
            </a:endParaRPr>
          </a:p>
        </p:txBody>
      </p:sp>
      <p:sp>
        <p:nvSpPr>
          <p:cNvPr id="14" name="Rectangle 1">
            <a:extLst>
              <a:ext uri="{FF2B5EF4-FFF2-40B4-BE49-F238E27FC236}">
                <a16:creationId xmlns:a16="http://schemas.microsoft.com/office/drawing/2014/main" id="{6895004A-E0F6-442C-B389-7E276D406F25}"/>
              </a:ext>
            </a:extLst>
          </p:cNvPr>
          <p:cNvSpPr>
            <a:spLocks noChangeArrowheads="1"/>
          </p:cNvSpPr>
          <p:nvPr/>
        </p:nvSpPr>
        <p:spPr bwMode="auto">
          <a:xfrm>
            <a:off x="1372583" y="1282008"/>
            <a:ext cx="20097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440" b="0" i="0" u="none" strike="noStrike" cap="none" normalizeH="0" baseline="0" noProof="1">
                <a:ln>
                  <a:noFill/>
                </a:ln>
                <a:solidFill>
                  <a:schemeClr val="tx1"/>
                </a:solidFill>
                <a:effectLst/>
                <a:latin typeface="Arial" panose="020B0604020202020204" pitchFamily="34" charset="0"/>
                <a:hlinkClick r:id="rId9"/>
              </a:rPr>
              <a:t>40_Service_Cost</a:t>
            </a:r>
            <a:endParaRPr kumimoji="0" lang="ja-JP" altLang="ja-JP" sz="1440" b="0" i="0" u="none" strike="noStrike" cap="none" normalizeH="0" baseline="0">
              <a:ln>
                <a:noFill/>
              </a:ln>
              <a:solidFill>
                <a:schemeClr val="tx1"/>
              </a:solidFill>
              <a:effectLst/>
              <a:latin typeface="Arial" panose="020B0604020202020204" pitchFamily="34" charset="0"/>
            </a:endParaRPr>
          </a:p>
        </p:txBody>
      </p:sp>
      <p:pic>
        <p:nvPicPr>
          <p:cNvPr id="15" name="Picture 14">
            <a:extLst>
              <a:ext uri="{FF2B5EF4-FFF2-40B4-BE49-F238E27FC236}">
                <a16:creationId xmlns:a16="http://schemas.microsoft.com/office/drawing/2014/main" id="{A01B5048-F62F-AE95-D840-F42470353211}"/>
              </a:ext>
            </a:extLst>
          </p:cNvPr>
          <p:cNvPicPr>
            <a:picLocks noChangeAspect="1"/>
          </p:cNvPicPr>
          <p:nvPr/>
        </p:nvPicPr>
        <p:blipFill>
          <a:blip r:embed="rId10"/>
          <a:stretch>
            <a:fillRect/>
          </a:stretch>
        </p:blipFill>
        <p:spPr>
          <a:xfrm>
            <a:off x="599520" y="1804880"/>
            <a:ext cx="7944959" cy="1533739"/>
          </a:xfrm>
          <a:prstGeom prst="rect">
            <a:avLst/>
          </a:prstGeom>
        </p:spPr>
      </p:pic>
    </p:spTree>
    <p:extLst>
      <p:ext uri="{BB962C8B-B14F-4D97-AF65-F5344CB8AC3E}">
        <p14:creationId xmlns:p14="http://schemas.microsoft.com/office/powerpoint/2010/main" val="2433890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 name="Table 92"/>
          <p:cNvGraphicFramePr>
            <a:graphicFrameLocks noGrp="1"/>
          </p:cNvGraphicFramePr>
          <p:nvPr>
            <p:extLst>
              <p:ext uri="{D42A27DB-BD31-4B8C-83A1-F6EECF244321}">
                <p14:modId xmlns:p14="http://schemas.microsoft.com/office/powerpoint/2010/main" val="3072038256"/>
              </p:ext>
            </p:extLst>
          </p:nvPr>
        </p:nvGraphicFramePr>
        <p:xfrm>
          <a:off x="150876" y="1224277"/>
          <a:ext cx="8842247" cy="1336040"/>
        </p:xfrm>
        <a:graphic>
          <a:graphicData uri="http://schemas.openxmlformats.org/drawingml/2006/table">
            <a:tbl>
              <a:tblPr firstRow="1" bandRow="1">
                <a:tableStyleId>{5C22544A-7EE6-4342-B048-85BDC9FD1C3A}</a:tableStyleId>
              </a:tblPr>
              <a:tblGrid>
                <a:gridCol w="418082">
                  <a:extLst>
                    <a:ext uri="{9D8B030D-6E8A-4147-A177-3AD203B41FA5}">
                      <a16:colId xmlns:a16="http://schemas.microsoft.com/office/drawing/2014/main" val="2521411365"/>
                    </a:ext>
                  </a:extLst>
                </a:gridCol>
                <a:gridCol w="2529334">
                  <a:extLst>
                    <a:ext uri="{9D8B030D-6E8A-4147-A177-3AD203B41FA5}">
                      <a16:colId xmlns:a16="http://schemas.microsoft.com/office/drawing/2014/main" val="20000"/>
                    </a:ext>
                  </a:extLst>
                </a:gridCol>
                <a:gridCol w="1047970">
                  <a:extLst>
                    <a:ext uri="{9D8B030D-6E8A-4147-A177-3AD203B41FA5}">
                      <a16:colId xmlns:a16="http://schemas.microsoft.com/office/drawing/2014/main" val="2559398544"/>
                    </a:ext>
                  </a:extLst>
                </a:gridCol>
                <a:gridCol w="900599">
                  <a:extLst>
                    <a:ext uri="{9D8B030D-6E8A-4147-A177-3AD203B41FA5}">
                      <a16:colId xmlns:a16="http://schemas.microsoft.com/office/drawing/2014/main" val="20001"/>
                    </a:ext>
                  </a:extLst>
                </a:gridCol>
                <a:gridCol w="925161">
                  <a:extLst>
                    <a:ext uri="{9D8B030D-6E8A-4147-A177-3AD203B41FA5}">
                      <a16:colId xmlns:a16="http://schemas.microsoft.com/office/drawing/2014/main" val="410348597"/>
                    </a:ext>
                  </a:extLst>
                </a:gridCol>
                <a:gridCol w="925161">
                  <a:extLst>
                    <a:ext uri="{9D8B030D-6E8A-4147-A177-3AD203B41FA5}">
                      <a16:colId xmlns:a16="http://schemas.microsoft.com/office/drawing/2014/main" val="20002"/>
                    </a:ext>
                  </a:extLst>
                </a:gridCol>
                <a:gridCol w="901000">
                  <a:extLst>
                    <a:ext uri="{9D8B030D-6E8A-4147-A177-3AD203B41FA5}">
                      <a16:colId xmlns:a16="http://schemas.microsoft.com/office/drawing/2014/main" val="3975606097"/>
                    </a:ext>
                  </a:extLst>
                </a:gridCol>
                <a:gridCol w="1194940">
                  <a:extLst>
                    <a:ext uri="{9D8B030D-6E8A-4147-A177-3AD203B41FA5}">
                      <a16:colId xmlns:a16="http://schemas.microsoft.com/office/drawing/2014/main" val="20003"/>
                    </a:ext>
                  </a:extLst>
                </a:gridCol>
              </a:tblGrid>
              <a:tr h="370840">
                <a:tc>
                  <a:txBody>
                    <a:bodyPr/>
                    <a:lstStyle/>
                    <a:p>
                      <a:r>
                        <a:rPr lang="en-US" sz="11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r>
                        <a:rPr lang="en-US" sz="1100"/>
                        <a:t>Dependency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r>
                        <a:rPr lang="en-US" sz="1100"/>
                        <a:t>Immediate Milestone Impacted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r>
                        <a:rPr lang="en-US" sz="1100"/>
                        <a:t>Need By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a:t>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a:t>Owner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a:t>On Critical Path?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a:t>Impact of Delay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extLst>
                  <a:ext uri="{0D108BD9-81ED-4DB2-BD59-A6C34878D82A}">
                    <a16:rowId xmlns:a16="http://schemas.microsoft.com/office/drawing/2014/main" val="10000"/>
                  </a:ext>
                </a:extLst>
              </a:tr>
              <a:tr h="370840">
                <a:tc>
                  <a:txBody>
                    <a:bodyPr/>
                    <a:lstStyle/>
                    <a:p>
                      <a:r>
                        <a:rPr lang="en-US" sz="900">
                          <a:solidFill>
                            <a:srgbClr val="001D47"/>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CaaS OCP cluster ready for each environment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gridSpan="2">
                  <a:txBody>
                    <a:bodyPr/>
                    <a:lstStyle/>
                    <a:p>
                      <a:r>
                        <a:rPr lang="en-US" sz="900">
                          <a:solidFill>
                            <a:srgbClr val="001D47"/>
                          </a:solidFill>
                        </a:rPr>
                        <a:t>Refer to slide 20 “Project Plan &amp; Critical Path”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hMerge="1">
                  <a:txBody>
                    <a:bodyPr/>
                    <a:lstStyle/>
                    <a:p>
                      <a:endParaRPr lang="en-US" sz="900">
                        <a:solidFill>
                          <a:srgbClr val="001D4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err="1">
                          <a:solidFill>
                            <a:srgbClr val="001D47"/>
                          </a:solidFill>
                        </a:rPr>
                        <a:t>xGN</a:t>
                      </a:r>
                      <a:endParaRPr lang="en-US" sz="900">
                        <a:solidFill>
                          <a:srgbClr val="001D4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err="1">
                          <a:solidFill>
                            <a:srgbClr val="001D47"/>
                          </a:solidFill>
                        </a:rPr>
                        <a:t>Takagishi</a:t>
                      </a:r>
                      <a:endParaRPr lang="en-US" sz="900">
                        <a:solidFill>
                          <a:srgbClr val="001D4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NCOM deploy delay at V lab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sz="900">
                          <a:solidFill>
                            <a:srgbClr val="001D47"/>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NOKIA V-lab NCOM ready for NF installation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vMerge="1">
                  <a:txBody>
                    <a:bodyPr/>
                    <a:lstStyle/>
                    <a:p>
                      <a:endParaRPr lang="en-US" sz="900">
                        <a:solidFill>
                          <a:srgbClr val="001D4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vMerge="1">
                  <a:txBody>
                    <a:bodyPr/>
                    <a:lstStyle/>
                    <a:p>
                      <a:endParaRPr lang="en-US" sz="900">
                        <a:solidFill>
                          <a:srgbClr val="001D4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NOKIA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Fukuhara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a:solidFill>
                            <a:srgbClr val="001D47"/>
                          </a:solidFill>
                        </a:rPr>
                        <a:t>NF deploy delay at V lab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2" name="Text Placeholder 1">
            <a:extLst>
              <a:ext uri="{FF2B5EF4-FFF2-40B4-BE49-F238E27FC236}">
                <a16:creationId xmlns:a16="http://schemas.microsoft.com/office/drawing/2014/main" id="{6C06641E-E077-D261-195A-0E16A6CA93DA}"/>
              </a:ext>
            </a:extLst>
          </p:cNvPr>
          <p:cNvSpPr>
            <a:spLocks noGrp="1"/>
          </p:cNvSpPr>
          <p:nvPr>
            <p:ph type="body" sz="quarter" idx="12"/>
          </p:nvPr>
        </p:nvSpPr>
        <p:spPr>
          <a:xfrm>
            <a:off x="122543" y="0"/>
            <a:ext cx="8308800" cy="340654"/>
          </a:xfrm>
        </p:spPr>
        <p:txBody>
          <a:bodyPr/>
          <a:lstStyle/>
          <a:p>
            <a:r>
              <a:rPr lang="en-US"/>
              <a:t>Key </a:t>
            </a:r>
            <a:r>
              <a:rPr lang="en-IN"/>
              <a:t>Dependencies</a:t>
            </a:r>
          </a:p>
        </p:txBody>
      </p:sp>
      <p:sp>
        <p:nvSpPr>
          <p:cNvPr id="4" name="Footer Placeholder 3">
            <a:extLst>
              <a:ext uri="{FF2B5EF4-FFF2-40B4-BE49-F238E27FC236}">
                <a16:creationId xmlns:a16="http://schemas.microsoft.com/office/drawing/2014/main" id="{B05495BE-4DFB-3799-C5BB-9346D0CEB062}"/>
              </a:ext>
            </a:extLst>
          </p:cNvPr>
          <p:cNvSpPr>
            <a:spLocks noGrp="1"/>
          </p:cNvSpPr>
          <p:nvPr>
            <p:ph type="ftr" sz="quarter" idx="3"/>
          </p:nvPr>
        </p:nvSpPr>
        <p:spPr/>
        <p:txBody>
          <a:bodyPr/>
          <a:lstStyle/>
          <a:p>
            <a:r>
              <a:rPr lang="en-US"/>
              <a:t>Nokia Internal Use</a:t>
            </a:r>
          </a:p>
        </p:txBody>
      </p:sp>
      <p:sp>
        <p:nvSpPr>
          <p:cNvPr id="7" name="TextBox 6">
            <a:extLst>
              <a:ext uri="{FF2B5EF4-FFF2-40B4-BE49-F238E27FC236}">
                <a16:creationId xmlns:a16="http://schemas.microsoft.com/office/drawing/2014/main" id="{01DE94BC-09FC-7A5D-2B5A-42ABD2D0FDB0}"/>
              </a:ext>
            </a:extLst>
          </p:cNvPr>
          <p:cNvSpPr txBox="1"/>
          <p:nvPr/>
        </p:nvSpPr>
        <p:spPr>
          <a:xfrm>
            <a:off x="150876" y="585216"/>
            <a:ext cx="8842247" cy="521208"/>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400" b="0" i="0" u="none" strike="noStrike" kern="1200" cap="none" spc="0" normalizeH="0" baseline="0" noProof="0">
                <a:ln>
                  <a:noFill/>
                </a:ln>
                <a:solidFill>
                  <a:srgbClr val="001D47"/>
                </a:solidFill>
                <a:effectLst/>
                <a:uLnTx/>
                <a:uFillTx/>
                <a:latin typeface="Nokia Pure Text Light"/>
                <a:ea typeface="+mn-ea"/>
                <a:cs typeface="+mn-cs"/>
              </a:rPr>
              <a:t>List high priority dependencies on Customer, 3Ps, R&amp;D, other BGs:</a:t>
            </a:r>
            <a:endParaRPr kumimoji="0" lang="en-IN" sz="1400" b="0" i="0" u="none" strike="noStrike" kern="1200" cap="none" spc="0" normalizeH="0" baseline="0" noProof="0">
              <a:ln>
                <a:noFill/>
              </a:ln>
              <a:solidFill>
                <a:srgbClr val="001D47"/>
              </a:solidFill>
              <a:effectLst/>
              <a:uLnTx/>
              <a:uFillTx/>
              <a:latin typeface="Nokia Pure Text Ligh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49D8F04-914E-56F2-282C-A791FBC0A732}"/>
              </a:ext>
            </a:extLst>
          </p:cNvPr>
          <p:cNvGraphicFramePr>
            <a:graphicFrameLocks noGrp="1"/>
          </p:cNvGraphicFramePr>
          <p:nvPr>
            <p:ph idx="1"/>
            <p:extLst>
              <p:ext uri="{D42A27DB-BD31-4B8C-83A1-F6EECF244321}">
                <p14:modId xmlns:p14="http://schemas.microsoft.com/office/powerpoint/2010/main" val="928670175"/>
              </p:ext>
            </p:extLst>
          </p:nvPr>
        </p:nvGraphicFramePr>
        <p:xfrm>
          <a:off x="104857" y="1233251"/>
          <a:ext cx="8904768" cy="3902964"/>
        </p:xfrm>
        <a:graphic>
          <a:graphicData uri="http://schemas.openxmlformats.org/drawingml/2006/table">
            <a:tbl>
              <a:tblPr firstRow="1" bandRow="1">
                <a:tableStyleId>{00A15C55-8517-42AA-B614-E9B94910E393}</a:tableStyleId>
              </a:tblPr>
              <a:tblGrid>
                <a:gridCol w="2226192">
                  <a:extLst>
                    <a:ext uri="{9D8B030D-6E8A-4147-A177-3AD203B41FA5}">
                      <a16:colId xmlns:a16="http://schemas.microsoft.com/office/drawing/2014/main" val="2839635314"/>
                    </a:ext>
                  </a:extLst>
                </a:gridCol>
                <a:gridCol w="2226192">
                  <a:extLst>
                    <a:ext uri="{9D8B030D-6E8A-4147-A177-3AD203B41FA5}">
                      <a16:colId xmlns:a16="http://schemas.microsoft.com/office/drawing/2014/main" val="2797530988"/>
                    </a:ext>
                  </a:extLst>
                </a:gridCol>
                <a:gridCol w="2387300">
                  <a:extLst>
                    <a:ext uri="{9D8B030D-6E8A-4147-A177-3AD203B41FA5}">
                      <a16:colId xmlns:a16="http://schemas.microsoft.com/office/drawing/2014/main" val="1973577847"/>
                    </a:ext>
                  </a:extLst>
                </a:gridCol>
                <a:gridCol w="2065084">
                  <a:extLst>
                    <a:ext uri="{9D8B030D-6E8A-4147-A177-3AD203B41FA5}">
                      <a16:colId xmlns:a16="http://schemas.microsoft.com/office/drawing/2014/main" val="2800754454"/>
                    </a:ext>
                  </a:extLst>
                </a:gridCol>
              </a:tblGrid>
              <a:tr h="278130">
                <a:tc gridSpan="4">
                  <a:txBody>
                    <a:bodyPr/>
                    <a:lstStyle/>
                    <a:p>
                      <a:endParaRPr lang="en-US" sz="960">
                        <a:solidFill>
                          <a:schemeClr val="tx2">
                            <a:lumMod val="75000"/>
                            <a:lumOff val="25000"/>
                          </a:schemeClr>
                        </a:solidFill>
                        <a:latin typeface="Meiryo UI" panose="020B0604030504040204" pitchFamily="34" charset="-128"/>
                        <a:ea typeface="Meiryo UI" panose="020B0604030504040204" pitchFamily="34" charset="-128"/>
                      </a:endParaRPr>
                    </a:p>
                  </a:txBody>
                  <a:tcPr marL="68580" marR="68580" marT="34290" marB="34290">
                    <a:lnB w="12700" cap="flat" cmpd="sng" algn="ctr">
                      <a:solidFill>
                        <a:schemeClr val="tx1"/>
                      </a:solidFill>
                      <a:prstDash val="solid"/>
                      <a:round/>
                      <a:headEnd type="none" w="med" len="med"/>
                      <a:tailEnd type="none" w="med" len="med"/>
                    </a:lnB>
                    <a:noFill/>
                  </a:tcPr>
                </a:tc>
                <a:tc hMerge="1">
                  <a:txBody>
                    <a:bodyPr/>
                    <a:lstStyle/>
                    <a:p>
                      <a:endParaRPr lang="en-US" sz="1280">
                        <a:latin typeface="Meiryo UI" panose="020B0604030504040204" pitchFamily="34" charset="-128"/>
                        <a:ea typeface="Meiryo UI" panose="020B0604030504040204" pitchFamily="34" charset="-128"/>
                      </a:endParaRPr>
                    </a:p>
                  </a:txBody>
                  <a:tcPr/>
                </a:tc>
                <a:tc hMerge="1">
                  <a:txBody>
                    <a:bodyPr/>
                    <a:lstStyle/>
                    <a:p>
                      <a:endParaRPr lang="en-US" sz="1280">
                        <a:latin typeface="Meiryo UI" panose="020B0604030504040204" pitchFamily="34" charset="-128"/>
                        <a:ea typeface="Meiryo UI" panose="020B0604030504040204" pitchFamily="34" charset="-128"/>
                      </a:endParaRPr>
                    </a:p>
                  </a:txBody>
                  <a:tcPr/>
                </a:tc>
                <a:tc hMerge="1">
                  <a:txBody>
                    <a:bodyPr/>
                    <a:lstStyle/>
                    <a:p>
                      <a:endParaRPr lang="en-US" sz="1280">
                        <a:solidFill>
                          <a:schemeClr val="tx2">
                            <a:lumMod val="75000"/>
                            <a:lumOff val="25000"/>
                          </a:schemeClr>
                        </a:solidFill>
                        <a:latin typeface="Meiryo UI" panose="020B0604030504040204" pitchFamily="34" charset="-128"/>
                        <a:ea typeface="Meiryo UI" panose="020B0604030504040204" pitchFamily="34" charset="-128"/>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8402633"/>
                  </a:ext>
                </a:extLst>
              </a:tr>
              <a:tr h="278130">
                <a:tc>
                  <a:txBody>
                    <a:bodyPr/>
                    <a:lstStyle/>
                    <a:p>
                      <a:r>
                        <a:rPr lang="ja-JP" altLang="en-US" sz="960" noProof="1">
                          <a:solidFill>
                            <a:schemeClr val="bg1"/>
                          </a:solidFill>
                          <a:latin typeface="Meiryo UI" panose="020B0604030504040204" pitchFamily="34" charset="-128"/>
                          <a:ea typeface="Meiryo UI" panose="020B0604030504040204" pitchFamily="34" charset="-128"/>
                        </a:rPr>
                        <a:t>Risk Items</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ja-JP" altLang="en-US" sz="960" noProof="1">
                          <a:solidFill>
                            <a:schemeClr val="bg1"/>
                          </a:solidFill>
                          <a:latin typeface="Meiryo UI" panose="020B0604030504040204" pitchFamily="34" charset="-128"/>
                          <a:ea typeface="Meiryo UI" panose="020B0604030504040204" pitchFamily="34" charset="-128"/>
                        </a:rPr>
                        <a:t>Background and Description</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ja-JP" altLang="en-US" sz="960" noProof="1">
                          <a:solidFill>
                            <a:schemeClr val="bg1"/>
                          </a:solidFill>
                          <a:latin typeface="Meiryo UI" panose="020B0604030504040204" pitchFamily="34" charset="-128"/>
                          <a:ea typeface="Meiryo UI" panose="020B0604030504040204" pitchFamily="34" charset="-128"/>
                        </a:rPr>
                        <a:t>Risk Avoidance Measures</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r>
                        <a:rPr lang="ja-JP" altLang="en-US" sz="960" noProof="1">
                          <a:solidFill>
                            <a:schemeClr val="bg1"/>
                          </a:solidFill>
                          <a:latin typeface="Meiryo UI" panose="020B0604030504040204" pitchFamily="34" charset="-128"/>
                          <a:ea typeface="Meiryo UI" panose="020B0604030504040204" pitchFamily="34" charset="-128"/>
                        </a:rPr>
                        <a:t>When to Apply</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extLst>
                  <a:ext uri="{0D108BD9-81ED-4DB2-BD59-A6C34878D82A}">
                    <a16:rowId xmlns:a16="http://schemas.microsoft.com/office/drawing/2014/main" val="433584237"/>
                  </a:ext>
                </a:extLst>
              </a:tr>
              <a:tr h="434340">
                <a:tc>
                  <a:txBody>
                    <a:bodyPr/>
                    <a:lstStyle/>
                    <a:p>
                      <a:r>
                        <a:rPr lang="en-US" altLang="ja-JP" sz="960" noProof="1">
                          <a:latin typeface="Meiryo UI" panose="020B0604030504040204" pitchFamily="34" charset="-128"/>
                          <a:ea typeface="Meiryo UI" panose="020B0604030504040204" pitchFamily="34" charset="-128"/>
                        </a:rPr>
                        <a:t>Disk Performance Problems</a:t>
                      </a:r>
                      <a:endParaRPr lang="en-US" altLang="ja-JP" sz="960">
                        <a:latin typeface="Meiryo UI" panose="020B0604030504040204" pitchFamily="34" charset="-128"/>
                        <a:ea typeface="Meiryo UI" panose="020B0604030504040204" pitchFamily="34" charset="-128"/>
                      </a:endParaRPr>
                    </a:p>
                    <a:p>
                      <a:r>
                        <a:rPr lang="ja-JP" altLang="en-US" sz="960" noProof="1">
                          <a:latin typeface="Meiryo UI" panose="020B0604030504040204" pitchFamily="34" charset="-128"/>
                          <a:ea typeface="Meiryo UI" panose="020B0604030504040204" pitchFamily="34" charset="-128"/>
                        </a:rPr>
                        <a:t>(Performance Test)</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en-US" altLang="ja-JP" sz="960" noProof="1">
                          <a:latin typeface="Meiryo UI" panose="020B0604030504040204" pitchFamily="34" charset="-128"/>
                          <a:ea typeface="Meiryo UI" panose="020B0604030504040204" pitchFamily="34" charset="-128"/>
                        </a:rPr>
                        <a:t>Disc performance-related measures have occurred in the JCOM PJ</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Based on information sharing from PJs that have already been executed, measures are applied during construction and verification in this PJ</a:t>
                      </a:r>
                      <a:endParaRPr lang="en-US" altLang="ja-JP" sz="960">
                        <a:latin typeface="Meiryo UI" panose="020B0604030504040204" pitchFamily="34" charset="-128"/>
                        <a:ea typeface="Meiryo UI" panose="020B0604030504040204" pitchFamily="34" charset="-128"/>
                      </a:endParaRPr>
                    </a:p>
                    <a:p>
                      <a:r>
                        <a:rPr lang="ja-JP" altLang="en-US" sz="960" noProof="1">
                          <a:latin typeface="Meiryo UI" panose="020B0604030504040204" pitchFamily="34" charset="-128"/>
                          <a:ea typeface="Meiryo UI" panose="020B0604030504040204" pitchFamily="34" charset="-128"/>
                        </a:rPr>
                        <a:t>(Consider when creating LLDs)</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During lab construction and verification</a:t>
                      </a:r>
                      <a:endParaRPr lang="en-US" altLang="ja-JP" sz="960">
                        <a:latin typeface="Meiryo UI" panose="020B0604030504040204" pitchFamily="34" charset="-128"/>
                        <a:ea typeface="Meiryo UI" panose="020B0604030504040204" pitchFamily="34" charset="-128"/>
                      </a:endParaRPr>
                    </a:p>
                    <a:p>
                      <a:r>
                        <a:rPr lang="en-US" altLang="ja-JP" sz="960" noProof="1">
                          <a:latin typeface="Meiryo UI" panose="020B0604030504040204" pitchFamily="34" charset="-128"/>
                          <a:ea typeface="Meiryo UI" panose="020B0604030504040204" pitchFamily="34" charset="-128"/>
                        </a:rPr>
                        <a:t>JCOM: </a:t>
                      </a:r>
                      <a:r>
                        <a:rPr lang="en-US" altLang="ja-JP" sz="960" noProof="1">
                          <a:latin typeface="Meiryo UI" panose="020B0604030504040204" pitchFamily="34" charset="-128"/>
                          <a:ea typeface="Meiryo UI" panose="020B0604030504040204" pitchFamily="34" charset="-128"/>
                          <a:hlinkClick r:id="rId2"/>
                        </a:rPr>
                        <a:t>#24175</a:t>
                      </a:r>
                      <a:br>
                        <a:rPr lang="en-US" altLang="ja-JP" sz="960">
                          <a:latin typeface="Meiryo UI" panose="020B0604030504040204" pitchFamily="34" charset="-128"/>
                          <a:ea typeface="Meiryo UI" panose="020B0604030504040204" pitchFamily="34" charset="-128"/>
                        </a:rPr>
                      </a:br>
                      <a:r>
                        <a:rPr lang="it-IT" sz="960" noProof="1">
                          <a:effectLst/>
                        </a:rPr>
                        <a:t>VOLTE:</a:t>
                      </a:r>
                      <a:r>
                        <a:rPr lang="en-US" altLang="ja-JP" sz="960" noProof="1">
                          <a:latin typeface="Meiryo UI" panose="020B0604030504040204" pitchFamily="34" charset="-128"/>
                          <a:ea typeface="Meiryo UI" panose="020B0604030504040204" pitchFamily="34" charset="-128"/>
                        </a:rPr>
                        <a:t> </a:t>
                      </a:r>
                      <a:r>
                        <a:rPr lang="it-IT" sz="960" noProof="1">
                          <a:effectLst/>
                          <a:hlinkClick r:id="rId3" tooltip="https://redmine-ocs.aws.kddi.com/redmine/issues/5430"/>
                        </a:rPr>
                        <a:t>QA#5430,</a:t>
                      </a:r>
                      <a:r>
                        <a:rPr lang="en-US" altLang="ja-JP" sz="960" noProof="1">
                          <a:latin typeface="Meiryo UI" panose="020B0604030504040204" pitchFamily="34" charset="-128"/>
                          <a:ea typeface="Meiryo UI" panose="020B0604030504040204" pitchFamily="34" charset="-128"/>
                        </a:rPr>
                        <a:t> </a:t>
                      </a:r>
                      <a:r>
                        <a:rPr lang="it-IT" sz="960" noProof="1">
                          <a:effectLst/>
                          <a:hlinkClick r:id="rId4" tooltip="https://redmine-ocs.aws.kddi.com/redmine/issues/5462"/>
                        </a:rPr>
                        <a:t>QA#5462</a:t>
                      </a:r>
                      <a:endParaRPr lang="it-IT" sz="960">
                        <a:effectLs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extLst>
                  <a:ext uri="{0D108BD9-81ED-4DB2-BD59-A6C34878D82A}">
                    <a16:rowId xmlns:a16="http://schemas.microsoft.com/office/drawing/2014/main" val="2048115583"/>
                  </a:ext>
                </a:extLst>
              </a:tr>
              <a:tr h="434340">
                <a:tc>
                  <a:txBody>
                    <a:bodyPr/>
                    <a:lstStyle/>
                    <a:p>
                      <a:r>
                        <a:rPr lang="ja-JP" altLang="en-US" sz="960" noProof="1">
                          <a:latin typeface="Meiryo UI" panose="020B0604030504040204" pitchFamily="34" charset="-128"/>
                          <a:ea typeface="Meiryo UI" panose="020B0604030504040204" pitchFamily="34" charset="-128"/>
                        </a:rPr>
                        <a:t>Delay in lab construction</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en-US" altLang="ja-JP" sz="960" noProof="1">
                          <a:latin typeface="Meiryo UI" panose="020B0604030504040204" pitchFamily="34" charset="-128"/>
                          <a:ea typeface="Meiryo UI" panose="020B0604030504040204" pitchFamily="34" charset="-128"/>
                        </a:rPr>
                        <a:t>CNF on-board delay to KYANOS</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Obtain information such as problem occurrence event and solution from the executed PJ (JCOM) and apply it to the construction work</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During lab construction and commercial construction</a:t>
                      </a:r>
                      <a:endParaRPr lang="en-US" altLang="ja-JP"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extLst>
                  <a:ext uri="{0D108BD9-81ED-4DB2-BD59-A6C34878D82A}">
                    <a16:rowId xmlns:a16="http://schemas.microsoft.com/office/drawing/2014/main" val="286767274"/>
                  </a:ext>
                </a:extLst>
              </a:tr>
              <a:tr h="434340">
                <a:tc>
                  <a:txBody>
                    <a:bodyPr/>
                    <a:lstStyle/>
                    <a:p>
                      <a:r>
                        <a:rPr lang="ja-JP" altLang="en-US" sz="960" noProof="1">
                          <a:latin typeface="Meiryo UI" panose="020B0604030504040204" pitchFamily="34" charset="-128"/>
                          <a:ea typeface="Meiryo UI" panose="020B0604030504040204" pitchFamily="34" charset="-128"/>
                        </a:rPr>
                        <a:t>Problem leakage due to lack of consideration of the test scope</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Failure to prevent problem leakage due to insufficient test scope</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After examining the necessary background call type and SO type, item review was conducted from the viewpoint of ensuring the completeness of the test scope</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When developing the test plan</a:t>
                      </a:r>
                      <a:endParaRPr lang="en-US" altLang="ja-JP" sz="960">
                        <a:latin typeface="Meiryo UI" panose="020B0604030504040204" pitchFamily="34" charset="-128"/>
                        <a:ea typeface="Meiryo UI" panose="020B0604030504040204" pitchFamily="34" charset="-128"/>
                      </a:endParaRPr>
                    </a:p>
                    <a:p>
                      <a:r>
                        <a:rPr lang="ja-JP" altLang="en-US" sz="960" noProof="1">
                          <a:latin typeface="Meiryo UI" panose="020B0604030504040204" pitchFamily="34" charset="-128"/>
                          <a:ea typeface="Meiryo UI" panose="020B0604030504040204" pitchFamily="34" charset="-128"/>
                        </a:rPr>
                        <a:t>At the time of verification</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extLst>
                  <a:ext uri="{0D108BD9-81ED-4DB2-BD59-A6C34878D82A}">
                    <a16:rowId xmlns:a16="http://schemas.microsoft.com/office/drawing/2014/main" val="2782111969"/>
                  </a:ext>
                </a:extLst>
              </a:tr>
              <a:tr h="562755">
                <a:tc>
                  <a:txBody>
                    <a:bodyPr/>
                    <a:lstStyle/>
                    <a:p>
                      <a:r>
                        <a:rPr lang="en-US" altLang="ja-JP" sz="960" noProof="1">
                          <a:latin typeface="Meiryo UI" panose="020B0604030504040204" pitchFamily="34" charset="-128"/>
                          <a:ea typeface="Meiryo UI" panose="020B0604030504040204" pitchFamily="34" charset="-128"/>
                        </a:rPr>
                        <a:t>Leakage of KPI problem</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en-US" altLang="ja-JP" sz="960" noProof="1">
                          <a:latin typeface="Meiryo UI" panose="020B0604030504040204" pitchFamily="34" charset="-128"/>
                          <a:ea typeface="Meiryo UI" panose="020B0604030504040204" pitchFamily="34" charset="-128"/>
                        </a:rPr>
                        <a:t>5 At GC Ph1, JCOM PJ, problem was leaked because KPI check was omitted.</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In performance test and long-term stability test, check from the viewpoint of whether statistical information can be correctly measured by the equipment under evaluation and the EMS side.</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tc>
                  <a:txBody>
                    <a:bodyPr/>
                    <a:lstStyle/>
                    <a:p>
                      <a:r>
                        <a:rPr lang="en-US" altLang="ja-JP" sz="960" noProof="1">
                          <a:latin typeface="Meiryo UI" panose="020B0604030504040204" pitchFamily="34" charset="-128"/>
                          <a:ea typeface="Meiryo UI" panose="020B0604030504040204" pitchFamily="34" charset="-128"/>
                        </a:rPr>
                        <a:t>When creating KPI verification items</a:t>
                      </a:r>
                      <a:endParaRPr lang="en-US" altLang="ja-JP" sz="960">
                        <a:latin typeface="Meiryo UI" panose="020B0604030504040204" pitchFamily="34" charset="-128"/>
                        <a:ea typeface="Meiryo UI" panose="020B0604030504040204" pitchFamily="34" charset="-128"/>
                      </a:endParaRPr>
                    </a:p>
                    <a:p>
                      <a:r>
                        <a:rPr lang="en-US" altLang="ja-JP" sz="960" noProof="1">
                          <a:latin typeface="Meiryo UI" panose="020B0604030504040204" pitchFamily="34" charset="-128"/>
                          <a:ea typeface="Meiryo UI" panose="020B0604030504040204" pitchFamily="34" charset="-128"/>
                        </a:rPr>
                        <a:t>5GC Ph1:</a:t>
                      </a:r>
                      <a:r>
                        <a:rPr lang="en-US" altLang="ja-JP" sz="960" noProof="1">
                          <a:latin typeface="Meiryo UI" panose="020B0604030504040204" pitchFamily="34" charset="-128"/>
                          <a:ea typeface="Meiryo UI" panose="020B0604030504040204" pitchFamily="34" charset="-128"/>
                          <a:hlinkClick r:id="rId5"/>
                        </a:rPr>
                        <a:t>#20099</a:t>
                      </a:r>
                      <a:endParaRPr lang="en-US" altLang="ja-JP" sz="960">
                        <a:latin typeface="Meiryo UI" panose="020B0604030504040204" pitchFamily="34" charset="-128"/>
                        <a:ea typeface="Meiryo UI" panose="020B0604030504040204" pitchFamily="34" charset="-128"/>
                      </a:endParaRPr>
                    </a:p>
                    <a:p>
                      <a:r>
                        <a:rPr lang="en-US" altLang="ja-JP" sz="960" noProof="1">
                          <a:latin typeface="Meiryo UI" panose="020B0604030504040204" pitchFamily="34" charset="-128"/>
                          <a:ea typeface="Meiryo UI" panose="020B0604030504040204" pitchFamily="34" charset="-128"/>
                        </a:rPr>
                        <a:t>JCOM PJ:</a:t>
                      </a:r>
                      <a:r>
                        <a:rPr lang="en-US" altLang="ja-JP" sz="960" noProof="1">
                          <a:latin typeface="Meiryo UI" panose="020B0604030504040204" pitchFamily="34" charset="-128"/>
                          <a:ea typeface="Meiryo UI" panose="020B0604030504040204" pitchFamily="34" charset="-128"/>
                          <a:hlinkClick r:id="rId6"/>
                        </a:rPr>
                        <a:t>#28306</a:t>
                      </a:r>
                      <a:endParaRPr lang="en-US" altLang="ja-JP" sz="960">
                        <a:highlight>
                          <a:srgbClr val="FFFF00"/>
                        </a:highlight>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0F7"/>
                    </a:solidFill>
                  </a:tcPr>
                </a:tc>
                <a:extLst>
                  <a:ext uri="{0D108BD9-81ED-4DB2-BD59-A6C34878D82A}">
                    <a16:rowId xmlns:a16="http://schemas.microsoft.com/office/drawing/2014/main" val="1603838062"/>
                  </a:ext>
                </a:extLst>
              </a:tr>
            </a:tbl>
          </a:graphicData>
        </a:graphic>
      </p:graphicFrame>
      <p:sp>
        <p:nvSpPr>
          <p:cNvPr id="10" name="Text Placeholder 5">
            <a:extLst>
              <a:ext uri="{FF2B5EF4-FFF2-40B4-BE49-F238E27FC236}">
                <a16:creationId xmlns:a16="http://schemas.microsoft.com/office/drawing/2014/main" id="{ABF5542C-6CA7-B134-81BA-D8B035611279}"/>
              </a:ext>
            </a:extLst>
          </p:cNvPr>
          <p:cNvSpPr txBox="1">
            <a:spLocks/>
          </p:cNvSpPr>
          <p:nvPr/>
        </p:nvSpPr>
        <p:spPr>
          <a:xfrm>
            <a:off x="250824" y="71951"/>
            <a:ext cx="8308800" cy="340654"/>
          </a:xfrm>
          <a:prstGeom prst="rect">
            <a:avLst/>
          </a:prstGeom>
        </p:spPr>
        <p:txBody>
          <a:bodyPr vert="horz" lIns="91440" tIns="45720" rIns="91440" bIns="45720" rtlCol="0" anchor="ctr"/>
          <a:lstStyle>
            <a:defPPr>
              <a:defRPr lang="en-US"/>
            </a:defPPr>
            <a:lvl1pPr marL="0" algn="r" defTabSz="457200" rtl="0" eaLnBrk="1" latinLnBrk="0" hangingPunct="1">
              <a:defRPr sz="720" kern="1200">
                <a:solidFill>
                  <a:schemeClr val="tx1">
                    <a:tint val="82000"/>
                  </a:schemeClr>
                </a:solidFill>
                <a:latin typeface="+mn-lt"/>
                <a:ea typeface="+mn-ea"/>
                <a:cs typeface="+mn-cs"/>
              </a:defRPr>
            </a:lvl1pPr>
            <a:lvl2pPr marL="457200" algn="l" defTabSz="457200" rtl="0" eaLnBrk="1" latinLnBrk="0" hangingPunct="1">
              <a:defRPr sz="1440" kern="1200">
                <a:solidFill>
                  <a:schemeClr val="tx1"/>
                </a:solidFill>
                <a:latin typeface="+mn-lt"/>
                <a:ea typeface="+mn-ea"/>
                <a:cs typeface="+mn-cs"/>
              </a:defRPr>
            </a:lvl2pPr>
            <a:lvl3pPr marL="914400" algn="l" defTabSz="457200" rtl="0" eaLnBrk="1" latinLnBrk="0" hangingPunct="1">
              <a:defRPr sz="1440" kern="1200">
                <a:solidFill>
                  <a:schemeClr val="tx1"/>
                </a:solidFill>
                <a:latin typeface="+mn-lt"/>
                <a:ea typeface="+mn-ea"/>
                <a:cs typeface="+mn-cs"/>
              </a:defRPr>
            </a:lvl3pPr>
            <a:lvl4pPr marL="1371600" algn="l" defTabSz="457200" rtl="0" eaLnBrk="1" latinLnBrk="0" hangingPunct="1">
              <a:defRPr sz="1440" kern="1200">
                <a:solidFill>
                  <a:schemeClr val="tx1"/>
                </a:solidFill>
                <a:latin typeface="+mn-lt"/>
                <a:ea typeface="+mn-ea"/>
                <a:cs typeface="+mn-cs"/>
              </a:defRPr>
            </a:lvl4pPr>
            <a:lvl5pPr marL="1828800" algn="l" defTabSz="457200" rtl="0" eaLnBrk="1" latinLnBrk="0" hangingPunct="1">
              <a:defRPr sz="1440" kern="1200">
                <a:solidFill>
                  <a:schemeClr val="tx1"/>
                </a:solidFill>
                <a:latin typeface="+mn-lt"/>
                <a:ea typeface="+mn-ea"/>
                <a:cs typeface="+mn-cs"/>
              </a:defRPr>
            </a:lvl5pPr>
            <a:lvl6pPr marL="2286000" algn="l" defTabSz="457200" rtl="0" eaLnBrk="1" latinLnBrk="0" hangingPunct="1">
              <a:defRPr sz="1440" kern="1200">
                <a:solidFill>
                  <a:schemeClr val="tx1"/>
                </a:solidFill>
                <a:latin typeface="+mn-lt"/>
                <a:ea typeface="+mn-ea"/>
                <a:cs typeface="+mn-cs"/>
              </a:defRPr>
            </a:lvl6pPr>
            <a:lvl7pPr marL="2743200" algn="l" defTabSz="457200" rtl="0" eaLnBrk="1" latinLnBrk="0" hangingPunct="1">
              <a:defRPr sz="1440" kern="1200">
                <a:solidFill>
                  <a:schemeClr val="tx1"/>
                </a:solidFill>
                <a:latin typeface="+mn-lt"/>
                <a:ea typeface="+mn-ea"/>
                <a:cs typeface="+mn-cs"/>
              </a:defRPr>
            </a:lvl7pPr>
            <a:lvl8pPr marL="3200400" algn="l" defTabSz="457200" rtl="0" eaLnBrk="1" latinLnBrk="0" hangingPunct="1">
              <a:defRPr sz="1440" kern="1200">
                <a:solidFill>
                  <a:schemeClr val="tx1"/>
                </a:solidFill>
                <a:latin typeface="+mn-lt"/>
                <a:ea typeface="+mn-ea"/>
                <a:cs typeface="+mn-cs"/>
              </a:defRPr>
            </a:lvl8pPr>
            <a:lvl9pPr marL="3657600" algn="l" defTabSz="457200" rtl="0" eaLnBrk="1" latinLnBrk="0" hangingPunct="1">
              <a:defRPr sz="144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altLang="ja-JP" sz="720" b="1" i="0" u="sng" strike="noStrike" kern="1200" cap="none" spc="0" normalizeH="0" baseline="0" noProof="0">
              <a:ln>
                <a:noFill/>
              </a:ln>
              <a:solidFill>
                <a:prstClr val="black">
                  <a:tint val="82000"/>
                </a:prstClr>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
        <p:nvSpPr>
          <p:cNvPr id="11" name="Text Placeholder 6">
            <a:extLst>
              <a:ext uri="{FF2B5EF4-FFF2-40B4-BE49-F238E27FC236}">
                <a16:creationId xmlns:a16="http://schemas.microsoft.com/office/drawing/2014/main" id="{42001D3B-19F0-9A4F-67E7-AD80928DCD7D}"/>
              </a:ext>
            </a:extLst>
          </p:cNvPr>
          <p:cNvSpPr txBox="1">
            <a:spLocks/>
          </p:cNvSpPr>
          <p:nvPr/>
        </p:nvSpPr>
        <p:spPr>
          <a:xfrm>
            <a:off x="162763" y="146610"/>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kumimoji="1" sz="192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Risk management</a:t>
            </a:r>
            <a:r>
              <a:rPr kumimoji="1"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 </a:t>
            </a:r>
          </a:p>
        </p:txBody>
      </p:sp>
      <p:sp>
        <p:nvSpPr>
          <p:cNvPr id="9" name="TextBox 8">
            <a:extLst>
              <a:ext uri="{FF2B5EF4-FFF2-40B4-BE49-F238E27FC236}">
                <a16:creationId xmlns:a16="http://schemas.microsoft.com/office/drawing/2014/main" id="{8E90CC55-72AA-B30D-E76B-1EC1CC5EF42C}"/>
              </a:ext>
            </a:extLst>
          </p:cNvPr>
          <p:cNvSpPr txBox="1"/>
          <p:nvPr/>
        </p:nvSpPr>
        <p:spPr>
          <a:xfrm>
            <a:off x="104857" y="1233251"/>
            <a:ext cx="8904768" cy="276999"/>
          </a:xfrm>
          <a:prstGeom prst="rect">
            <a:avLst/>
          </a:prstGeom>
          <a:noFill/>
          <a:ln>
            <a:noFill/>
          </a:ln>
        </p:spPr>
        <p:txBody>
          <a:bodyPr wrap="square">
            <a:spAutoFit/>
          </a:bodyPr>
          <a:lstStyle/>
          <a:p>
            <a:pPr marL="285750" marR="0" lvl="0" indent="-285750" algn="l" defTabSz="457200" rtl="0" eaLnBrk="1" fontAlgn="base" latinLnBrk="0" hangingPunct="1">
              <a:lnSpc>
                <a:spcPct val="100000"/>
              </a:lnSpc>
              <a:spcBef>
                <a:spcPct val="0"/>
              </a:spcBef>
              <a:spcAft>
                <a:spcPct val="0"/>
              </a:spcAft>
              <a:buClrTx/>
              <a:buSzTx/>
              <a:buFont typeface="Wingdings" panose="05000000000000000000" pitchFamily="2" charset="2"/>
              <a:buChar char="q"/>
              <a:tabLst/>
              <a:defRPr/>
            </a:pPr>
            <a:r>
              <a:rPr kumimoji="0" lang="ja-JP" altLang="en-US" sz="1200" b="1" i="0" u="none" strike="noStrike" kern="1200" cap="none" spc="0" normalizeH="0" baseline="0" noProof="1">
                <a:ln>
                  <a:noFill/>
                </a:ln>
                <a:solidFill>
                  <a:srgbClr val="CCCCCC">
                    <a:lumMod val="10000"/>
                  </a:srgbClr>
                </a:solidFill>
                <a:effectLst/>
                <a:uLnTx/>
                <a:uFillTx/>
                <a:latin typeface="Meiryo UI" panose="020B0604030504040204" pitchFamily="34" charset="-128"/>
                <a:ea typeface="Meiryo UI" panose="020B0604030504040204" pitchFamily="34" charset="-128"/>
                <a:cs typeface="+mn-cs"/>
              </a:rPr>
              <a:t>The following measures should be taken together from the review of past cases.</a:t>
            </a:r>
            <a:r>
              <a:rPr kumimoji="0" lang="ja-JP" altLang="en-US" sz="1200" b="1" i="0" u="none" strike="noStrike" kern="1200" cap="none" spc="0" normalizeH="0" baseline="0" noProof="0">
                <a:ln>
                  <a:noFill/>
                </a:ln>
                <a:solidFill>
                  <a:srgbClr val="CCCCCC">
                    <a:lumMod val="10000"/>
                  </a:srgbClr>
                </a:solidFill>
                <a:effectLst/>
                <a:uLnTx/>
                <a:uFillTx/>
                <a:latin typeface="Meiryo UI" panose="020B0604030504040204" pitchFamily="34" charset="-128"/>
                <a:ea typeface="Meiryo UI" panose="020B0604030504040204" pitchFamily="34" charset="-128"/>
                <a:cs typeface="+mn-cs"/>
              </a:rPr>
              <a:t> </a:t>
            </a:r>
            <a:endParaRPr kumimoji="0" lang="en-US" sz="1200" b="1" i="0" u="none" strike="noStrike" kern="1200" cap="none" spc="0" normalizeH="0" baseline="0" noProof="0">
              <a:ln>
                <a:noFill/>
              </a:ln>
              <a:solidFill>
                <a:srgbClr val="CCCCCC">
                  <a:lumMod val="10000"/>
                </a:srgbClr>
              </a:solidFill>
              <a:effectLst/>
              <a:uLnTx/>
              <a:uFillTx/>
              <a:latin typeface="Meiryo UI" panose="020B0604030504040204" pitchFamily="34" charset="-128"/>
              <a:ea typeface="Meiryo UI" panose="020B0604030504040204" pitchFamily="34" charset="-128"/>
              <a:cs typeface="+mn-cs"/>
            </a:endParaRPr>
          </a:p>
        </p:txBody>
      </p:sp>
      <p:sp>
        <p:nvSpPr>
          <p:cNvPr id="12" name="TextBox 11">
            <a:extLst>
              <a:ext uri="{FF2B5EF4-FFF2-40B4-BE49-F238E27FC236}">
                <a16:creationId xmlns:a16="http://schemas.microsoft.com/office/drawing/2014/main" id="{25F5F266-10F2-6AB9-E415-506FD146FAF6}"/>
              </a:ext>
            </a:extLst>
          </p:cNvPr>
          <p:cNvSpPr txBox="1"/>
          <p:nvPr/>
        </p:nvSpPr>
        <p:spPr>
          <a:xfrm>
            <a:off x="130105" y="537092"/>
            <a:ext cx="8984717" cy="646331"/>
          </a:xfrm>
          <a:prstGeom prst="rect">
            <a:avLst/>
          </a:prstGeom>
          <a:solidFill>
            <a:srgbClr val="001135">
              <a:lumMod val="75000"/>
              <a:lumOff val="25000"/>
            </a:srgbClr>
          </a:solidFill>
          <a:ln>
            <a:noFill/>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440" b="0" i="0" u="none" strike="noStrike" kern="0" cap="none" spc="0" normalizeH="0" baseline="0" noProof="1">
                <a:ln>
                  <a:noFill/>
                </a:ln>
                <a:solidFill>
                  <a:srgbClr val="FFFFFF"/>
                </a:solidFill>
                <a:effectLst/>
                <a:uLnTx/>
                <a:uFillTx/>
                <a:latin typeface="Arial" charset="0"/>
                <a:ea typeface="游ゴシック" panose="020B0400000000000000" pitchFamily="50" charset="-128"/>
                <a:cs typeface="+mn-cs"/>
              </a:rPr>
              <a:t>Since there are a wide range of departments related to infrastructure vendors, KDDI, xGN, and our company,</a:t>
            </a:r>
            <a:r>
              <a:rPr kumimoji="0" lang="ja-JP" altLang="en-US" sz="1440" b="0" i="0" u="none" strike="noStrike" kern="0" cap="none" spc="0" normalizeH="0" baseline="0" noProof="1">
                <a:ln>
                  <a:noFill/>
                </a:ln>
                <a:solidFill>
                  <a:prstClr val="black"/>
                </a:solidFill>
                <a:effectLst/>
                <a:uLnTx/>
                <a:uFillTx/>
                <a:latin typeface="游ゴシック" panose="02110004020202020204"/>
                <a:ea typeface="游ゴシック" panose="020B0400000000000000" pitchFamily="50" charset="-128"/>
                <a:cs typeface="+mn-cs"/>
              </a:rPr>
              <a:t> we will promote PJ by closely sharing </a:t>
            </a:r>
            <a:r>
              <a:rPr kumimoji="0" lang="ja-JP" altLang="en-US" sz="1440" b="0" i="0" u="none" strike="noStrike" kern="0" cap="none" spc="0" normalizeH="0" baseline="0" noProof="1">
                <a:ln>
                  <a:noFill/>
                </a:ln>
                <a:solidFill>
                  <a:srgbClr val="FFFFFF"/>
                </a:solidFill>
                <a:effectLst/>
                <a:uLnTx/>
                <a:uFillTx/>
                <a:latin typeface="Arial" charset="0"/>
                <a:ea typeface="游ゴシック" panose="020B0400000000000000" pitchFamily="50" charset="-128"/>
                <a:cs typeface="+mn-cs"/>
              </a:rPr>
              <a:t>external</a:t>
            </a:r>
            <a:r>
              <a:rPr kumimoji="0" lang="ja-JP" altLang="en-US" sz="1440" b="0" i="0" u="none" strike="noStrike" kern="0" cap="none" spc="0" normalizeH="0" baseline="0" noProof="1">
                <a:ln>
                  <a:noFill/>
                </a:ln>
                <a:solidFill>
                  <a:prstClr val="black"/>
                </a:solidFill>
                <a:effectLst/>
                <a:uLnTx/>
                <a:uFillTx/>
                <a:latin typeface="游ゴシック" panose="02110004020202020204"/>
                <a:ea typeface="游ゴシック" panose="020B0400000000000000" pitchFamily="50" charset="-128"/>
                <a:cs typeface="+mn-cs"/>
              </a:rPr>
              <a:t> </a:t>
            </a:r>
            <a:r>
              <a:rPr kumimoji="0" lang="ja-JP" altLang="en-US" sz="1440" b="0" i="0" u="none" strike="noStrike" kern="0" cap="none" spc="0" normalizeH="0" baseline="0" noProof="1">
                <a:ln>
                  <a:noFill/>
                </a:ln>
                <a:solidFill>
                  <a:srgbClr val="FFFFFF"/>
                </a:solidFill>
                <a:effectLst/>
                <a:uLnTx/>
                <a:uFillTx/>
                <a:latin typeface="Arial" charset="0"/>
                <a:ea typeface="游ゴシック" panose="020B0400000000000000" pitchFamily="50" charset="-128"/>
                <a:cs typeface="+mn-cs"/>
              </a:rPr>
              <a:t>and</a:t>
            </a:r>
            <a:r>
              <a:rPr kumimoji="0" lang="ja-JP" altLang="en-US" sz="1440" b="0" i="0" u="none" strike="noStrike" kern="0" cap="none" spc="0" normalizeH="0" baseline="0" noProof="1">
                <a:ln>
                  <a:noFill/>
                </a:ln>
                <a:solidFill>
                  <a:prstClr val="black"/>
                </a:solidFill>
                <a:effectLst/>
                <a:uLnTx/>
                <a:uFillTx/>
                <a:latin typeface="游ゴシック" panose="02110004020202020204"/>
                <a:ea typeface="游ゴシック" panose="020B0400000000000000" pitchFamily="50" charset="-128"/>
                <a:cs typeface="+mn-cs"/>
              </a:rPr>
              <a:t> </a:t>
            </a:r>
            <a:r>
              <a:rPr kumimoji="0" lang="ja-JP" altLang="en-US" sz="1440" b="0" i="0" u="none" strike="noStrike" kern="1200" cap="none" spc="0" normalizeH="0" baseline="0" noProof="1">
                <a:ln>
                  <a:noFill/>
                </a:ln>
                <a:solidFill>
                  <a:prstClr val="white"/>
                </a:solidFill>
                <a:effectLst/>
                <a:uLnTx/>
                <a:uFillTx/>
                <a:latin typeface="游ゴシック" panose="02110004020202020204"/>
                <a:ea typeface="游ゴシック" panose="020B0400000000000000" pitchFamily="50" charset="-128"/>
                <a:cs typeface="+mn-cs"/>
              </a:rPr>
              <a:t>internal information.</a:t>
            </a:r>
            <a:endParaRPr kumimoji="0" lang="en-US" sz="1440" b="0" i="0" u="none" strike="noStrike" kern="0" cap="none" spc="0" normalizeH="0" baseline="0" noProof="0">
              <a:ln>
                <a:noFill/>
              </a:ln>
              <a:solidFill>
                <a:srgbClr val="FFFFFF"/>
              </a:solidFill>
              <a:effectLst/>
              <a:uLnTx/>
              <a:uFillTx/>
              <a:latin typeface="Arial" charset="0"/>
              <a:ea typeface="+mn-ea"/>
              <a:cs typeface="+mn-cs"/>
            </a:endParaRPr>
          </a:p>
        </p:txBody>
      </p:sp>
      <p:sp>
        <p:nvSpPr>
          <p:cNvPr id="3" name="Rectangle 1">
            <a:hlinkClick r:id="rId4" tooltip="https://redmine-ocs.aws.kddi.com/redmine/issues/5462"/>
            <a:extLst>
              <a:ext uri="{FF2B5EF4-FFF2-40B4-BE49-F238E27FC236}">
                <a16:creationId xmlns:a16="http://schemas.microsoft.com/office/drawing/2014/main" id="{18A6D73B-AFBC-DBF6-8827-81B6F01B3345}"/>
              </a:ext>
            </a:extLst>
          </p:cNvPr>
          <p:cNvSpPr>
            <a:spLocks noChangeArrowheads="1"/>
          </p:cNvSpPr>
          <p:nvPr/>
        </p:nvSpPr>
        <p:spPr bwMode="auto">
          <a:xfrm>
            <a:off x="-2309284" y="272531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4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3210898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49D8F04-914E-56F2-282C-A791FBC0A732}"/>
              </a:ext>
            </a:extLst>
          </p:cNvPr>
          <p:cNvGraphicFramePr>
            <a:graphicFrameLocks noGrp="1"/>
          </p:cNvGraphicFramePr>
          <p:nvPr>
            <p:ph idx="1"/>
          </p:nvPr>
        </p:nvGraphicFramePr>
        <p:xfrm>
          <a:off x="90557" y="487264"/>
          <a:ext cx="8962885" cy="3673602"/>
        </p:xfrm>
        <a:graphic>
          <a:graphicData uri="http://schemas.openxmlformats.org/drawingml/2006/table">
            <a:tbl>
              <a:tblPr firstRow="1" bandRow="1">
                <a:tableStyleId>{00A15C55-8517-42AA-B614-E9B94910E393}</a:tableStyleId>
              </a:tblPr>
              <a:tblGrid>
                <a:gridCol w="2240721">
                  <a:extLst>
                    <a:ext uri="{9D8B030D-6E8A-4147-A177-3AD203B41FA5}">
                      <a16:colId xmlns:a16="http://schemas.microsoft.com/office/drawing/2014/main" val="2839635314"/>
                    </a:ext>
                  </a:extLst>
                </a:gridCol>
                <a:gridCol w="2240721">
                  <a:extLst>
                    <a:ext uri="{9D8B030D-6E8A-4147-A177-3AD203B41FA5}">
                      <a16:colId xmlns:a16="http://schemas.microsoft.com/office/drawing/2014/main" val="2797530988"/>
                    </a:ext>
                  </a:extLst>
                </a:gridCol>
                <a:gridCol w="2588807">
                  <a:extLst>
                    <a:ext uri="{9D8B030D-6E8A-4147-A177-3AD203B41FA5}">
                      <a16:colId xmlns:a16="http://schemas.microsoft.com/office/drawing/2014/main" val="1973577847"/>
                    </a:ext>
                  </a:extLst>
                </a:gridCol>
                <a:gridCol w="1892636">
                  <a:extLst>
                    <a:ext uri="{9D8B030D-6E8A-4147-A177-3AD203B41FA5}">
                      <a16:colId xmlns:a16="http://schemas.microsoft.com/office/drawing/2014/main" val="2800754454"/>
                    </a:ext>
                  </a:extLst>
                </a:gridCol>
              </a:tblGrid>
              <a:tr h="278130">
                <a:tc gridSpan="4">
                  <a:txBody>
                    <a:bodyPr/>
                    <a:lstStyle/>
                    <a:p>
                      <a:endParaRPr lang="en-US" sz="960" b="1">
                        <a:solidFill>
                          <a:schemeClr val="tx2">
                            <a:lumMod val="75000"/>
                            <a:lumOff val="25000"/>
                          </a:schemeClr>
                        </a:solidFill>
                        <a:latin typeface="Meiryo UI" panose="020B0604030504040204" pitchFamily="34" charset="-128"/>
                        <a:ea typeface="Meiryo UI" panose="020B0604030504040204" pitchFamily="34" charset="-128"/>
                      </a:endParaRPr>
                    </a:p>
                  </a:txBody>
                  <a:tcPr marL="68580" marR="68580" marT="34290" marB="34290">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280">
                        <a:latin typeface="Meiryo UI" panose="020B0604030504040204" pitchFamily="34" charset="-128"/>
                        <a:ea typeface="Meiryo UI" panose="020B0604030504040204" pitchFamily="34" charset="-128"/>
                      </a:endParaRPr>
                    </a:p>
                  </a:txBody>
                  <a:tcPr/>
                </a:tc>
                <a:tc hMerge="1">
                  <a:txBody>
                    <a:bodyPr/>
                    <a:lstStyle/>
                    <a:p>
                      <a:endParaRPr lang="en-US" sz="1280">
                        <a:latin typeface="Meiryo UI" panose="020B0604030504040204" pitchFamily="34" charset="-128"/>
                        <a:ea typeface="Meiryo UI" panose="020B0604030504040204" pitchFamily="34" charset="-128"/>
                      </a:endParaRPr>
                    </a:p>
                  </a:txBody>
                  <a:tcPr/>
                </a:tc>
                <a:tc hMerge="1">
                  <a:txBody>
                    <a:bodyPr/>
                    <a:lstStyle/>
                    <a:p>
                      <a:endParaRPr lang="en-US" sz="1280" b="1">
                        <a:solidFill>
                          <a:schemeClr val="tx2">
                            <a:lumMod val="75000"/>
                            <a:lumOff val="25000"/>
                          </a:schemeClr>
                        </a:solidFill>
                        <a:latin typeface="Meiryo UI" panose="020B0604030504040204" pitchFamily="34" charset="-128"/>
                        <a:ea typeface="Meiryo UI" panose="020B0604030504040204" pitchFamily="34" charset="-128"/>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6000639"/>
                  </a:ext>
                </a:extLst>
              </a:tr>
              <a:tr h="278130">
                <a:tc>
                  <a:txBody>
                    <a:bodyPr/>
                    <a:lstStyle/>
                    <a:p>
                      <a:r>
                        <a:rPr lang="ja-JP" altLang="en-US" sz="960" noProof="1">
                          <a:solidFill>
                            <a:schemeClr val="bg1"/>
                          </a:solidFill>
                          <a:latin typeface="Meiryo UI" panose="020B0604030504040204" pitchFamily="34" charset="-128"/>
                          <a:ea typeface="Meiryo UI" panose="020B0604030504040204" pitchFamily="34" charset="-128"/>
                        </a:rPr>
                        <a:t>Risk Items</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33FF"/>
                    </a:solidFill>
                  </a:tcPr>
                </a:tc>
                <a:tc>
                  <a:txBody>
                    <a:bodyPr/>
                    <a:lstStyle/>
                    <a:p>
                      <a:r>
                        <a:rPr lang="ja-JP" altLang="en-US" sz="960" noProof="1">
                          <a:solidFill>
                            <a:schemeClr val="bg1"/>
                          </a:solidFill>
                          <a:latin typeface="Meiryo UI" panose="020B0604030504040204" pitchFamily="34" charset="-128"/>
                          <a:ea typeface="Meiryo UI" panose="020B0604030504040204" pitchFamily="34" charset="-128"/>
                        </a:rPr>
                        <a:t>Background and Description</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33FF"/>
                    </a:solidFill>
                  </a:tcPr>
                </a:tc>
                <a:tc>
                  <a:txBody>
                    <a:bodyPr/>
                    <a:lstStyle/>
                    <a:p>
                      <a:r>
                        <a:rPr lang="ja-JP" altLang="en-US" sz="960" noProof="1">
                          <a:solidFill>
                            <a:schemeClr val="bg1"/>
                          </a:solidFill>
                          <a:latin typeface="Meiryo UI" panose="020B0604030504040204" pitchFamily="34" charset="-128"/>
                          <a:ea typeface="Meiryo UI" panose="020B0604030504040204" pitchFamily="34" charset="-128"/>
                        </a:rPr>
                        <a:t>Risk Avoidance Measures</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33FF"/>
                    </a:solidFill>
                  </a:tcPr>
                </a:tc>
                <a:tc>
                  <a:txBody>
                    <a:bodyPr/>
                    <a:lstStyle/>
                    <a:p>
                      <a:r>
                        <a:rPr lang="ja-JP" altLang="en-US" sz="960" noProof="1">
                          <a:solidFill>
                            <a:schemeClr val="bg1"/>
                          </a:solidFill>
                          <a:latin typeface="Meiryo UI" panose="020B0604030504040204" pitchFamily="34" charset="-128"/>
                          <a:ea typeface="Meiryo UI" panose="020B0604030504040204" pitchFamily="34" charset="-128"/>
                        </a:rPr>
                        <a:t>Time of application</a:t>
                      </a:r>
                      <a:endParaRPr lang="en-US" sz="960">
                        <a:solidFill>
                          <a:schemeClr val="bg1"/>
                        </a:solidFill>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33FF"/>
                    </a:solidFill>
                  </a:tcPr>
                </a:tc>
                <a:extLst>
                  <a:ext uri="{0D108BD9-81ED-4DB2-BD59-A6C34878D82A}">
                    <a16:rowId xmlns:a16="http://schemas.microsoft.com/office/drawing/2014/main" val="1334671988"/>
                  </a:ext>
                </a:extLst>
              </a:tr>
              <a:tr h="617220">
                <a:tc>
                  <a:txBody>
                    <a:bodyPr/>
                    <a:lstStyle/>
                    <a:p>
                      <a:r>
                        <a:rPr lang="ja-JP" altLang="en-US" sz="960" noProof="1">
                          <a:latin typeface="Meiryo UI" panose="020B0604030504040204" pitchFamily="34" charset="-128"/>
                          <a:ea typeface="Meiryo UI" panose="020B0604030504040204" pitchFamily="34" charset="-128"/>
                        </a:rPr>
                        <a:t>Lack of consideration of commercial environment</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Lack of consideration of call processing type that actually occurs in operation caused an assumed event when commercial work is performed</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Background Examination of call type</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During test planning</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extLst>
                  <a:ext uri="{0D108BD9-81ED-4DB2-BD59-A6C34878D82A}">
                    <a16:rowId xmlns:a16="http://schemas.microsoft.com/office/drawing/2014/main" val="2786857394"/>
                  </a:ext>
                </a:extLst>
              </a:tr>
              <a:tr h="800100">
                <a:tc>
                  <a:txBody>
                    <a:bodyPr/>
                    <a:lstStyle/>
                    <a:p>
                      <a:r>
                        <a:rPr lang="ja-JP" altLang="en-US" sz="960" noProof="1">
                          <a:latin typeface="Meiryo UI" panose="020B0604030504040204" pitchFamily="34" charset="-128"/>
                          <a:ea typeface="Meiryo UI" panose="020B0604030504040204" pitchFamily="34" charset="-128"/>
                        </a:rPr>
                        <a:t>Misunderstanding of work schedule (method)</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r>
                        <a:rPr lang="en-US" altLang="ja-JP" sz="960" noProof="1">
                          <a:latin typeface="Meiryo UI" panose="020B0604030504040204" pitchFamily="34" charset="-128"/>
                          <a:ea typeface="Meiryo UI" panose="020B0604030504040204" pitchFamily="34" charset="-128"/>
                        </a:rPr>
                        <a:t>When the connection with OAM equipment is integrated with commercial equipment: An omission in consideration was discovered at the time of work approval.</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60" noProof="1">
                          <a:latin typeface="Meiryo UI" panose="020B0604030504040204" pitchFamily="34" charset="-128"/>
                          <a:ea typeface="Meiryo UI" panose="020B0604030504040204" pitchFamily="34" charset="-128"/>
                        </a:rPr>
                        <a:t>Agreement on verification items before the procedure verification/rehearsal</a:t>
                      </a:r>
                      <a:endParaRPr lang="en-US" altLang="ja-JP" sz="960">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60" noProof="1">
                          <a:latin typeface="Meiryo UI" panose="020B0604030504040204" pitchFamily="34" charset="-128"/>
                          <a:ea typeface="Meiryo UI" panose="020B0604030504040204" pitchFamily="34" charset="-128"/>
                        </a:rPr>
                        <a:t>Commercial work procedure establishment completed before XX</a:t>
                      </a:r>
                      <a:endParaRPr lang="en-US" altLang="ja-JP"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・At the time of procedure examination</a:t>
                      </a:r>
                      <a:endParaRPr lang="en-US" altLang="ja-JP" sz="960">
                        <a:latin typeface="Meiryo UI" panose="020B0604030504040204" pitchFamily="34" charset="-128"/>
                        <a:ea typeface="Meiryo UI" panose="020B0604030504040204" pitchFamily="34" charset="-128"/>
                      </a:endParaRPr>
                    </a:p>
                    <a:p>
                      <a:r>
                        <a:rPr lang="ja-JP" altLang="en-US" sz="960" noProof="1">
                          <a:latin typeface="Meiryo UI" panose="020B0604030504040204" pitchFamily="34" charset="-128"/>
                          <a:ea typeface="Meiryo UI" panose="020B0604030504040204" pitchFamily="34" charset="-128"/>
                        </a:rPr>
                        <a:t>・At the time of procedure examination</a:t>
                      </a:r>
                      <a:endParaRPr lang="en-US" altLang="ja-JP"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extLst>
                  <a:ext uri="{0D108BD9-81ED-4DB2-BD59-A6C34878D82A}">
                    <a16:rowId xmlns:a16="http://schemas.microsoft.com/office/drawing/2014/main" val="1514390634"/>
                  </a:ext>
                </a:extLst>
              </a:tr>
              <a:tr h="617220">
                <a:tc>
                  <a:txBody>
                    <a:bodyPr/>
                    <a:lstStyle/>
                    <a:p>
                      <a:r>
                        <a:rPr lang="ja-JP" altLang="en-US" sz="960" noProof="1">
                          <a:latin typeface="Meiryo UI" panose="020B0604030504040204" pitchFamily="34" charset="-128"/>
                          <a:ea typeface="Meiryo UI" panose="020B0604030504040204" pitchFamily="34" charset="-128"/>
                        </a:rPr>
                        <a:t>Unexpected event occurred in commercial work</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960" noProof="1">
                          <a:latin typeface="Meiryo UI" panose="020B0604030504040204" pitchFamily="34" charset="-128"/>
                          <a:ea typeface="Meiryo UI" panose="020B0604030504040204" pitchFamily="34" charset="-128"/>
                        </a:rPr>
                        <a:t>When the connection with the OAM equipment is integrated with the commercial equipment: The commercial configuration and SW operating conditions were not considered at the time of procedure examination</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At the time of procedure examination, the actual working time period was considered, and the conflict with the periodic processing was confirmed, and the validity of the work execution order was confirmed.</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tc>
                  <a:txBody>
                    <a:bodyPr/>
                    <a:lstStyle/>
                    <a:p>
                      <a:r>
                        <a:rPr lang="ja-JP" altLang="en-US" sz="960" noProof="1">
                          <a:latin typeface="Meiryo UI" panose="020B0604030504040204" pitchFamily="34" charset="-128"/>
                          <a:ea typeface="Meiryo UI" panose="020B0604030504040204" pitchFamily="34" charset="-128"/>
                        </a:rPr>
                        <a:t>At the time of design implementation</a:t>
                      </a:r>
                      <a:endParaRPr lang="en-US" sz="960">
                        <a:latin typeface="Meiryo UI" panose="020B0604030504040204" pitchFamily="34" charset="-128"/>
                        <a:ea typeface="Meiryo UI" panose="020B0604030504040204" pitchFamily="34"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0F7"/>
                    </a:solidFill>
                  </a:tcPr>
                </a:tc>
                <a:extLst>
                  <a:ext uri="{0D108BD9-81ED-4DB2-BD59-A6C34878D82A}">
                    <a16:rowId xmlns:a16="http://schemas.microsoft.com/office/drawing/2014/main" val="2929672328"/>
                  </a:ext>
                </a:extLst>
              </a:tr>
              <a:tr h="278130">
                <a:tc>
                  <a:txBody>
                    <a:bodyPr/>
                    <a:lstStyle/>
                    <a:p>
                      <a:endParaRPr lang="en-US" sz="960">
                        <a:latin typeface="Meiryo UI" panose="020B0604030504040204" pitchFamily="34" charset="-128"/>
                        <a:ea typeface="Meiryo UI" panose="020B0604030504040204" pitchFamily="34" charset="-128"/>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60">
                        <a:latin typeface="Meiryo UI" panose="020B0604030504040204" pitchFamily="34" charset="-128"/>
                        <a:ea typeface="Meiryo UI" panose="020B0604030504040204" pitchFamily="34" charset="-128"/>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60">
                        <a:latin typeface="Meiryo UI" panose="020B0604030504040204" pitchFamily="34" charset="-128"/>
                        <a:ea typeface="Meiryo UI" panose="020B0604030504040204" pitchFamily="34" charset="-128"/>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60">
                        <a:latin typeface="Meiryo UI" panose="020B0604030504040204" pitchFamily="34" charset="-128"/>
                        <a:ea typeface="Meiryo UI" panose="020B0604030504040204" pitchFamily="34" charset="-128"/>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7997910"/>
                  </a:ext>
                </a:extLst>
              </a:tr>
            </a:tbl>
          </a:graphicData>
        </a:graphic>
      </p:graphicFrame>
      <p:sp>
        <p:nvSpPr>
          <p:cNvPr id="7" name="Text Placeholder 6">
            <a:extLst>
              <a:ext uri="{FF2B5EF4-FFF2-40B4-BE49-F238E27FC236}">
                <a16:creationId xmlns:a16="http://schemas.microsoft.com/office/drawing/2014/main" id="{F4F3D889-67E0-A18F-4287-792166B35819}"/>
              </a:ext>
            </a:extLst>
          </p:cNvPr>
          <p:cNvSpPr txBox="1">
            <a:spLocks/>
          </p:cNvSpPr>
          <p:nvPr/>
        </p:nvSpPr>
        <p:spPr>
          <a:xfrm>
            <a:off x="162763" y="146610"/>
            <a:ext cx="8308800" cy="340654"/>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kumimoji="1" sz="192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44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08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920" b="1" i="0" u="sng" strike="noStrike" kern="1200" cap="none" spc="0" normalizeH="0" baseline="0" noProof="1">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Risk management</a:t>
            </a:r>
            <a:r>
              <a:rPr kumimoji="1" lang="en-US" altLang="ja-JP" sz="1920" b="1" i="0" u="sng" strike="noStrike" kern="1200" cap="none" spc="0" normalizeH="0" baseline="0" noProof="0">
                <a:ln>
                  <a:noFill/>
                </a:ln>
                <a:solidFill>
                  <a:srgbClr val="005AFF"/>
                </a:solidFill>
                <a:effectLst/>
                <a:uLnTx/>
                <a:uFillTx/>
                <a:latin typeface="游ゴシック Medium" panose="020B0500000000000000" pitchFamily="50" charset="-128"/>
                <a:ea typeface="游ゴシック Medium" panose="020B0500000000000000" pitchFamily="50" charset="-128"/>
                <a:cs typeface="Nokia Pure Text" panose="020B0504040602060303" pitchFamily="34" charset="0"/>
              </a:rPr>
              <a:t> </a:t>
            </a:r>
          </a:p>
        </p:txBody>
      </p:sp>
    </p:spTree>
    <p:extLst>
      <p:ext uri="{BB962C8B-B14F-4D97-AF65-F5344CB8AC3E}">
        <p14:creationId xmlns:p14="http://schemas.microsoft.com/office/powerpoint/2010/main" val="3931128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2F89-10B5-9BEC-2A0E-757204D47CC1}"/>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3ED011F-2DAE-A097-62D3-4B1A4FCB50E0}"/>
              </a:ext>
            </a:extLst>
          </p:cNvPr>
          <p:cNvSpPr>
            <a:spLocks noGrp="1"/>
          </p:cNvSpPr>
          <p:nvPr>
            <p:ph type="body" sz="quarter" idx="12"/>
          </p:nvPr>
        </p:nvSpPr>
        <p:spPr>
          <a:xfrm>
            <a:off x="250824" y="71952"/>
            <a:ext cx="8308800" cy="340654"/>
          </a:xfrm>
        </p:spPr>
        <p:txBody>
          <a:bodyPr>
            <a:normAutofit/>
          </a:bodyPr>
          <a:lstStyle/>
          <a:p>
            <a:r>
              <a:rPr lang="en-US" altLang="ja-JP" b="1" u="sng" noProof="1">
                <a:latin typeface="游ゴシック Medium" panose="020B0500000000000000" pitchFamily="50" charset="-128"/>
                <a:ea typeface="游ゴシック Medium" panose="020B0500000000000000" pitchFamily="50" charset="-128"/>
                <a:cs typeface="Nokia Pure Text" panose="020B0504040602060303" pitchFamily="34" charset="0"/>
              </a:rPr>
              <a:t>Communication/Conference Management</a:t>
            </a:r>
            <a:endParaRPr lang="en-US" altLang="ja-JP" b="1" u="sng">
              <a:latin typeface="游ゴシック Medium" panose="020B0500000000000000" pitchFamily="50" charset="-128"/>
              <a:ea typeface="游ゴシック Medium" panose="020B0500000000000000" pitchFamily="50" charset="-128"/>
              <a:cs typeface="Nokia Pure Text" panose="020B0504040602060303" pitchFamily="34" charset="0"/>
            </a:endParaRPr>
          </a:p>
        </p:txBody>
      </p:sp>
      <p:sp>
        <p:nvSpPr>
          <p:cNvPr id="14" name="Text Placeholder 1">
            <a:extLst>
              <a:ext uri="{FF2B5EF4-FFF2-40B4-BE49-F238E27FC236}">
                <a16:creationId xmlns:a16="http://schemas.microsoft.com/office/drawing/2014/main" id="{7583790A-BEA6-3099-8170-74676B7FB94E}"/>
              </a:ext>
            </a:extLst>
          </p:cNvPr>
          <p:cNvSpPr txBox="1">
            <a:spLocks/>
          </p:cNvSpPr>
          <p:nvPr/>
        </p:nvSpPr>
        <p:spPr>
          <a:xfrm>
            <a:off x="250825" y="522681"/>
            <a:ext cx="8510403" cy="299661"/>
          </a:xfrm>
          <a:prstGeom prst="rect">
            <a:avLst/>
          </a:prstGeom>
        </p:spPr>
        <p:txBody>
          <a:bodyPr/>
          <a:lstStyle>
            <a:lvl1pPr marL="230188" indent="-230188" algn="l" defTabSz="457200" rtl="0" eaLnBrk="1" fontAlgn="base" hangingPunct="1">
              <a:spcBef>
                <a:spcPct val="0"/>
              </a:spcBef>
              <a:spcAft>
                <a:spcPts val="600"/>
              </a:spcAft>
              <a:buFont typeface="Arial" charset="0"/>
              <a:buChar char="•"/>
              <a:defRPr kumimoji="1" sz="2560" kern="1200">
                <a:solidFill>
                  <a:schemeClr val="bg2"/>
                </a:solidFill>
                <a:latin typeface="+mn-lt"/>
                <a:ea typeface="ヒラギノ角ゴ Pro W3" charset="0"/>
                <a:cs typeface="ヒラギノ角ゴ Pro W3" charset="0"/>
              </a:defRPr>
            </a:lvl1pPr>
            <a:lvl2pPr marL="458788" indent="-228600" algn="l" defTabSz="457200" rtl="0" eaLnBrk="1" fontAlgn="base" hangingPunct="1">
              <a:spcBef>
                <a:spcPct val="0"/>
              </a:spcBef>
              <a:spcAft>
                <a:spcPts val="600"/>
              </a:spcAft>
              <a:buFont typeface="Lucida Grande"/>
              <a:buChar char="-"/>
              <a:defRPr kumimoji="1" sz="2240" kern="1200">
                <a:solidFill>
                  <a:schemeClr val="bg2"/>
                </a:solidFill>
                <a:latin typeface="+mn-lt"/>
                <a:ea typeface="ヒラギノ角ゴ Pro W3" charset="0"/>
                <a:cs typeface="ヒラギノ角ゴ Pro W3"/>
              </a:defRPr>
            </a:lvl2pPr>
            <a:lvl3pPr marL="684213" indent="-225425" algn="l" defTabSz="457200" rtl="0" eaLnBrk="1" fontAlgn="base" hangingPunct="1">
              <a:spcBef>
                <a:spcPct val="0"/>
              </a:spcBef>
              <a:spcAft>
                <a:spcPts val="600"/>
              </a:spcAft>
              <a:buFont typeface="Arial" charset="0"/>
              <a:buChar char="•"/>
              <a:defRPr kumimoji="1" sz="1920" kern="1200">
                <a:solidFill>
                  <a:schemeClr val="bg2"/>
                </a:solidFill>
                <a:latin typeface="+mn-lt"/>
                <a:ea typeface="ヒラギノ角ゴ Pro W3" charset="0"/>
                <a:cs typeface="ヒラギノ角ゴ Pro W3"/>
              </a:defRPr>
            </a:lvl3pPr>
            <a:lvl4pPr marL="912813" indent="-228600" algn="l" defTabSz="457200" rtl="0" eaLnBrk="1" fontAlgn="base" hangingPunct="1">
              <a:spcBef>
                <a:spcPct val="0"/>
              </a:spcBef>
              <a:spcAft>
                <a:spcPts val="600"/>
              </a:spcAft>
              <a:buFont typeface="Lucida Grande"/>
              <a:buChar char="-"/>
              <a:defRPr kumimoji="1" sz="1600" kern="1200">
                <a:solidFill>
                  <a:schemeClr val="bg2"/>
                </a:solidFill>
                <a:latin typeface="+mn-lt"/>
                <a:ea typeface="ヒラギノ角ゴ Pro W3" charset="0"/>
                <a:cs typeface="ヒラギノ角ゴ Pro W3"/>
              </a:defRPr>
            </a:lvl4pPr>
            <a:lvl5pPr marL="1143000" indent="-230188" algn="l" defTabSz="457200" rtl="0" eaLnBrk="1" fontAlgn="base" hangingPunct="1">
              <a:spcBef>
                <a:spcPct val="0"/>
              </a:spcBef>
              <a:spcAft>
                <a:spcPts val="600"/>
              </a:spcAft>
              <a:buFont typeface="Arial" charset="0"/>
              <a:buChar char="•"/>
              <a:defRPr kumimoji="1" sz="1600" kern="1200">
                <a:solidFill>
                  <a:schemeClr val="bg2"/>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kumimoji="1"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16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1600" kern="1200">
                <a:solidFill>
                  <a:schemeClr val="tx1"/>
                </a:solidFill>
                <a:latin typeface="+mn-lt"/>
                <a:ea typeface="+mn-ea"/>
                <a:cs typeface="+mn-cs"/>
              </a:defRPr>
            </a:lvl9pPr>
          </a:lstStyle>
          <a:p>
            <a:pPr marL="0" indent="0" defTabSz="457189">
              <a:buNone/>
              <a:defRPr/>
            </a:pPr>
            <a:r>
              <a:rPr lang="en-US" altLang="ja-JP" sz="960" b="1" u="sng" noProof="1">
                <a:solidFill>
                  <a:srgbClr val="005AFF"/>
                </a:solidFill>
                <a:latin typeface="Meiryo UI" panose="020B0604030504040204" pitchFamily="50" charset="-128"/>
                <a:ea typeface="Meiryo UI" panose="020B0604030504040204" pitchFamily="50" charset="-128"/>
              </a:rPr>
              <a:t>.</a:t>
            </a:r>
            <a:endParaRPr lang="ja-JP" altLang="ja-JP" sz="960" b="1" u="sng">
              <a:solidFill>
                <a:srgbClr val="005AFF"/>
              </a:solidFill>
              <a:latin typeface="Meiryo UI" panose="020B0604030504040204" pitchFamily="50" charset="-128"/>
              <a:ea typeface="Meiryo UI" panose="020B0604030504040204" pitchFamily="50" charset="-128"/>
            </a:endParaRPr>
          </a:p>
        </p:txBody>
      </p:sp>
      <p:graphicFrame>
        <p:nvGraphicFramePr>
          <p:cNvPr id="15" name="Content Placeholder 6">
            <a:extLst>
              <a:ext uri="{FF2B5EF4-FFF2-40B4-BE49-F238E27FC236}">
                <a16:creationId xmlns:a16="http://schemas.microsoft.com/office/drawing/2014/main" id="{9AB7847E-0381-0E90-1ECC-B81479871DBC}"/>
              </a:ext>
            </a:extLst>
          </p:cNvPr>
          <p:cNvGraphicFramePr>
            <a:graphicFrameLocks/>
          </p:cNvGraphicFramePr>
          <p:nvPr>
            <p:extLst>
              <p:ext uri="{D42A27DB-BD31-4B8C-83A1-F6EECF244321}">
                <p14:modId xmlns:p14="http://schemas.microsoft.com/office/powerpoint/2010/main" val="829770"/>
              </p:ext>
            </p:extLst>
          </p:nvPr>
        </p:nvGraphicFramePr>
        <p:xfrm>
          <a:off x="250824" y="686443"/>
          <a:ext cx="8642350" cy="2464911"/>
        </p:xfrm>
        <a:graphic>
          <a:graphicData uri="http://schemas.openxmlformats.org/drawingml/2006/table">
            <a:tbl>
              <a:tblPr firstRow="1" bandRow="1"/>
              <a:tblGrid>
                <a:gridCol w="1560400">
                  <a:extLst>
                    <a:ext uri="{9D8B030D-6E8A-4147-A177-3AD203B41FA5}">
                      <a16:colId xmlns:a16="http://schemas.microsoft.com/office/drawing/2014/main" val="20000"/>
                    </a:ext>
                  </a:extLst>
                </a:gridCol>
                <a:gridCol w="1166472">
                  <a:extLst>
                    <a:ext uri="{9D8B030D-6E8A-4147-A177-3AD203B41FA5}">
                      <a16:colId xmlns:a16="http://schemas.microsoft.com/office/drawing/2014/main" val="20001"/>
                    </a:ext>
                  </a:extLst>
                </a:gridCol>
                <a:gridCol w="1207581">
                  <a:extLst>
                    <a:ext uri="{9D8B030D-6E8A-4147-A177-3AD203B41FA5}">
                      <a16:colId xmlns:a16="http://schemas.microsoft.com/office/drawing/2014/main" val="2308306239"/>
                    </a:ext>
                  </a:extLst>
                </a:gridCol>
                <a:gridCol w="1134146">
                  <a:extLst>
                    <a:ext uri="{9D8B030D-6E8A-4147-A177-3AD203B41FA5}">
                      <a16:colId xmlns:a16="http://schemas.microsoft.com/office/drawing/2014/main" val="4110838697"/>
                    </a:ext>
                  </a:extLst>
                </a:gridCol>
                <a:gridCol w="1280160">
                  <a:extLst>
                    <a:ext uri="{9D8B030D-6E8A-4147-A177-3AD203B41FA5}">
                      <a16:colId xmlns:a16="http://schemas.microsoft.com/office/drawing/2014/main" val="3437006373"/>
                    </a:ext>
                  </a:extLst>
                </a:gridCol>
                <a:gridCol w="1192695">
                  <a:extLst>
                    <a:ext uri="{9D8B030D-6E8A-4147-A177-3AD203B41FA5}">
                      <a16:colId xmlns:a16="http://schemas.microsoft.com/office/drawing/2014/main" val="2457559604"/>
                    </a:ext>
                  </a:extLst>
                </a:gridCol>
                <a:gridCol w="1100896">
                  <a:extLst>
                    <a:ext uri="{9D8B030D-6E8A-4147-A177-3AD203B41FA5}">
                      <a16:colId xmlns:a16="http://schemas.microsoft.com/office/drawing/2014/main" val="4272515245"/>
                    </a:ext>
                  </a:extLst>
                </a:gridCol>
              </a:tblGrid>
              <a:tr h="296410">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800" noProof="1">
                          <a:latin typeface="Meiryo UI" panose="020B0604030504040204" pitchFamily="50" charset="-128"/>
                          <a:ea typeface="Meiryo UI" panose="020B0604030504040204" pitchFamily="50" charset="-128"/>
                        </a:rPr>
                        <a:t>Conference Information</a:t>
                      </a:r>
                      <a:endParaRPr kumimoji="1" lang="en-US" altLang="ja-JP" sz="800">
                        <a:latin typeface="Meiryo UI" panose="020B0604030504040204" pitchFamily="50" charset="-128"/>
                        <a:ea typeface="Meiryo UI" panose="020B0604030504040204" pitchFamily="50" charset="-12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Schedule</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Implementation Time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Participant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Agenda Contents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Adjustment Method</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Operation method</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extLst>
                  <a:ext uri="{0D108BD9-81ED-4DB2-BD59-A6C34878D82A}">
                    <a16:rowId xmlns:a16="http://schemas.microsoft.com/office/drawing/2014/main" val="10000"/>
                  </a:ext>
                </a:extLst>
              </a:tr>
              <a:tr h="511980">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kumimoji="1" lang="ja-JP" altLang="en-US" sz="800" noProof="1">
                          <a:solidFill>
                            <a:schemeClr val="tx2"/>
                          </a:solidFill>
                          <a:latin typeface="Meiryo UI" panose="020B0604030504040204" pitchFamily="50" charset="-128"/>
                          <a:ea typeface="Meiryo UI" panose="020B0604030504040204" pitchFamily="50" charset="-128"/>
                        </a:rPr>
                        <a:t>Regular project </a:t>
                      </a:r>
                      <a:r>
                        <a:rPr kumimoji="1" lang="ja-JP" altLang="en-US" sz="800" b="1" noProof="1">
                          <a:solidFill>
                            <a:srgbClr val="3333FF"/>
                          </a:solidFill>
                          <a:latin typeface="Meiryo UI" panose="020B0604030504040204" pitchFamily="50" charset="-128"/>
                          <a:ea typeface="Meiryo UI" panose="020B0604030504040204" pitchFamily="50" charset="-128"/>
                        </a:rPr>
                        <a:t>(KDDI Data Core Technology Department, xGN Administration Node)</a:t>
                      </a:r>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kumimoji="1" lang="ja-JP" altLang="en-US" sz="800" kern="1200" noProof="1">
                          <a:solidFill>
                            <a:srgbClr val="002060"/>
                          </a:solidFill>
                          <a:effectLst/>
                          <a:latin typeface="Meiryo UI" panose="020B0604030504040204" pitchFamily="50" charset="-128"/>
                          <a:ea typeface="Meiryo UI" panose="020B0604030504040204" pitchFamily="50" charset="-128"/>
                          <a:cs typeface="+mn-cs"/>
                        </a:rPr>
                        <a:t>Scheduled</a:t>
                      </a:r>
                      <a:endParaRPr kumimoji="1" lang="en-US" sz="800" kern="1200">
                        <a:solidFill>
                          <a:srgbClr val="002060"/>
                        </a:solidFill>
                        <a:effectLst/>
                        <a:latin typeface="Meiryo UI" panose="020B0604030504040204" pitchFamily="50" charset="-128"/>
                        <a:ea typeface="Meiryo UI" panose="020B0604030504040204" pitchFamily="50" charset="-128"/>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algn="l"/>
                      <a:r>
                        <a:rPr kumimoji="1" lang="ja-JP" altLang="en-US" sz="800" noProof="1">
                          <a:solidFill>
                            <a:srgbClr val="C00000"/>
                          </a:solidFill>
                          <a:latin typeface="Meiryo UI" panose="020B0604030504040204" pitchFamily="50" charset="-128"/>
                          <a:ea typeface="Meiryo UI" panose="020B0604030504040204" pitchFamily="50" charset="-128"/>
                        </a:rPr>
                        <a:t>Every Friday</a:t>
                      </a:r>
                      <a:endParaRPr kumimoji="1" lang="en-US" altLang="ja-JP" sz="800">
                        <a:solidFill>
                          <a:srgbClr val="C00000"/>
                        </a:solidFill>
                        <a:latin typeface="Meiryo UI" panose="020B0604030504040204" pitchFamily="50" charset="-128"/>
                        <a:ea typeface="Meiryo UI" panose="020B0604030504040204" pitchFamily="50" charset="-128"/>
                      </a:endParaRPr>
                    </a:p>
                    <a:p>
                      <a:pPr algn="l"/>
                      <a:r>
                        <a:rPr kumimoji="1" lang="en-US" altLang="ja-JP" sz="800" noProof="1">
                          <a:solidFill>
                            <a:srgbClr val="C00000"/>
                          </a:solidFill>
                          <a:latin typeface="Meiryo UI" panose="020B0604030504040204" pitchFamily="50" charset="-128"/>
                          <a:ea typeface="Meiryo UI" panose="020B0604030504040204" pitchFamily="50" charset="-128"/>
                        </a:rPr>
                        <a:t>11:00~12:00</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algn="l"/>
                      <a:r>
                        <a:rPr kumimoji="1" lang="en-US" altLang="ja-JP" sz="800" noProof="1">
                          <a:solidFill>
                            <a:schemeClr val="tx2"/>
                          </a:solidFill>
                          <a:latin typeface="Meiryo UI" panose="020B0604030504040204" pitchFamily="50" charset="-128"/>
                          <a:ea typeface="Meiryo UI" panose="020B0604030504040204" pitchFamily="50" charset="-128"/>
                        </a:rPr>
                        <a:t>xGN/NOKIA</a:t>
                      </a:r>
                      <a:endParaRPr kumimoji="1" lang="en-US" altLang="ja-JP" sz="800">
                        <a:solidFill>
                          <a:schemeClr val="tx2"/>
                        </a:solidFill>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algn="l"/>
                      <a:r>
                        <a:rPr kumimoji="1" lang="ja-JP" altLang="en-US" sz="800" noProof="1">
                          <a:solidFill>
                            <a:schemeClr val="tx2"/>
                          </a:solidFill>
                          <a:latin typeface="Meiryo UI" panose="020B0604030504040204" pitchFamily="50" charset="-128"/>
                          <a:ea typeface="Meiryo UI" panose="020B0604030504040204" pitchFamily="50" charset="-128"/>
                        </a:rPr>
                        <a:t>Progress, issues, and risk sharing</a:t>
                      </a:r>
                      <a:endParaRPr kumimoji="1" lang="en-US" altLang="ja-JP" sz="800">
                        <a:solidFill>
                          <a:schemeClr val="tx2"/>
                        </a:solidFill>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ja-JP" sz="800" kern="100" noProof="1">
                          <a:solidFill>
                            <a:schemeClr val="tx2"/>
                          </a:solidFill>
                          <a:effectLst/>
                          <a:latin typeface="Meiryo UI" panose="020B0604030504040204" pitchFamily="50" charset="-128"/>
                          <a:ea typeface="Meiryo UI" panose="020B0604030504040204" pitchFamily="50" charset="-128"/>
                        </a:rPr>
                        <a:t>〃</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ja-JP" sz="800" kern="100" noProof="1">
                          <a:solidFill>
                            <a:schemeClr val="tx2"/>
                          </a:solidFill>
                          <a:effectLst/>
                          <a:latin typeface="Meiryo UI" panose="020B0604030504040204" pitchFamily="50" charset="-128"/>
                          <a:ea typeface="Meiryo UI" panose="020B0604030504040204" pitchFamily="50" charset="-128"/>
                        </a:rPr>
                        <a:t>〃</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extLst>
                  <a:ext uri="{0D108BD9-81ED-4DB2-BD59-A6C34878D82A}">
                    <a16:rowId xmlns:a16="http://schemas.microsoft.com/office/drawing/2014/main" val="1796770348"/>
                  </a:ext>
                </a:extLst>
              </a:tr>
              <a:tr h="727551">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800" kern="1200" noProof="1">
                          <a:solidFill>
                            <a:schemeClr val="tx2"/>
                          </a:solidFill>
                          <a:effectLst/>
                          <a:latin typeface="Meiryo UI" panose="020B0604030504040204" pitchFamily="50" charset="-128"/>
                          <a:ea typeface="Meiryo UI" panose="020B0604030504040204" pitchFamily="50" charset="-128"/>
                          <a:cs typeface="+mn-cs"/>
                        </a:rPr>
                        <a:t>[Existing]</a:t>
                      </a:r>
                      <a:endParaRPr kumimoji="1" lang="en-US" sz="800" kern="1200">
                        <a:solidFill>
                          <a:schemeClr val="tx2"/>
                        </a:solidFill>
                        <a:effectLst/>
                        <a:latin typeface="Meiryo UI" panose="020B0604030504040204" pitchFamily="50" charset="-128"/>
                        <a:ea typeface="Meiryo UI" panose="020B0604030504040204" pitchFamily="50" charset="-128"/>
                        <a:cs typeface="+mn-cs"/>
                      </a:endParaRPr>
                    </a:p>
                    <a:p>
                      <a:pPr marL="171450" indent="-171450">
                        <a:buFontTx/>
                        <a:buChar char="-"/>
                      </a:pPr>
                      <a:r>
                        <a:rPr lang="ja-JP" altLang="en-US" sz="800" noProof="1">
                          <a:solidFill>
                            <a:schemeClr val="tx2"/>
                          </a:solidFill>
                          <a:latin typeface="Meiryo UI" panose="020B0604030504040204" pitchFamily="50" charset="-128"/>
                          <a:ea typeface="Meiryo UI" panose="020B0604030504040204" pitchFamily="50" charset="-128"/>
                        </a:rPr>
                        <a:t>Middle Meeting</a:t>
                      </a:r>
                      <a:endParaRPr lang="en-US" altLang="ja-JP" sz="800">
                        <a:solidFill>
                          <a:schemeClr val="tx2"/>
                        </a:solidFill>
                        <a:latin typeface="Meiryo UI" panose="020B0604030504040204" pitchFamily="50" charset="-128"/>
                        <a:ea typeface="Meiryo UI" panose="020B0604030504040204" pitchFamily="50" charset="-128"/>
                      </a:endParaRPr>
                    </a:p>
                    <a:p>
                      <a:pPr marL="171450" indent="-171450">
                        <a:buFontTx/>
                        <a:buChar char="-"/>
                      </a:pPr>
                      <a:endParaRPr lang="en-US" altLang="ja-JP" sz="800">
                        <a:solidFill>
                          <a:schemeClr val="tx2"/>
                        </a:solidFill>
                        <a:latin typeface="Meiryo UI" panose="020B0604030504040204" pitchFamily="50" charset="-128"/>
                        <a:ea typeface="Meiryo UI" panose="020B0604030504040204" pitchFamily="50" charset="-128"/>
                      </a:endParaRPr>
                    </a:p>
                    <a:p>
                      <a:pPr marL="171450" indent="-171450">
                        <a:buFontTx/>
                        <a:buChar char="-"/>
                      </a:pPr>
                      <a:endParaRPr lang="en-US" altLang="ja-JP" sz="800">
                        <a:solidFill>
                          <a:schemeClr val="tx2"/>
                        </a:solidFill>
                        <a:latin typeface="Meiryo UI" panose="020B0604030504040204" pitchFamily="50" charset="-128"/>
                        <a:ea typeface="Meiryo UI" panose="020B0604030504040204" pitchFamily="50" charset="-128"/>
                      </a:endParaRPr>
                    </a:p>
                    <a:p>
                      <a:pPr marL="171450" indent="-171450">
                        <a:buFontTx/>
                        <a:buChar char="-"/>
                      </a:pPr>
                      <a:endParaRPr lang="ja-JP" altLang="en-US" sz="800">
                        <a:solidFill>
                          <a:schemeClr val="tx2"/>
                        </a:solidFill>
                        <a:latin typeface="Meiryo UI" panose="020B0604030504040204" pitchFamily="50" charset="-128"/>
                        <a:ea typeface="Meiryo UI" panose="020B0604030504040204" pitchFamily="50" charset="-12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kumimoji="1" lang="ja-JP" altLang="en-US" sz="800" kern="1200" noProof="1">
                          <a:solidFill>
                            <a:srgbClr val="002060"/>
                          </a:solidFill>
                          <a:effectLst/>
                          <a:latin typeface="Meiryo UI" panose="020B0604030504040204" pitchFamily="50" charset="-128"/>
                          <a:ea typeface="Meiryo UI" panose="020B0604030504040204" pitchFamily="50" charset="-128"/>
                          <a:cs typeface="+mn-cs"/>
                        </a:rPr>
                        <a:t>Held regularly</a:t>
                      </a:r>
                      <a:endParaRPr kumimoji="1" lang="en-US" sz="800" kern="1200">
                        <a:solidFill>
                          <a:srgbClr val="002060"/>
                        </a:solidFill>
                        <a:effectLst/>
                        <a:latin typeface="Meiryo UI" panose="020B0604030504040204" pitchFamily="50" charset="-128"/>
                        <a:ea typeface="Meiryo UI" panose="020B0604030504040204" pitchFamily="50" charset="-128"/>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800" noProof="1">
                          <a:solidFill>
                            <a:srgbClr val="002060"/>
                          </a:solidFill>
                          <a:latin typeface="Meiryo UI" panose="020B0604030504040204" pitchFamily="50" charset="-128"/>
                          <a:ea typeface="Meiryo UI" panose="020B0604030504040204" pitchFamily="50" charset="-128"/>
                        </a:rPr>
                        <a:t>Every other Wednesday 17:30-18:30</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ja-JP" sz="800">
                        <a:solidFill>
                          <a:srgbClr val="002060"/>
                        </a:solidFill>
                        <a:latin typeface="Meiryo UI" panose="020B0604030504040204" pitchFamily="50" charset="-128"/>
                        <a:ea typeface="Meiryo UI" panose="020B0604030504040204" pitchFamily="50"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ja-JP" sz="800">
                        <a:solidFill>
                          <a:srgbClr val="002060"/>
                        </a:solidFill>
                        <a:latin typeface="Meiryo UI" panose="020B0604030504040204" pitchFamily="50" charset="-128"/>
                        <a:ea typeface="Meiryo UI" panose="020B0604030504040204" pitchFamily="50"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en-US" altLang="ja-JP" sz="800">
                        <a:solidFill>
                          <a:srgbClr val="002060"/>
                        </a:solidFill>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lang="en-US" altLang="ja-JP" sz="800" noProof="1">
                          <a:solidFill>
                            <a:schemeClr val="tx2"/>
                          </a:solidFill>
                          <a:latin typeface="Meiryo UI" panose="020B0604030504040204" pitchFamily="50" charset="-128"/>
                          <a:ea typeface="Meiryo UI" panose="020B0604030504040204" pitchFamily="50" charset="-128"/>
                        </a:rPr>
                        <a:t>KDDI General Manager/xGN General Manager/NOKIA CDL/NOKIA</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lang="ja-JP" altLang="en-US" sz="800" noProof="1">
                          <a:solidFill>
                            <a:schemeClr val="tx2"/>
                          </a:solidFill>
                          <a:latin typeface="Meiryo UI" panose="020B0604030504040204" pitchFamily="50" charset="-128"/>
                          <a:ea typeface="Meiryo UI" panose="020B0604030504040204" pitchFamily="50" charset="-128"/>
                        </a:rPr>
                        <a:t>Sharing progress, issues, and risks at the middle level</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ja-JP" sz="800" kern="100" noProof="1">
                          <a:solidFill>
                            <a:schemeClr val="tx2"/>
                          </a:solidFill>
                          <a:effectLst/>
                          <a:latin typeface="Meiryo UI" panose="020B0604030504040204" pitchFamily="50" charset="-128"/>
                          <a:ea typeface="Meiryo UI" panose="020B0604030504040204" pitchFamily="50" charset="-128"/>
                        </a:rPr>
                        <a:t>〃</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ja-JP" sz="800" kern="100" noProof="1">
                          <a:solidFill>
                            <a:schemeClr val="tx2"/>
                          </a:solidFill>
                          <a:effectLst/>
                          <a:latin typeface="Meiryo UI" panose="020B0604030504040204" pitchFamily="50" charset="-128"/>
                          <a:ea typeface="Meiryo UI" panose="020B0604030504040204" pitchFamily="50" charset="-128"/>
                        </a:rPr>
                        <a:t>〃</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40000"/>
                      </a:srgbClr>
                    </a:solidFill>
                  </a:tcPr>
                </a:tc>
                <a:extLst>
                  <a:ext uri="{0D108BD9-81ED-4DB2-BD59-A6C34878D82A}">
                    <a16:rowId xmlns:a16="http://schemas.microsoft.com/office/drawing/2014/main" val="593970012"/>
                  </a:ext>
                </a:extLst>
              </a:tr>
              <a:tr h="727551">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800" kern="1200" noProof="1">
                          <a:solidFill>
                            <a:schemeClr val="tx2"/>
                          </a:solidFill>
                          <a:effectLst/>
                          <a:latin typeface="Meiryo UI" panose="020B0604030504040204" pitchFamily="50" charset="-128"/>
                          <a:ea typeface="Meiryo UI" panose="020B0604030504040204" pitchFamily="50" charset="-128"/>
                          <a:cs typeface="+mn-cs"/>
                        </a:rPr>
                        <a:t>[Existing]</a:t>
                      </a:r>
                      <a:endParaRPr kumimoji="1" lang="en-US" sz="800" kern="1200">
                        <a:solidFill>
                          <a:schemeClr val="tx2"/>
                        </a:solidFill>
                        <a:effectLst/>
                        <a:latin typeface="Meiryo UI" panose="020B0604030504040204" pitchFamily="50" charset="-128"/>
                        <a:ea typeface="Meiryo UI" panose="020B0604030504040204" pitchFamily="50" charset="-128"/>
                        <a:cs typeface="+mn-cs"/>
                      </a:endParaRPr>
                    </a:p>
                    <a:p>
                      <a:pPr marL="171450" indent="-171450">
                        <a:buFontTx/>
                        <a:buChar char="-"/>
                      </a:pPr>
                      <a:r>
                        <a:rPr lang="ja-JP" altLang="en-US" sz="800" noProof="1">
                          <a:solidFill>
                            <a:schemeClr val="tx2"/>
                          </a:solidFill>
                          <a:latin typeface="Meiryo UI" panose="020B0604030504040204" pitchFamily="50" charset="-128"/>
                          <a:ea typeface="Meiryo UI" panose="020B0604030504040204" pitchFamily="50" charset="-128"/>
                        </a:rPr>
                        <a:t>General Manager's Meeting</a:t>
                      </a:r>
                      <a:endParaRPr lang="en-US" altLang="ja-JP" sz="800">
                        <a:solidFill>
                          <a:schemeClr val="tx2"/>
                        </a:solidFill>
                        <a:latin typeface="Meiryo UI" panose="020B0604030504040204" pitchFamily="50" charset="-128"/>
                        <a:ea typeface="Meiryo UI" panose="020B0604030504040204" pitchFamily="50" charset="-128"/>
                      </a:endParaRPr>
                    </a:p>
                    <a:p>
                      <a:pPr marL="171450" indent="-171450">
                        <a:buFontTx/>
                        <a:buChar char="-"/>
                      </a:pPr>
                      <a:r>
                        <a:rPr lang="ja-JP" altLang="en-US" sz="800" noProof="1">
                          <a:solidFill>
                            <a:schemeClr val="tx2"/>
                          </a:solidFill>
                          <a:latin typeface="Meiryo UI" panose="020B0604030504040204" pitchFamily="50" charset="-128"/>
                          <a:ea typeface="Meiryo UI" panose="020B0604030504040204" pitchFamily="50" charset="-128"/>
                        </a:rPr>
                        <a:t>General Manager's Meeting</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kumimoji="1" lang="ja-JP" altLang="en-US" sz="800" kern="1200" noProof="1">
                          <a:solidFill>
                            <a:srgbClr val="002060"/>
                          </a:solidFill>
                          <a:effectLst/>
                          <a:latin typeface="Meiryo UI" panose="020B0604030504040204" pitchFamily="50" charset="-128"/>
                          <a:ea typeface="Meiryo UI" panose="020B0604030504040204" pitchFamily="50" charset="-128"/>
                          <a:cs typeface="+mn-cs"/>
                        </a:rPr>
                        <a:t>Regular meeting</a:t>
                      </a:r>
                      <a:endParaRPr kumimoji="1" lang="en-US" sz="800" kern="1200">
                        <a:solidFill>
                          <a:srgbClr val="002060"/>
                        </a:solidFill>
                        <a:effectLst/>
                        <a:latin typeface="Meiryo UI" panose="020B0604030504040204" pitchFamily="50" charset="-128"/>
                        <a:ea typeface="Meiryo UI" panose="020B0604030504040204" pitchFamily="50" charset="-128"/>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800" noProof="1">
                          <a:solidFill>
                            <a:srgbClr val="002060"/>
                          </a:solidFill>
                          <a:latin typeface="Meiryo UI" panose="020B0604030504040204" pitchFamily="50" charset="-128"/>
                          <a:ea typeface="Meiryo UI" panose="020B0604030504040204" pitchFamily="50" charset="-128"/>
                        </a:rPr>
                        <a:t>Once a month (set each time)</a:t>
                      </a:r>
                      <a:endParaRPr kumimoji="1" lang="en-US" altLang="ja-JP" sz="800">
                        <a:solidFill>
                          <a:srgbClr val="002060"/>
                        </a:solidFill>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lang="en-US" altLang="ja-JP" sz="800" noProof="1">
                          <a:solidFill>
                            <a:schemeClr val="tx2"/>
                          </a:solidFill>
                          <a:latin typeface="Meiryo UI" panose="020B0604030504040204" pitchFamily="50" charset="-128"/>
                          <a:ea typeface="Meiryo UI" panose="020B0604030504040204" pitchFamily="50" charset="-128"/>
                        </a:rPr>
                        <a:t>General Manager, General Manager, KDDI Division/NOKIA CDM</a:t>
                      </a:r>
                      <a:endParaRPr lang="ja-JP" altLang="en-US" sz="800">
                        <a:solidFill>
                          <a:schemeClr val="tx2"/>
                        </a:solidFill>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lang="ja-JP" altLang="en-US" sz="800" noProof="1">
                          <a:solidFill>
                            <a:schemeClr val="tx2"/>
                          </a:solidFill>
                          <a:latin typeface="Meiryo UI" panose="020B0604030504040204" pitchFamily="50" charset="-128"/>
                          <a:ea typeface="Meiryo UI" panose="020B0604030504040204" pitchFamily="50" charset="-128"/>
                        </a:rPr>
                        <a:t>High-level sharing of progress, issues, and risks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ja-JP" altLang="en-US" sz="800" kern="100" noProof="1">
                          <a:solidFill>
                            <a:schemeClr val="tx2"/>
                          </a:solidFill>
                          <a:effectLst/>
                          <a:latin typeface="Meiryo UI" panose="020B0604030504040204" pitchFamily="50" charset="-128"/>
                          <a:ea typeface="Meiryo UI" panose="020B0604030504040204" pitchFamily="50" charset="-128"/>
                        </a:rPr>
                        <a:t>Coordinating the next meeting during the meeting</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4191">
                        <a:tint val="4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ja-JP" sz="800" kern="100" noProof="1">
                          <a:solidFill>
                            <a:schemeClr val="tx2"/>
                          </a:solidFill>
                          <a:effectLst/>
                          <a:latin typeface="Meiryo UI" panose="020B0604030504040204" pitchFamily="50" charset="-128"/>
                          <a:ea typeface="Meiryo UI" panose="020B0604030504040204" pitchFamily="50" charset="-128"/>
                        </a:rPr>
                        <a:t>〃</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4191">
                        <a:tint val="40000"/>
                      </a:srgbClr>
                    </a:solidFill>
                  </a:tcPr>
                </a:tc>
                <a:extLst>
                  <a:ext uri="{0D108BD9-81ED-4DB2-BD59-A6C34878D82A}">
                    <a16:rowId xmlns:a16="http://schemas.microsoft.com/office/drawing/2014/main" val="829110364"/>
                  </a:ext>
                </a:extLst>
              </a:tr>
            </a:tbl>
          </a:graphicData>
        </a:graphic>
      </p:graphicFrame>
      <p:sp>
        <p:nvSpPr>
          <p:cNvPr id="3" name="TextBox 2">
            <a:extLst>
              <a:ext uri="{FF2B5EF4-FFF2-40B4-BE49-F238E27FC236}">
                <a16:creationId xmlns:a16="http://schemas.microsoft.com/office/drawing/2014/main" id="{27E2B96E-EA3B-043E-5A8F-785CF5E88D32}"/>
              </a:ext>
            </a:extLst>
          </p:cNvPr>
          <p:cNvSpPr txBox="1"/>
          <p:nvPr/>
        </p:nvSpPr>
        <p:spPr>
          <a:xfrm>
            <a:off x="118876" y="405859"/>
            <a:ext cx="4572000" cy="369332"/>
          </a:xfrm>
          <a:prstGeom prst="rect">
            <a:avLst/>
          </a:prstGeom>
          <a:noFill/>
        </p:spPr>
        <p:txBody>
          <a:bodyPr wrap="square">
            <a:spAutoFit/>
          </a:bodyPr>
          <a:lstStyle/>
          <a:p>
            <a:r>
              <a:rPr kumimoji="0" lang="en-US" sz="1800" b="1" i="0" u="none" strike="noStrike" kern="1200" cap="none" spc="0" normalizeH="0" baseline="0" noProof="0">
                <a:ln>
                  <a:noFill/>
                </a:ln>
                <a:solidFill>
                  <a:srgbClr val="0A0908"/>
                </a:solidFill>
                <a:effectLst/>
                <a:uLnTx/>
                <a:uFillTx/>
                <a:latin typeface="Nokia Pure Text Light"/>
                <a:ea typeface="+mn-ea"/>
                <a:cs typeface="+mn-cs"/>
              </a:rPr>
              <a:t>Customer Meeting </a:t>
            </a:r>
            <a:endParaRPr lang="en-US"/>
          </a:p>
        </p:txBody>
      </p:sp>
      <p:sp>
        <p:nvSpPr>
          <p:cNvPr id="5" name="TextBox 4">
            <a:extLst>
              <a:ext uri="{FF2B5EF4-FFF2-40B4-BE49-F238E27FC236}">
                <a16:creationId xmlns:a16="http://schemas.microsoft.com/office/drawing/2014/main" id="{5559AA10-7077-D665-6449-0E4536BA86EB}"/>
              </a:ext>
            </a:extLst>
          </p:cNvPr>
          <p:cNvSpPr txBox="1"/>
          <p:nvPr/>
        </p:nvSpPr>
        <p:spPr>
          <a:xfrm>
            <a:off x="118876" y="3313206"/>
            <a:ext cx="4572000" cy="369332"/>
          </a:xfrm>
          <a:prstGeom prst="rect">
            <a:avLst/>
          </a:prstGeom>
          <a:noFill/>
        </p:spPr>
        <p:txBody>
          <a:bodyPr wrap="square">
            <a:spAutoFit/>
          </a:bodyPr>
          <a:lstStyle/>
          <a:p>
            <a:r>
              <a:rPr kumimoji="0" lang="en-US" sz="1800" b="1" i="0" u="none" strike="noStrike" kern="1200" cap="none" spc="0" normalizeH="0" baseline="0" noProof="0">
                <a:ln>
                  <a:noFill/>
                </a:ln>
                <a:solidFill>
                  <a:srgbClr val="0A0908"/>
                </a:solidFill>
                <a:effectLst/>
                <a:uLnTx/>
                <a:uFillTx/>
                <a:latin typeface="Nokia Pure Text Light"/>
                <a:ea typeface="+mn-ea"/>
                <a:cs typeface="+mn-cs"/>
              </a:rPr>
              <a:t>Internal Meeting </a:t>
            </a:r>
            <a:endParaRPr lang="en-US"/>
          </a:p>
        </p:txBody>
      </p:sp>
      <p:graphicFrame>
        <p:nvGraphicFramePr>
          <p:cNvPr id="7" name="Table 6">
            <a:extLst>
              <a:ext uri="{FF2B5EF4-FFF2-40B4-BE49-F238E27FC236}">
                <a16:creationId xmlns:a16="http://schemas.microsoft.com/office/drawing/2014/main" id="{BC26D8FA-8989-46CC-7B22-FB6DD155A221}"/>
              </a:ext>
            </a:extLst>
          </p:cNvPr>
          <p:cNvGraphicFramePr>
            <a:graphicFrameLocks noGrp="1"/>
          </p:cNvGraphicFramePr>
          <p:nvPr>
            <p:extLst>
              <p:ext uri="{D42A27DB-BD31-4B8C-83A1-F6EECF244321}">
                <p14:modId xmlns:p14="http://schemas.microsoft.com/office/powerpoint/2010/main" val="2280792897"/>
              </p:ext>
            </p:extLst>
          </p:nvPr>
        </p:nvGraphicFramePr>
        <p:xfrm>
          <a:off x="250824" y="3682538"/>
          <a:ext cx="8642350" cy="902208"/>
        </p:xfrm>
        <a:graphic>
          <a:graphicData uri="http://schemas.openxmlformats.org/drawingml/2006/table">
            <a:tbl>
              <a:tblPr firstRow="1" bandRow="1"/>
              <a:tblGrid>
                <a:gridCol w="1560400">
                  <a:extLst>
                    <a:ext uri="{9D8B030D-6E8A-4147-A177-3AD203B41FA5}">
                      <a16:colId xmlns:a16="http://schemas.microsoft.com/office/drawing/2014/main" val="3066832761"/>
                    </a:ext>
                  </a:extLst>
                </a:gridCol>
                <a:gridCol w="1166472">
                  <a:extLst>
                    <a:ext uri="{9D8B030D-6E8A-4147-A177-3AD203B41FA5}">
                      <a16:colId xmlns:a16="http://schemas.microsoft.com/office/drawing/2014/main" val="1119930550"/>
                    </a:ext>
                  </a:extLst>
                </a:gridCol>
                <a:gridCol w="1207581">
                  <a:extLst>
                    <a:ext uri="{9D8B030D-6E8A-4147-A177-3AD203B41FA5}">
                      <a16:colId xmlns:a16="http://schemas.microsoft.com/office/drawing/2014/main" val="4038655855"/>
                    </a:ext>
                  </a:extLst>
                </a:gridCol>
                <a:gridCol w="993550">
                  <a:extLst>
                    <a:ext uri="{9D8B030D-6E8A-4147-A177-3AD203B41FA5}">
                      <a16:colId xmlns:a16="http://schemas.microsoft.com/office/drawing/2014/main" val="851165650"/>
                    </a:ext>
                  </a:extLst>
                </a:gridCol>
                <a:gridCol w="1138989">
                  <a:extLst>
                    <a:ext uri="{9D8B030D-6E8A-4147-A177-3AD203B41FA5}">
                      <a16:colId xmlns:a16="http://schemas.microsoft.com/office/drawing/2014/main" val="4153171025"/>
                    </a:ext>
                  </a:extLst>
                </a:gridCol>
                <a:gridCol w="947506">
                  <a:extLst>
                    <a:ext uri="{9D8B030D-6E8A-4147-A177-3AD203B41FA5}">
                      <a16:colId xmlns:a16="http://schemas.microsoft.com/office/drawing/2014/main" val="2209208023"/>
                    </a:ext>
                  </a:extLst>
                </a:gridCol>
                <a:gridCol w="1627852">
                  <a:extLst>
                    <a:ext uri="{9D8B030D-6E8A-4147-A177-3AD203B41FA5}">
                      <a16:colId xmlns:a16="http://schemas.microsoft.com/office/drawing/2014/main" val="232736656"/>
                    </a:ext>
                  </a:extLst>
                </a:gridCol>
              </a:tblGrid>
              <a:tr h="329184">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800" noProof="1">
                          <a:latin typeface="Meiryo UI" panose="020B0604030504040204" pitchFamily="50" charset="-128"/>
                          <a:ea typeface="Meiryo UI" panose="020B0604030504040204" pitchFamily="50" charset="-128"/>
                        </a:rPr>
                        <a:t>Conference Information</a:t>
                      </a:r>
                      <a:endParaRPr kumimoji="1" lang="en-US" altLang="ja-JP" sz="800">
                        <a:latin typeface="Meiryo UI" panose="020B0604030504040204" pitchFamily="50" charset="-128"/>
                        <a:ea typeface="Meiryo UI" panose="020B0604030504040204" pitchFamily="50" charset="-128"/>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Schedule</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Implementation Time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Participant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Agenda Contents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Adjustment Method</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tc>
                  <a:txBody>
                    <a:bodyPr/>
                    <a:lstStyle>
                      <a:lvl1pPr marL="0" algn="l" defTabSz="685800" rtl="0" eaLnBrk="1" latinLnBrk="0" hangingPunct="1">
                        <a:defRPr kumimoji="1" sz="1080" b="1" kern="1200">
                          <a:solidFill>
                            <a:schemeClr val="lt1"/>
                          </a:solidFill>
                          <a:latin typeface="Nokia Pure Text Light"/>
                        </a:defRPr>
                      </a:lvl1pPr>
                      <a:lvl2pPr marL="342900" algn="l" defTabSz="685800" rtl="0" eaLnBrk="1" latinLnBrk="0" hangingPunct="1">
                        <a:defRPr kumimoji="1" sz="1080" b="1" kern="1200">
                          <a:solidFill>
                            <a:schemeClr val="lt1"/>
                          </a:solidFill>
                          <a:latin typeface="Nokia Pure Text Light"/>
                        </a:defRPr>
                      </a:lvl2pPr>
                      <a:lvl3pPr marL="685800" algn="l" defTabSz="685800" rtl="0" eaLnBrk="1" latinLnBrk="0" hangingPunct="1">
                        <a:defRPr kumimoji="1" sz="1080" b="1" kern="1200">
                          <a:solidFill>
                            <a:schemeClr val="lt1"/>
                          </a:solidFill>
                          <a:latin typeface="Nokia Pure Text Light"/>
                        </a:defRPr>
                      </a:lvl3pPr>
                      <a:lvl4pPr marL="1028700" algn="l" defTabSz="685800" rtl="0" eaLnBrk="1" latinLnBrk="0" hangingPunct="1">
                        <a:defRPr kumimoji="1" sz="1080" b="1" kern="1200">
                          <a:solidFill>
                            <a:schemeClr val="lt1"/>
                          </a:solidFill>
                          <a:latin typeface="Nokia Pure Text Light"/>
                        </a:defRPr>
                      </a:lvl4pPr>
                      <a:lvl5pPr marL="1371600" algn="l" defTabSz="685800" rtl="0" eaLnBrk="1" latinLnBrk="0" hangingPunct="1">
                        <a:defRPr kumimoji="1" sz="1080" b="1" kern="1200">
                          <a:solidFill>
                            <a:schemeClr val="lt1"/>
                          </a:solidFill>
                          <a:latin typeface="Nokia Pure Text Light"/>
                        </a:defRPr>
                      </a:lvl5pPr>
                      <a:lvl6pPr marL="1714500" algn="l" defTabSz="685800" rtl="0" eaLnBrk="1" latinLnBrk="0" hangingPunct="1">
                        <a:defRPr kumimoji="1" sz="1080" b="1" kern="1200">
                          <a:solidFill>
                            <a:schemeClr val="lt1"/>
                          </a:solidFill>
                          <a:latin typeface="Nokia Pure Text Light"/>
                        </a:defRPr>
                      </a:lvl6pPr>
                      <a:lvl7pPr marL="2057400" algn="l" defTabSz="685800" rtl="0" eaLnBrk="1" latinLnBrk="0" hangingPunct="1">
                        <a:defRPr kumimoji="1" sz="1080" b="1" kern="1200">
                          <a:solidFill>
                            <a:schemeClr val="lt1"/>
                          </a:solidFill>
                          <a:latin typeface="Nokia Pure Text Light"/>
                        </a:defRPr>
                      </a:lvl7pPr>
                      <a:lvl8pPr marL="2400300" algn="l" defTabSz="685800" rtl="0" eaLnBrk="1" latinLnBrk="0" hangingPunct="1">
                        <a:defRPr kumimoji="1" sz="1080" b="1" kern="1200">
                          <a:solidFill>
                            <a:schemeClr val="lt1"/>
                          </a:solidFill>
                          <a:latin typeface="Nokia Pure Text Light"/>
                        </a:defRPr>
                      </a:lvl8pPr>
                      <a:lvl9pPr marL="2743200" algn="l" defTabSz="685800" rtl="0" eaLnBrk="1" latinLnBrk="0" hangingPunct="1">
                        <a:defRPr kumimoji="1" sz="1080" b="1" kern="1200">
                          <a:solidFill>
                            <a:schemeClr val="lt1"/>
                          </a:solidFill>
                          <a:latin typeface="Nokia Pure Text Light"/>
                        </a:defRPr>
                      </a:lvl9pPr>
                    </a:lstStyle>
                    <a:p>
                      <a:pPr algn="l"/>
                      <a:r>
                        <a:rPr kumimoji="1" lang="ja-JP" altLang="en-US" sz="800" noProof="1">
                          <a:latin typeface="Meiryo UI" panose="020B0604030504040204" pitchFamily="50" charset="-128"/>
                          <a:ea typeface="Meiryo UI" panose="020B0604030504040204" pitchFamily="50" charset="-128"/>
                        </a:rPr>
                        <a:t>Operation method</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124191"/>
                    </a:solidFill>
                  </a:tcPr>
                </a:tc>
                <a:extLst>
                  <a:ext uri="{0D108BD9-81ED-4DB2-BD59-A6C34878D82A}">
                    <a16:rowId xmlns:a16="http://schemas.microsoft.com/office/drawing/2014/main" val="396204907"/>
                  </a:ext>
                </a:extLst>
              </a:tr>
              <a:tr h="566928">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kumimoji="1" lang="en-US" altLang="ja-JP" sz="800" b="1" noProof="1">
                          <a:solidFill>
                            <a:srgbClr val="3333FF"/>
                          </a:solidFill>
                          <a:latin typeface="Meiryo UI" panose="020B0604030504040204" pitchFamily="50" charset="-128"/>
                          <a:ea typeface="Meiryo UI" panose="020B0604030504040204" pitchFamily="50" charset="-128"/>
                        </a:rPr>
                        <a:t>Internal Project</a:t>
                      </a:r>
                      <a:r>
                        <a:rPr kumimoji="1" lang="ja-JP" altLang="en-US" sz="800" b="1" noProof="1">
                          <a:solidFill>
                            <a:srgbClr val="3333FF"/>
                          </a:solidFill>
                          <a:latin typeface="Meiryo UI" panose="020B0604030504040204" pitchFamily="50" charset="-128"/>
                          <a:ea typeface="Meiryo UI" panose="020B0604030504040204" pitchFamily="50" charset="-128"/>
                        </a:rPr>
                        <a:t> </a:t>
                      </a:r>
                      <a:r>
                        <a:rPr kumimoji="1" lang="en-US" altLang="ja-JP" sz="800" b="1" noProof="1">
                          <a:solidFill>
                            <a:srgbClr val="3333FF"/>
                          </a:solidFill>
                          <a:latin typeface="Meiryo UI" panose="020B0604030504040204" pitchFamily="50" charset="-128"/>
                          <a:ea typeface="Meiryo UI" panose="020B0604030504040204" pitchFamily="50" charset="-128"/>
                        </a:rPr>
                        <a:t>sync-up</a:t>
                      </a:r>
                      <a:r>
                        <a:rPr kumimoji="1" lang="ja-JP" altLang="en-US" sz="800" b="1" noProof="1">
                          <a:solidFill>
                            <a:srgbClr val="3333FF"/>
                          </a:solidFill>
                          <a:latin typeface="Meiryo UI" panose="020B0604030504040204" pitchFamily="50" charset="-128"/>
                          <a:ea typeface="Meiryo UI" panose="020B0604030504040204" pitchFamily="50" charset="-128"/>
                        </a:rPr>
                        <a:t> </a:t>
                      </a:r>
                      <a:r>
                        <a:rPr kumimoji="1" lang="en-US" altLang="ja-JP" sz="800" b="1" noProof="1">
                          <a:solidFill>
                            <a:srgbClr val="3333FF"/>
                          </a:solidFill>
                          <a:latin typeface="Meiryo UI" panose="020B0604030504040204" pitchFamily="50" charset="-128"/>
                          <a:ea typeface="Meiryo UI" panose="020B0604030504040204" pitchFamily="50" charset="-128"/>
                        </a:rPr>
                        <a:t>meeting</a:t>
                      </a:r>
                      <a:r>
                        <a:rPr kumimoji="1" lang="ja-JP" altLang="en-US" sz="800" b="1" noProof="1">
                          <a:solidFill>
                            <a:srgbClr val="3333FF"/>
                          </a:solidFill>
                          <a:latin typeface="Meiryo UI" panose="020B0604030504040204" pitchFamily="50" charset="-128"/>
                          <a:ea typeface="Meiryo UI" panose="020B0604030504040204" pitchFamily="50" charset="-128"/>
                        </a:rPr>
                        <a:t> </a:t>
                      </a:r>
                      <a:r>
                        <a:rPr kumimoji="1" lang="en-US" altLang="ja-JP" sz="800" b="1" noProof="1">
                          <a:solidFill>
                            <a:srgbClr val="3333FF"/>
                          </a:solidFill>
                          <a:latin typeface="Meiryo UI" panose="020B0604030504040204" pitchFamily="50" charset="-128"/>
                          <a:ea typeface="Meiryo UI" panose="020B0604030504040204" pitchFamily="50" charset="-128"/>
                        </a:rPr>
                        <a:t>(Overall)</a:t>
                      </a:r>
                      <a:endParaRPr kumimoji="1" lang="ja-JP" altLang="en-US" sz="800" b="1" noProof="1">
                        <a:solidFill>
                          <a:srgbClr val="3333FF"/>
                        </a:solidFill>
                        <a:latin typeface="Meiryo UI" panose="020B0604030504040204" pitchFamily="50" charset="-128"/>
                        <a:ea typeface="Meiryo UI" panose="020B0604030504040204" pitchFamily="50" charset="-128"/>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r>
                        <a:rPr kumimoji="1" lang="ja-JP" altLang="en-US" sz="800" kern="1200" noProof="1">
                          <a:solidFill>
                            <a:srgbClr val="002060"/>
                          </a:solidFill>
                          <a:effectLst/>
                          <a:latin typeface="Meiryo UI" panose="020B0604030504040204" pitchFamily="50" charset="-128"/>
                          <a:ea typeface="Meiryo UI" panose="020B0604030504040204" pitchFamily="50" charset="-128"/>
                          <a:cs typeface="+mn-cs"/>
                        </a:rPr>
                        <a:t>Scheduled</a:t>
                      </a:r>
                      <a:endParaRPr kumimoji="1" lang="en-US" sz="800" kern="1200">
                        <a:solidFill>
                          <a:srgbClr val="002060"/>
                        </a:solidFill>
                        <a:effectLst/>
                        <a:latin typeface="Meiryo UI" panose="020B0604030504040204" pitchFamily="50" charset="-128"/>
                        <a:ea typeface="Meiryo UI" panose="020B0604030504040204" pitchFamily="50" charset="-128"/>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algn="l"/>
                      <a:r>
                        <a:rPr kumimoji="1" lang="en-US" altLang="ja-JP" sz="800" noProof="1">
                          <a:solidFill>
                            <a:srgbClr val="C00000"/>
                          </a:solidFill>
                          <a:latin typeface="Meiryo UI" panose="020B0604030504040204" pitchFamily="50" charset="-128"/>
                          <a:ea typeface="Meiryo UI" panose="020B0604030504040204" pitchFamily="50" charset="-128"/>
                        </a:rPr>
                        <a:t>(TBD)</a:t>
                      </a:r>
                    </a:p>
                    <a:p>
                      <a:pPr algn="l"/>
                      <a:r>
                        <a:rPr kumimoji="1" lang="ja-JP" altLang="en-US" sz="800" noProof="1">
                          <a:solidFill>
                            <a:srgbClr val="C00000"/>
                          </a:solidFill>
                          <a:latin typeface="Meiryo UI" panose="020B0604030504040204" pitchFamily="50" charset="-128"/>
                          <a:ea typeface="Meiryo UI" panose="020B0604030504040204" pitchFamily="50" charset="-128"/>
                        </a:rPr>
                        <a:t>Every </a:t>
                      </a:r>
                      <a:r>
                        <a:rPr kumimoji="1" lang="en-US" altLang="ja-JP" sz="800" noProof="1">
                          <a:solidFill>
                            <a:srgbClr val="C00000"/>
                          </a:solidFill>
                          <a:latin typeface="Meiryo UI" panose="020B0604030504040204" pitchFamily="50" charset="-128"/>
                          <a:ea typeface="Meiryo UI" panose="020B0604030504040204" pitchFamily="50" charset="-128"/>
                        </a:rPr>
                        <a:t>Tuesday</a:t>
                      </a:r>
                      <a:endParaRPr kumimoji="1" lang="en-US" altLang="ja-JP" sz="800">
                        <a:solidFill>
                          <a:srgbClr val="C00000"/>
                        </a:solidFill>
                        <a:latin typeface="Meiryo UI" panose="020B0604030504040204" pitchFamily="50" charset="-128"/>
                        <a:ea typeface="Meiryo UI" panose="020B0604030504040204" pitchFamily="50" charset="-128"/>
                      </a:endParaRPr>
                    </a:p>
                    <a:p>
                      <a:pPr algn="l"/>
                      <a:r>
                        <a:rPr kumimoji="1" lang="en-US" altLang="ja-JP" sz="800" noProof="1">
                          <a:solidFill>
                            <a:srgbClr val="C00000"/>
                          </a:solidFill>
                          <a:latin typeface="Meiryo UI" panose="020B0604030504040204" pitchFamily="50" charset="-128"/>
                          <a:ea typeface="Meiryo UI" panose="020B0604030504040204" pitchFamily="50" charset="-128"/>
                        </a:rPr>
                        <a:t>14:00~15:00</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algn="l"/>
                      <a:r>
                        <a:rPr kumimoji="1" lang="en-US" altLang="ja-JP" sz="800" noProof="1">
                          <a:solidFill>
                            <a:schemeClr val="tx2"/>
                          </a:solidFill>
                          <a:latin typeface="Meiryo UI" panose="020B0604030504040204" pitchFamily="50" charset="-128"/>
                          <a:ea typeface="Meiryo UI" panose="020B0604030504040204" pitchFamily="50" charset="-128"/>
                        </a:rPr>
                        <a:t>NOKIA project key members</a:t>
                      </a:r>
                      <a:endParaRPr kumimoji="1" lang="en-US" altLang="ja-JP" sz="800">
                        <a:solidFill>
                          <a:schemeClr val="tx2"/>
                        </a:solidFill>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algn="l"/>
                      <a:r>
                        <a:rPr kumimoji="1" lang="ja-JP" altLang="en-US" sz="800" noProof="1">
                          <a:solidFill>
                            <a:schemeClr val="tx2"/>
                          </a:solidFill>
                          <a:latin typeface="Meiryo UI" panose="020B0604030504040204" pitchFamily="50" charset="-128"/>
                          <a:ea typeface="Meiryo UI" panose="020B0604030504040204" pitchFamily="50" charset="-128"/>
                        </a:rPr>
                        <a:t>Progress, issues, and risk sharing</a:t>
                      </a:r>
                      <a:endParaRPr kumimoji="1" lang="en-US" altLang="ja-JP" sz="800">
                        <a:solidFill>
                          <a:schemeClr val="tx2"/>
                        </a:solidFill>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ja-JP" sz="800" kern="100" noProof="1">
                          <a:solidFill>
                            <a:schemeClr val="tx2"/>
                          </a:solidFill>
                          <a:effectLst/>
                          <a:latin typeface="Meiryo UI" panose="020B0604030504040204" pitchFamily="50" charset="-128"/>
                          <a:ea typeface="Meiryo UI" panose="020B0604030504040204" pitchFamily="50" charset="-128"/>
                        </a:rPr>
                        <a:t>〃</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tc>
                  <a:txBody>
                    <a:bodyPr/>
                    <a:lstStyle>
                      <a:lvl1pPr marL="0" algn="l" defTabSz="685800" rtl="0" eaLnBrk="1" latinLnBrk="0" hangingPunct="1">
                        <a:defRPr kumimoji="1" sz="1080" kern="1200">
                          <a:solidFill>
                            <a:schemeClr val="dk1"/>
                          </a:solidFill>
                          <a:latin typeface="Nokia Pure Text Light"/>
                        </a:defRPr>
                      </a:lvl1pPr>
                      <a:lvl2pPr marL="342900" algn="l" defTabSz="685800" rtl="0" eaLnBrk="1" latinLnBrk="0" hangingPunct="1">
                        <a:defRPr kumimoji="1" sz="1080" kern="1200">
                          <a:solidFill>
                            <a:schemeClr val="dk1"/>
                          </a:solidFill>
                          <a:latin typeface="Nokia Pure Text Light"/>
                        </a:defRPr>
                      </a:lvl2pPr>
                      <a:lvl3pPr marL="685800" algn="l" defTabSz="685800" rtl="0" eaLnBrk="1" latinLnBrk="0" hangingPunct="1">
                        <a:defRPr kumimoji="1" sz="1080" kern="1200">
                          <a:solidFill>
                            <a:schemeClr val="dk1"/>
                          </a:solidFill>
                          <a:latin typeface="Nokia Pure Text Light"/>
                        </a:defRPr>
                      </a:lvl3pPr>
                      <a:lvl4pPr marL="1028700" algn="l" defTabSz="685800" rtl="0" eaLnBrk="1" latinLnBrk="0" hangingPunct="1">
                        <a:defRPr kumimoji="1" sz="1080" kern="1200">
                          <a:solidFill>
                            <a:schemeClr val="dk1"/>
                          </a:solidFill>
                          <a:latin typeface="Nokia Pure Text Light"/>
                        </a:defRPr>
                      </a:lvl4pPr>
                      <a:lvl5pPr marL="1371600" algn="l" defTabSz="685800" rtl="0" eaLnBrk="1" latinLnBrk="0" hangingPunct="1">
                        <a:defRPr kumimoji="1" sz="1080" kern="1200">
                          <a:solidFill>
                            <a:schemeClr val="dk1"/>
                          </a:solidFill>
                          <a:latin typeface="Nokia Pure Text Light"/>
                        </a:defRPr>
                      </a:lvl5pPr>
                      <a:lvl6pPr marL="1714500" algn="l" defTabSz="685800" rtl="0" eaLnBrk="1" latinLnBrk="0" hangingPunct="1">
                        <a:defRPr kumimoji="1" sz="1080" kern="1200">
                          <a:solidFill>
                            <a:schemeClr val="dk1"/>
                          </a:solidFill>
                          <a:latin typeface="Nokia Pure Text Light"/>
                        </a:defRPr>
                      </a:lvl6pPr>
                      <a:lvl7pPr marL="2057400" algn="l" defTabSz="685800" rtl="0" eaLnBrk="1" latinLnBrk="0" hangingPunct="1">
                        <a:defRPr kumimoji="1" sz="1080" kern="1200">
                          <a:solidFill>
                            <a:schemeClr val="dk1"/>
                          </a:solidFill>
                          <a:latin typeface="Nokia Pure Text Light"/>
                        </a:defRPr>
                      </a:lvl7pPr>
                      <a:lvl8pPr marL="2400300" algn="l" defTabSz="685800" rtl="0" eaLnBrk="1" latinLnBrk="0" hangingPunct="1">
                        <a:defRPr kumimoji="1" sz="1080" kern="1200">
                          <a:solidFill>
                            <a:schemeClr val="dk1"/>
                          </a:solidFill>
                          <a:latin typeface="Nokia Pure Text Light"/>
                        </a:defRPr>
                      </a:lvl8pPr>
                      <a:lvl9pPr marL="2743200" algn="l" defTabSz="685800" rtl="0" eaLnBrk="1" latinLnBrk="0" hangingPunct="1">
                        <a:defRPr kumimoji="1" sz="1080" kern="1200">
                          <a:solidFill>
                            <a:schemeClr val="dk1"/>
                          </a:solidFill>
                          <a:latin typeface="Nokia Pure Text Light"/>
                        </a:defRPr>
                      </a:lvl9pPr>
                    </a:lstStyle>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ja-JP" sz="800" kern="100" noProof="1">
                          <a:solidFill>
                            <a:schemeClr val="tx2"/>
                          </a:solidFill>
                          <a:effectLst/>
                          <a:latin typeface="Meiryo UI" panose="020B0604030504040204" pitchFamily="50" charset="-128"/>
                          <a:ea typeface="Meiryo UI" panose="020B0604030504040204" pitchFamily="50" charset="-128"/>
                        </a:rPr>
                        <a:t>〃</a:t>
                      </a:r>
                      <a:endParaRPr lang="en-US" sz="800" kern="100">
                        <a:solidFill>
                          <a:schemeClr val="tx2"/>
                        </a:solidFill>
                        <a:effectLst/>
                        <a:latin typeface="Meiryo UI" panose="020B0604030504040204" pitchFamily="50" charset="-128"/>
                        <a:ea typeface="Meiryo UI" panose="020B0604030504040204" pitchFamily="50" charset="-128"/>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4191">
                        <a:tint val="20000"/>
                      </a:srgbClr>
                    </a:solidFill>
                  </a:tcPr>
                </a:tc>
                <a:extLst>
                  <a:ext uri="{0D108BD9-81ED-4DB2-BD59-A6C34878D82A}">
                    <a16:rowId xmlns:a16="http://schemas.microsoft.com/office/drawing/2014/main" val="682929480"/>
                  </a:ext>
                </a:extLst>
              </a:tr>
            </a:tbl>
          </a:graphicData>
        </a:graphic>
      </p:graphicFrame>
    </p:spTree>
    <p:extLst>
      <p:ext uri="{BB962C8B-B14F-4D97-AF65-F5344CB8AC3E}">
        <p14:creationId xmlns:p14="http://schemas.microsoft.com/office/powerpoint/2010/main" val="2753574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4"/>
          <p:cNvSpPr txBox="1">
            <a:spLocks noChangeArrowheads="1"/>
          </p:cNvSpPr>
          <p:nvPr/>
        </p:nvSpPr>
        <p:spPr bwMode="auto">
          <a:xfrm>
            <a:off x="585201" y="2417840"/>
            <a:ext cx="3799409" cy="289183"/>
          </a:xfrm>
          <a:prstGeom prst="rect">
            <a:avLst/>
          </a:prstGeom>
          <a:noFill/>
          <a:ln w="19050" algn="ctr">
            <a:noFill/>
            <a:miter lim="800000"/>
            <a:headEnd/>
            <a:tailEnd/>
          </a:ln>
        </p:spPr>
        <p:txBody>
          <a:bodyPr wrap="square" lIns="90000" tIns="46800" rIns="90000" bIns="46800">
            <a:spAutoFit/>
          </a:bodyPr>
          <a:lstStyle/>
          <a:p>
            <a:pPr defTabSz="762000" eaLnBrk="0" hangingPunct="0">
              <a:lnSpc>
                <a:spcPct val="90000"/>
              </a:lnSpc>
              <a:spcBef>
                <a:spcPct val="50000"/>
              </a:spcBef>
              <a:buClr>
                <a:srgbClr val="124192"/>
              </a:buClr>
              <a:defRPr/>
            </a:pPr>
            <a:r>
              <a:rPr lang="en-US" sz="1400" err="1">
                <a:solidFill>
                  <a:schemeClr val="accent1">
                    <a:lumMod val="100000"/>
                  </a:schemeClr>
                </a:solidFill>
                <a:latin typeface="+mn-lt"/>
              </a:rPr>
              <a:t>Nokiamine</a:t>
            </a:r>
            <a:r>
              <a:rPr lang="en-US" sz="1400">
                <a:solidFill>
                  <a:schemeClr val="accent1">
                    <a:lumMod val="100000"/>
                  </a:schemeClr>
                </a:solidFill>
                <a:latin typeface="+mn-lt"/>
              </a:rPr>
              <a:t> (Ticket tool) : </a:t>
            </a:r>
            <a:r>
              <a:rPr lang="en-US" sz="1400">
                <a:solidFill>
                  <a:schemeClr val="accent1">
                    <a:lumMod val="100000"/>
                  </a:schemeClr>
                </a:solidFill>
                <a:latin typeface="+mn-lt"/>
                <a:hlinkClick r:id="rId3"/>
              </a:rPr>
              <a:t>LINK</a:t>
            </a:r>
            <a:endParaRPr lang="en-US" sz="1400">
              <a:solidFill>
                <a:schemeClr val="accent1">
                  <a:lumMod val="100000"/>
                </a:schemeClr>
              </a:solidFill>
              <a:latin typeface="+mn-lt"/>
            </a:endParaRPr>
          </a:p>
        </p:txBody>
      </p:sp>
      <p:sp>
        <p:nvSpPr>
          <p:cNvPr id="2" name="Text Placeholder 1">
            <a:extLst>
              <a:ext uri="{FF2B5EF4-FFF2-40B4-BE49-F238E27FC236}">
                <a16:creationId xmlns:a16="http://schemas.microsoft.com/office/drawing/2014/main" id="{D2F90C62-811E-22C4-3911-92D6498FE2E0}"/>
              </a:ext>
            </a:extLst>
          </p:cNvPr>
          <p:cNvSpPr>
            <a:spLocks noGrp="1"/>
          </p:cNvSpPr>
          <p:nvPr>
            <p:ph type="body" sz="quarter" idx="12"/>
          </p:nvPr>
        </p:nvSpPr>
        <p:spPr>
          <a:xfrm>
            <a:off x="64476" y="0"/>
            <a:ext cx="8244323" cy="340654"/>
          </a:xfrm>
        </p:spPr>
        <p:txBody>
          <a:bodyPr/>
          <a:lstStyle/>
          <a:p>
            <a:r>
              <a:rPr lang="pl-PL"/>
              <a:t>Project </a:t>
            </a:r>
            <a:r>
              <a:rPr lang="en-US"/>
              <a:t>Repository, </a:t>
            </a:r>
            <a:r>
              <a:rPr lang="pl-PL"/>
              <a:t>Tools</a:t>
            </a:r>
            <a:r>
              <a:rPr lang="en-US"/>
              <a:t> &amp; Access</a:t>
            </a:r>
            <a:br>
              <a:rPr lang="pl-PL"/>
            </a:br>
            <a:endParaRPr lang="pl-PL"/>
          </a:p>
          <a:p>
            <a:pPr marL="285750" indent="-285750">
              <a:buFont typeface="Arial" panose="020B0604020202020204" pitchFamily="34" charset="0"/>
              <a:buChar char="•"/>
            </a:pPr>
            <a:r>
              <a:rPr lang="en-US" sz="1600" b="1">
                <a:solidFill>
                  <a:schemeClr val="tx2"/>
                </a:solidFill>
              </a:rPr>
              <a:t>Project Repository:  </a:t>
            </a:r>
          </a:p>
          <a:p>
            <a:pPr marL="446088">
              <a:buFont typeface="Arial" panose="020B0604020202020204" pitchFamily="34" charset="0"/>
              <a:buChar char="•"/>
            </a:pPr>
            <a:r>
              <a:rPr lang="en-US" sz="1600"/>
              <a:t>PDR directory where all project documents will be stored and maintained : </a:t>
            </a:r>
            <a:r>
              <a:rPr lang="en-US" sz="1600">
                <a:hlinkClick r:id="rId4"/>
              </a:rPr>
              <a:t>LINK</a:t>
            </a:r>
            <a:endParaRPr lang="en-US" sz="1600"/>
          </a:p>
          <a:p>
            <a:pPr marL="446088">
              <a:buFont typeface="Arial" panose="020B0604020202020204" pitchFamily="34" charset="0"/>
              <a:buChar char="•"/>
            </a:pPr>
            <a:r>
              <a:rPr lang="en-US" sz="1600"/>
              <a:t>PMAT ID and link : MP1000065 </a:t>
            </a:r>
            <a:endParaRPr lang="en-US" sz="1600">
              <a:highlight>
                <a:srgbClr val="00FF00"/>
              </a:highlight>
            </a:endParaRPr>
          </a:p>
          <a:p>
            <a:pPr marL="446088">
              <a:buFont typeface="Arial" panose="020B0604020202020204" pitchFamily="34" charset="0"/>
              <a:buChar char="•"/>
            </a:pPr>
            <a:r>
              <a:rPr lang="en-US" sz="1600"/>
              <a:t>including presales documents for Handover : </a:t>
            </a:r>
            <a:r>
              <a:rPr lang="en-US" sz="1600">
                <a:hlinkClick r:id="rId5"/>
              </a:rPr>
              <a:t>Refer to PTA document</a:t>
            </a:r>
            <a:endParaRPr lang="en-US" sz="1600"/>
          </a:p>
          <a:p>
            <a:pPr marL="285750" indent="-285750">
              <a:buFont typeface="Arial" panose="020B0604020202020204" pitchFamily="34" charset="0"/>
              <a:buChar char="•"/>
            </a:pPr>
            <a:r>
              <a:rPr lang="en-US" sz="1600" b="1">
                <a:solidFill>
                  <a:schemeClr val="tx2"/>
                </a:solidFill>
              </a:rPr>
              <a:t>Project Tools:</a:t>
            </a:r>
          </a:p>
          <a:p>
            <a:endParaRPr lang="pl-PL"/>
          </a:p>
        </p:txBody>
      </p:sp>
      <p:sp>
        <p:nvSpPr>
          <p:cNvPr id="4" name="Footer Placeholder 3">
            <a:extLst>
              <a:ext uri="{FF2B5EF4-FFF2-40B4-BE49-F238E27FC236}">
                <a16:creationId xmlns:a16="http://schemas.microsoft.com/office/drawing/2014/main" id="{7FBEFCD7-38D1-EC59-8B33-514E05C9A66A}"/>
              </a:ext>
            </a:extLst>
          </p:cNvPr>
          <p:cNvSpPr>
            <a:spLocks noGrp="1"/>
          </p:cNvSpPr>
          <p:nvPr>
            <p:ph type="ftr" sz="quarter" idx="3"/>
          </p:nvPr>
        </p:nvSpPr>
        <p:spPr/>
        <p:txBody>
          <a:bodyPr/>
          <a:lstStyle/>
          <a:p>
            <a:r>
              <a:rPr lang="en-US"/>
              <a:t>Nokia Internal Use</a:t>
            </a:r>
          </a:p>
        </p:txBody>
      </p:sp>
      <p:sp>
        <p:nvSpPr>
          <p:cNvPr id="7" name="Text Box 4">
            <a:extLst>
              <a:ext uri="{FF2B5EF4-FFF2-40B4-BE49-F238E27FC236}">
                <a16:creationId xmlns:a16="http://schemas.microsoft.com/office/drawing/2014/main" id="{7D80A6D7-A139-03AE-648F-90537D79708C}"/>
              </a:ext>
            </a:extLst>
          </p:cNvPr>
          <p:cNvSpPr txBox="1">
            <a:spLocks noChangeArrowheads="1"/>
          </p:cNvSpPr>
          <p:nvPr/>
        </p:nvSpPr>
        <p:spPr bwMode="auto">
          <a:xfrm>
            <a:off x="4515026" y="2417840"/>
            <a:ext cx="4245355" cy="1387945"/>
          </a:xfrm>
          <a:prstGeom prst="rect">
            <a:avLst/>
          </a:prstGeom>
          <a:noFill/>
          <a:ln w="19050" algn="ctr">
            <a:noFill/>
            <a:miter lim="800000"/>
            <a:headEnd/>
            <a:tailEnd/>
          </a:ln>
        </p:spPr>
        <p:txBody>
          <a:bodyPr wrap="square" lIns="90000" tIns="46800" rIns="90000" bIns="46800">
            <a:spAutoFit/>
          </a:bodyPr>
          <a:lstStyle/>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400">
                <a:solidFill>
                  <a:schemeClr val="accent1">
                    <a:lumMod val="100000"/>
                  </a:schemeClr>
                </a:solidFill>
              </a:rPr>
              <a:t>Sales force (Ticket tool for Delivery/L3) </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400">
                <a:solidFill>
                  <a:schemeClr val="accent1">
                    <a:lumMod val="100000"/>
                  </a:schemeClr>
                </a:solidFill>
                <a:latin typeface="+mn-lt"/>
              </a:rPr>
              <a:t>JIRA (Ticket tool for </a:t>
            </a:r>
            <a:r>
              <a:rPr lang="en-US" sz="1400" err="1">
                <a:solidFill>
                  <a:schemeClr val="accent1">
                    <a:lumMod val="100000"/>
                  </a:schemeClr>
                </a:solidFill>
                <a:latin typeface="+mn-lt"/>
              </a:rPr>
              <a:t>RnD</a:t>
            </a:r>
            <a:r>
              <a:rPr lang="en-US" sz="1400">
                <a:solidFill>
                  <a:schemeClr val="accent1">
                    <a:lumMod val="100000"/>
                  </a:schemeClr>
                </a:solidFill>
                <a:latin typeface="+mn-lt"/>
              </a:rPr>
              <a:t>)</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altLang="ja-JP" sz="1400">
                <a:solidFill>
                  <a:schemeClr val="accent1">
                    <a:lumMod val="100000"/>
                  </a:schemeClr>
                </a:solidFill>
              </a:rPr>
              <a:t>Business planner tool (Resource request, Demand)</a:t>
            </a:r>
          </a:p>
          <a:p>
            <a:pPr marL="285750" indent="-285750" defTabSz="762000" eaLnBrk="0" hangingPunct="0">
              <a:lnSpc>
                <a:spcPct val="90000"/>
              </a:lnSpc>
              <a:spcBef>
                <a:spcPct val="50000"/>
              </a:spcBef>
              <a:buClr>
                <a:srgbClr val="124192"/>
              </a:buClr>
              <a:buFont typeface="Arial" panose="020B0604020202020204" pitchFamily="34" charset="0"/>
              <a:buChar char="•"/>
              <a:defRPr/>
            </a:pPr>
            <a:r>
              <a:rPr lang="en-US" sz="1400">
                <a:solidFill>
                  <a:schemeClr val="accent1">
                    <a:lumMod val="100000"/>
                  </a:schemeClr>
                </a:solidFill>
                <a:latin typeface="+mn-lt"/>
              </a:rPr>
              <a:t>Project tool (Finance management)</a:t>
            </a:r>
          </a:p>
        </p:txBody>
      </p:sp>
      <p:sp>
        <p:nvSpPr>
          <p:cNvPr id="8" name="TextBox 7">
            <a:extLst>
              <a:ext uri="{FF2B5EF4-FFF2-40B4-BE49-F238E27FC236}">
                <a16:creationId xmlns:a16="http://schemas.microsoft.com/office/drawing/2014/main" id="{112C0B34-9ECE-CCB3-B2AE-F62116646AED}"/>
              </a:ext>
            </a:extLst>
          </p:cNvPr>
          <p:cNvSpPr txBox="1"/>
          <p:nvPr/>
        </p:nvSpPr>
        <p:spPr>
          <a:xfrm>
            <a:off x="677570" y="2141360"/>
            <a:ext cx="3648456" cy="298260"/>
          </a:xfrm>
          <a:prstGeom prst="rect">
            <a:avLst/>
          </a:prstGeom>
          <a:noFill/>
          <a:ln>
            <a:noFill/>
          </a:ln>
        </p:spPr>
        <p:txBody>
          <a:bodyPr wrap="square" lIns="0" tIns="0" rIns="0" bIns="0" rtlCol="0">
            <a:noAutofit/>
          </a:bodyPr>
          <a:lstStyle/>
          <a:p>
            <a:r>
              <a:rPr lang="en-US" sz="1200" b="1">
                <a:solidFill>
                  <a:schemeClr val="accent1">
                    <a:lumMod val="50000"/>
                  </a:schemeClr>
                </a:solidFill>
              </a:rPr>
              <a:t>Customer Tools &amp; Access</a:t>
            </a:r>
          </a:p>
        </p:txBody>
      </p:sp>
      <p:sp>
        <p:nvSpPr>
          <p:cNvPr id="9" name="TextBox 8">
            <a:extLst>
              <a:ext uri="{FF2B5EF4-FFF2-40B4-BE49-F238E27FC236}">
                <a16:creationId xmlns:a16="http://schemas.microsoft.com/office/drawing/2014/main" id="{67A55501-C24B-3358-3418-A8172A4322CC}"/>
              </a:ext>
            </a:extLst>
          </p:cNvPr>
          <p:cNvSpPr txBox="1"/>
          <p:nvPr/>
        </p:nvSpPr>
        <p:spPr>
          <a:xfrm>
            <a:off x="4624754" y="2132482"/>
            <a:ext cx="3648456" cy="298260"/>
          </a:xfrm>
          <a:prstGeom prst="rect">
            <a:avLst/>
          </a:prstGeom>
          <a:noFill/>
          <a:ln>
            <a:noFill/>
          </a:ln>
        </p:spPr>
        <p:txBody>
          <a:bodyPr wrap="square" lIns="0" tIns="0" rIns="0" bIns="0" rtlCol="0">
            <a:noAutofit/>
          </a:bodyPr>
          <a:lstStyle/>
          <a:p>
            <a:r>
              <a:rPr lang="en-US" sz="1200" b="1">
                <a:solidFill>
                  <a:schemeClr val="accent1">
                    <a:lumMod val="50000"/>
                  </a:schemeClr>
                </a:solidFill>
              </a:rPr>
              <a:t>Nokia Tools &amp; Access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68975F-AE3A-4DDA-D552-8A93ECAE4D27}"/>
              </a:ext>
            </a:extLst>
          </p:cNvPr>
          <p:cNvSpPr>
            <a:spLocks noGrp="1"/>
          </p:cNvSpPr>
          <p:nvPr>
            <p:ph type="body" sz="quarter" idx="12"/>
          </p:nvPr>
        </p:nvSpPr>
        <p:spPr>
          <a:xfrm>
            <a:off x="0" y="0"/>
            <a:ext cx="9144000" cy="318977"/>
          </a:xfrm>
        </p:spPr>
        <p:txBody>
          <a:bodyPr/>
          <a:lstStyle/>
          <a:p>
            <a:r>
              <a:rPr lang="en-GB"/>
              <a:t>Project Readiness Assessment (PRA) Actions &amp; Status</a:t>
            </a:r>
          </a:p>
        </p:txBody>
      </p:sp>
      <p:sp>
        <p:nvSpPr>
          <p:cNvPr id="4" name="Footer Placeholder 3">
            <a:extLst>
              <a:ext uri="{FF2B5EF4-FFF2-40B4-BE49-F238E27FC236}">
                <a16:creationId xmlns:a16="http://schemas.microsoft.com/office/drawing/2014/main" id="{FBA1C355-0B61-4793-0E66-13C81632594C}"/>
              </a:ext>
            </a:extLst>
          </p:cNvPr>
          <p:cNvSpPr>
            <a:spLocks noGrp="1"/>
          </p:cNvSpPr>
          <p:nvPr>
            <p:ph type="ftr" sz="quarter" idx="3"/>
          </p:nvPr>
        </p:nvSpPr>
        <p:spPr/>
        <p:txBody>
          <a:bodyPr/>
          <a:lstStyle/>
          <a:p>
            <a:r>
              <a:rPr lang="en-US"/>
              <a:t>Nokia Internal Use</a:t>
            </a:r>
          </a:p>
        </p:txBody>
      </p:sp>
      <p:graphicFrame>
        <p:nvGraphicFramePr>
          <p:cNvPr id="7" name="Table 6">
            <a:extLst>
              <a:ext uri="{FF2B5EF4-FFF2-40B4-BE49-F238E27FC236}">
                <a16:creationId xmlns:a16="http://schemas.microsoft.com/office/drawing/2014/main" id="{DB102EC7-F4E5-7927-212E-7BB72A06D328}"/>
              </a:ext>
            </a:extLst>
          </p:cNvPr>
          <p:cNvGraphicFramePr>
            <a:graphicFrameLocks noGrp="1"/>
          </p:cNvGraphicFramePr>
          <p:nvPr>
            <p:extLst>
              <p:ext uri="{D42A27DB-BD31-4B8C-83A1-F6EECF244321}">
                <p14:modId xmlns:p14="http://schemas.microsoft.com/office/powerpoint/2010/main" val="935563222"/>
              </p:ext>
            </p:extLst>
          </p:nvPr>
        </p:nvGraphicFramePr>
        <p:xfrm>
          <a:off x="109728" y="633684"/>
          <a:ext cx="8714234" cy="1663107"/>
        </p:xfrm>
        <a:graphic>
          <a:graphicData uri="http://schemas.openxmlformats.org/drawingml/2006/table">
            <a:tbl>
              <a:tblPr/>
              <a:tblGrid>
                <a:gridCol w="548640">
                  <a:extLst>
                    <a:ext uri="{9D8B030D-6E8A-4147-A177-3AD203B41FA5}">
                      <a16:colId xmlns:a16="http://schemas.microsoft.com/office/drawing/2014/main" val="748740410"/>
                    </a:ext>
                  </a:extLst>
                </a:gridCol>
                <a:gridCol w="1686609">
                  <a:extLst>
                    <a:ext uri="{9D8B030D-6E8A-4147-A177-3AD203B41FA5}">
                      <a16:colId xmlns:a16="http://schemas.microsoft.com/office/drawing/2014/main" val="2216867123"/>
                    </a:ext>
                  </a:extLst>
                </a:gridCol>
                <a:gridCol w="874663">
                  <a:extLst>
                    <a:ext uri="{9D8B030D-6E8A-4147-A177-3AD203B41FA5}">
                      <a16:colId xmlns:a16="http://schemas.microsoft.com/office/drawing/2014/main" val="3666419314"/>
                    </a:ext>
                  </a:extLst>
                </a:gridCol>
                <a:gridCol w="971848">
                  <a:extLst>
                    <a:ext uri="{9D8B030D-6E8A-4147-A177-3AD203B41FA5}">
                      <a16:colId xmlns:a16="http://schemas.microsoft.com/office/drawing/2014/main" val="3918193244"/>
                    </a:ext>
                  </a:extLst>
                </a:gridCol>
                <a:gridCol w="607405">
                  <a:extLst>
                    <a:ext uri="{9D8B030D-6E8A-4147-A177-3AD203B41FA5}">
                      <a16:colId xmlns:a16="http://schemas.microsoft.com/office/drawing/2014/main" val="1294709912"/>
                    </a:ext>
                  </a:extLst>
                </a:gridCol>
                <a:gridCol w="687507">
                  <a:extLst>
                    <a:ext uri="{9D8B030D-6E8A-4147-A177-3AD203B41FA5}">
                      <a16:colId xmlns:a16="http://schemas.microsoft.com/office/drawing/2014/main" val="843213715"/>
                    </a:ext>
                  </a:extLst>
                </a:gridCol>
                <a:gridCol w="583994">
                  <a:extLst>
                    <a:ext uri="{9D8B030D-6E8A-4147-A177-3AD203B41FA5}">
                      <a16:colId xmlns:a16="http://schemas.microsoft.com/office/drawing/2014/main" val="584425076"/>
                    </a:ext>
                  </a:extLst>
                </a:gridCol>
                <a:gridCol w="558813">
                  <a:extLst>
                    <a:ext uri="{9D8B030D-6E8A-4147-A177-3AD203B41FA5}">
                      <a16:colId xmlns:a16="http://schemas.microsoft.com/office/drawing/2014/main" val="2597476446"/>
                    </a:ext>
                  </a:extLst>
                </a:gridCol>
                <a:gridCol w="2194755">
                  <a:extLst>
                    <a:ext uri="{9D8B030D-6E8A-4147-A177-3AD203B41FA5}">
                      <a16:colId xmlns:a16="http://schemas.microsoft.com/office/drawing/2014/main" val="2079766198"/>
                    </a:ext>
                  </a:extLst>
                </a:gridCol>
              </a:tblGrid>
              <a:tr h="212560">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Item #</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Action</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Category</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Owner</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Issue Date</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Deadline</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Closed Date</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Status</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tc>
                  <a:txBody>
                    <a:bodyPr/>
                    <a:lstStyle/>
                    <a:p>
                      <a:pPr algn="l" rtl="0" fontAlgn="ctr"/>
                      <a:r>
                        <a:rPr lang="en-IN" sz="1200" b="1" i="0" u="none" strike="noStrike">
                          <a:solidFill>
                            <a:srgbClr val="FFFFFF"/>
                          </a:solidFill>
                          <a:effectLst/>
                          <a:highlight>
                            <a:srgbClr val="124191"/>
                          </a:highlight>
                          <a:latin typeface="Calibri" panose="020F0502020204030204" pitchFamily="34" charset="0"/>
                        </a:rPr>
                        <a:t>Remarks</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24191"/>
                    </a:solidFill>
                  </a:tcPr>
                </a:tc>
                <a:extLst>
                  <a:ext uri="{0D108BD9-81ED-4DB2-BD59-A6C34878D82A}">
                    <a16:rowId xmlns:a16="http://schemas.microsoft.com/office/drawing/2014/main" val="2269273880"/>
                  </a:ext>
                </a:extLst>
              </a:tr>
              <a:tr h="743959">
                <a:tc>
                  <a:txBody>
                    <a:bodyPr/>
                    <a:lstStyle/>
                    <a:p>
                      <a:pPr algn="ctr" fontAlgn="ctr"/>
                      <a:r>
                        <a:rPr lang="en-IN" sz="1200" b="0" i="0" u="none" strike="noStrike">
                          <a:solidFill>
                            <a:srgbClr val="000000"/>
                          </a:solidFill>
                          <a:effectLst/>
                          <a:highlight>
                            <a:srgbClr val="FFFFFF"/>
                          </a:highlight>
                          <a:latin typeface="Calibri" panose="020F0502020204030204" pitchFamily="34" charset="0"/>
                        </a:rPr>
                        <a:t>1</a:t>
                      </a:r>
                    </a:p>
                  </a:txBody>
                  <a:tcPr marL="3665"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FFFF"/>
                          </a:highlight>
                          <a:latin typeface="Calibri" panose="020F0502020204030204" pitchFamily="34" charset="0"/>
                        </a:rPr>
                        <a:t>PTA</a:t>
                      </a: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3665"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US"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30354016"/>
                  </a:ext>
                </a:extLst>
              </a:tr>
              <a:tr h="549723">
                <a:tc>
                  <a:txBody>
                    <a:bodyPr/>
                    <a:lstStyle/>
                    <a:p>
                      <a:pPr algn="ctr" fontAlgn="ctr"/>
                      <a:r>
                        <a:rPr lang="en-IN" sz="1200" b="0" i="0" u="none" strike="noStrike">
                          <a:solidFill>
                            <a:srgbClr val="000000"/>
                          </a:solidFill>
                          <a:effectLst/>
                          <a:highlight>
                            <a:srgbClr val="FFFFFF"/>
                          </a:highlight>
                          <a:latin typeface="Calibri" panose="020F0502020204030204" pitchFamily="34" charset="0"/>
                        </a:rPr>
                        <a:t>2</a:t>
                      </a:r>
                    </a:p>
                  </a:txBody>
                  <a:tcPr marL="3665"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US"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IN" sz="1200" b="0" i="0" u="none" strike="noStrike">
                        <a:solidFill>
                          <a:srgbClr val="000000"/>
                        </a:solidFill>
                        <a:effectLst/>
                        <a:highlight>
                          <a:srgbClr val="FFFFFF"/>
                        </a:highlight>
                        <a:latin typeface="Calibri" panose="020F0502020204030204" pitchFamily="34" charset="0"/>
                      </a:endParaRPr>
                    </a:p>
                  </a:txBody>
                  <a:tcPr marL="3665"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US" sz="1200" b="0" i="0" u="none" strike="noStrike">
                        <a:solidFill>
                          <a:srgbClr val="000000"/>
                        </a:solidFill>
                        <a:effectLst/>
                        <a:highlight>
                          <a:srgbClr val="FFFFFF"/>
                        </a:highlight>
                        <a:latin typeface="Calibri" panose="020F0502020204030204" pitchFamily="34" charset="0"/>
                      </a:endParaRPr>
                    </a:p>
                  </a:txBody>
                  <a:tcPr marL="54972" marR="3665" marT="36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26351375"/>
                  </a:ext>
                </a:extLst>
              </a:tr>
            </a:tbl>
          </a:graphicData>
        </a:graphic>
      </p:graphicFrame>
      <p:sp>
        <p:nvSpPr>
          <p:cNvPr id="6" name="TextBox 5">
            <a:extLst>
              <a:ext uri="{FF2B5EF4-FFF2-40B4-BE49-F238E27FC236}">
                <a16:creationId xmlns:a16="http://schemas.microsoft.com/office/drawing/2014/main" id="{D5545B23-BF87-1E35-FFFC-6D6C4B6DA814}"/>
              </a:ext>
            </a:extLst>
          </p:cNvPr>
          <p:cNvSpPr txBox="1"/>
          <p:nvPr/>
        </p:nvSpPr>
        <p:spPr>
          <a:xfrm>
            <a:off x="186537" y="1041415"/>
            <a:ext cx="8560615" cy="3939540"/>
          </a:xfrm>
          <a:prstGeom prst="rect">
            <a:avLst/>
          </a:prstGeom>
          <a:ln/>
        </p:spPr>
        <p:style>
          <a:lnRef idx="2">
            <a:schemeClr val="accent6"/>
          </a:lnRef>
          <a:fillRef idx="1">
            <a:schemeClr val="lt1"/>
          </a:fillRef>
          <a:effectRef idx="0">
            <a:schemeClr val="accent6"/>
          </a:effectRef>
          <a:fontRef idx="minor">
            <a:schemeClr val="dk1"/>
          </a:fontRef>
        </p:style>
        <p:txBody>
          <a:bodyPr wrap="square">
            <a:spAutoFit/>
          </a:bodyPr>
          <a:lstStyle/>
          <a:p>
            <a:r>
              <a:rPr lang="en-US" sz="1000">
                <a:solidFill>
                  <a:srgbClr val="001D47"/>
                </a:solidFill>
              </a:rPr>
              <a:t>Exec Summary</a:t>
            </a:r>
          </a:p>
          <a:p>
            <a:r>
              <a:rPr lang="en-US" sz="1000">
                <a:solidFill>
                  <a:srgbClr val="001D47"/>
                </a:solidFill>
              </a:rPr>
              <a:t>This opportunity (628) is 100% and PO expected early May. Scope: logical next step of integration and migration after CNF build and onboarding scope on KYANOS (618) whose execution has commenced. Migration strategy can be reused from other projects. Technically, solution is complex but familiar, and major risk is  resourcing.</a:t>
            </a:r>
          </a:p>
          <a:p>
            <a:endParaRPr lang="en-US" sz="1000">
              <a:solidFill>
                <a:srgbClr val="001D47"/>
              </a:solidFill>
            </a:endParaRPr>
          </a:p>
          <a:p>
            <a:r>
              <a:rPr lang="en-US" sz="1000">
                <a:solidFill>
                  <a:srgbClr val="001D47"/>
                </a:solidFill>
              </a:rPr>
              <a:t>Key Points &amp; Actions</a:t>
            </a:r>
          </a:p>
          <a:p>
            <a:r>
              <a:rPr lang="en-US" sz="1000">
                <a:solidFill>
                  <a:srgbClr val="001D47"/>
                </a:solidFill>
              </a:rPr>
              <a:t>1.	TCO is only delivery (May to July ’27) . Care scope will be separate. No upgrade planned during project. No HW, SW – only services.</a:t>
            </a:r>
          </a:p>
          <a:p>
            <a:r>
              <a:rPr lang="en-US" sz="1000">
                <a:solidFill>
                  <a:srgbClr val="001D47"/>
                </a:solidFill>
              </a:rPr>
              <a:t>2.	Solution is migration of SDL (VNF) to combined 4G and 5G SDL (CNF)</a:t>
            </a:r>
          </a:p>
          <a:p>
            <a:r>
              <a:rPr lang="en-US" sz="1000">
                <a:solidFill>
                  <a:srgbClr val="001D47"/>
                </a:solidFill>
              </a:rPr>
              <a:t>3.	CNF versions will be 24.7  / 25.7. </a:t>
            </a:r>
          </a:p>
          <a:p>
            <a:r>
              <a:rPr lang="en-US" sz="1000">
                <a:solidFill>
                  <a:srgbClr val="001D47"/>
                </a:solidFill>
              </a:rPr>
              <a:t>4.	Pre-C3s: 2 x  Deal breakers – committed. </a:t>
            </a:r>
          </a:p>
          <a:p>
            <a:r>
              <a:rPr lang="en-US" sz="1000">
                <a:solidFill>
                  <a:srgbClr val="001D47"/>
                </a:solidFill>
              </a:rPr>
              <a:t>5.	Total ~70M subs – 4G 45M 5G 24M; 55M subs will be migrated as part of other projects such as VOLTE. 623 will involve migration of 15M 5G subscribers</a:t>
            </a:r>
          </a:p>
          <a:p>
            <a:r>
              <a:rPr lang="en-US" sz="1000">
                <a:solidFill>
                  <a:srgbClr val="001D47"/>
                </a:solidFill>
              </a:rPr>
              <a:t>6.	Migration – no separate tool will be used. As used in other projects, SDL Proxy Migration Feature will be used.</a:t>
            </a:r>
          </a:p>
          <a:p>
            <a:r>
              <a:rPr lang="en-US" sz="1000">
                <a:solidFill>
                  <a:srgbClr val="001D47"/>
                </a:solidFill>
              </a:rPr>
              <a:t>7.	No security requirements. Perf testing will be performed by customer</a:t>
            </a:r>
          </a:p>
          <a:p>
            <a:r>
              <a:rPr lang="en-US" sz="1000">
                <a:solidFill>
                  <a:srgbClr val="001D47"/>
                </a:solidFill>
              </a:rPr>
              <a:t>8.	Tests for acceptance – existing 4G/5G services. </a:t>
            </a:r>
          </a:p>
          <a:p>
            <a:r>
              <a:rPr lang="en-US" sz="1000">
                <a:solidFill>
                  <a:srgbClr val="001D47"/>
                </a:solidFill>
              </a:rPr>
              <a:t>9.	Services :</a:t>
            </a:r>
          </a:p>
          <a:p>
            <a:r>
              <a:rPr lang="en-US" sz="1000">
                <a:solidFill>
                  <a:srgbClr val="001D47"/>
                </a:solidFill>
              </a:rPr>
              <a:t>a.	Onsite and offsite resources used to cater for onsite JP speaking resources and MOPs in Japanese for KDDI to cater for this very complex program</a:t>
            </a:r>
          </a:p>
          <a:p>
            <a:r>
              <a:rPr lang="en-US" sz="1000">
                <a:solidFill>
                  <a:srgbClr val="001D47"/>
                </a:solidFill>
              </a:rPr>
              <a:t>b.	Issue : Resource issue flagged  for both market and domains which is heavily impacting 618 and now also a heavy risk for 623</a:t>
            </a:r>
          </a:p>
          <a:p>
            <a:r>
              <a:rPr lang="en-US" sz="1000">
                <a:solidFill>
                  <a:srgbClr val="001D47"/>
                </a:solidFill>
              </a:rPr>
              <a:t>c.	Forecast resources required in the system - @Kunio Ikawa (Nokia) @Rahul 12. Kumar (Nokia) @Yi-Chen Chiu (Nokia) @Carlos Gonzalez de Requena Farr (Nokia)</a:t>
            </a:r>
          </a:p>
          <a:p>
            <a:r>
              <a:rPr lang="en-US" sz="1000">
                <a:solidFill>
                  <a:srgbClr val="001D47"/>
                </a:solidFill>
              </a:rPr>
              <a:t>10.	Migration – 2M duration taken . strategy from existing projects to be reused</a:t>
            </a:r>
          </a:p>
          <a:p>
            <a:r>
              <a:rPr lang="en-US" sz="1000">
                <a:solidFill>
                  <a:srgbClr val="001D47"/>
                </a:solidFill>
              </a:rPr>
              <a:t>11.	Standard TSD &amp; SSD not used – review the ppt and feedback on key contractual clauses to be incorporated in the slide pack - @ThienMing Foo (Nokia)</a:t>
            </a:r>
          </a:p>
          <a:p>
            <a:endParaRPr lang="en-US" sz="1000">
              <a:solidFill>
                <a:srgbClr val="001D47"/>
              </a:solidFill>
            </a:endParaRPr>
          </a:p>
        </p:txBody>
      </p:sp>
      <p:sp>
        <p:nvSpPr>
          <p:cNvPr id="3" name="Text Placeholder 1">
            <a:extLst>
              <a:ext uri="{FF2B5EF4-FFF2-40B4-BE49-F238E27FC236}">
                <a16:creationId xmlns:a16="http://schemas.microsoft.com/office/drawing/2014/main" id="{46989025-B717-F448-0BDF-6B93C192984C}"/>
              </a:ext>
            </a:extLst>
          </p:cNvPr>
          <p:cNvSpPr txBox="1">
            <a:spLocks/>
          </p:cNvSpPr>
          <p:nvPr/>
        </p:nvSpPr>
        <p:spPr>
          <a:xfrm rot="19876514">
            <a:off x="-358443" y="2412261"/>
            <a:ext cx="8911893" cy="318977"/>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240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GB">
                <a:highlight>
                  <a:srgbClr val="FFFF00"/>
                </a:highlight>
              </a:rPr>
              <a:t>Project Readiness Assessment (PRA) Actions has been completed.</a:t>
            </a:r>
          </a:p>
        </p:txBody>
      </p:sp>
    </p:spTree>
    <p:extLst>
      <p:ext uri="{BB962C8B-B14F-4D97-AF65-F5344CB8AC3E}">
        <p14:creationId xmlns:p14="http://schemas.microsoft.com/office/powerpoint/2010/main" val="3139744768"/>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309C89-8841-BEDE-938E-4DD254804C8A}"/>
              </a:ext>
            </a:extLst>
          </p:cNvPr>
          <p:cNvSpPr>
            <a:spLocks noGrp="1"/>
          </p:cNvSpPr>
          <p:nvPr>
            <p:ph type="body" sz="quarter" idx="12"/>
          </p:nvPr>
        </p:nvSpPr>
        <p:spPr>
          <a:xfrm>
            <a:off x="106704" y="0"/>
            <a:ext cx="8308800" cy="340654"/>
          </a:xfrm>
        </p:spPr>
        <p:txBody>
          <a:bodyPr/>
          <a:lstStyle/>
          <a:p>
            <a:r>
              <a:rPr lang="en-US"/>
              <a:t>Next 20-day plan and deliverables</a:t>
            </a:r>
            <a:endParaRPr lang="en-IN"/>
          </a:p>
        </p:txBody>
      </p:sp>
      <p:sp>
        <p:nvSpPr>
          <p:cNvPr id="4" name="Footer Placeholder 3">
            <a:extLst>
              <a:ext uri="{FF2B5EF4-FFF2-40B4-BE49-F238E27FC236}">
                <a16:creationId xmlns:a16="http://schemas.microsoft.com/office/drawing/2014/main" id="{992B818C-6BED-D03E-0E9C-AD622273E25F}"/>
              </a:ext>
            </a:extLst>
          </p:cNvPr>
          <p:cNvSpPr>
            <a:spLocks noGrp="1"/>
          </p:cNvSpPr>
          <p:nvPr>
            <p:ph type="ftr" sz="quarter" idx="3"/>
          </p:nvPr>
        </p:nvSpPr>
        <p:spPr/>
        <p:txBody>
          <a:bodyPr/>
          <a:lstStyle/>
          <a:p>
            <a:r>
              <a:rPr lang="en-US"/>
              <a:t>Nokia internal use</a:t>
            </a:r>
          </a:p>
        </p:txBody>
      </p:sp>
      <p:sp>
        <p:nvSpPr>
          <p:cNvPr id="5" name="TextBox 4">
            <a:extLst>
              <a:ext uri="{FF2B5EF4-FFF2-40B4-BE49-F238E27FC236}">
                <a16:creationId xmlns:a16="http://schemas.microsoft.com/office/drawing/2014/main" id="{5DB65087-F405-5921-0D51-6020442FF24D}"/>
              </a:ext>
            </a:extLst>
          </p:cNvPr>
          <p:cNvSpPr txBox="1"/>
          <p:nvPr/>
        </p:nvSpPr>
        <p:spPr>
          <a:xfrm>
            <a:off x="106704" y="621792"/>
            <a:ext cx="8202168" cy="210312"/>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400" b="1" i="0" u="none" strike="noStrike" kern="1200" cap="none" spc="0" normalizeH="0" baseline="0" noProof="0">
                <a:ln>
                  <a:noFill/>
                </a:ln>
                <a:solidFill>
                  <a:schemeClr val="tx2"/>
                </a:solidFill>
                <a:effectLst/>
                <a:uLnTx/>
                <a:uFillTx/>
                <a:latin typeface="Nokia Pure Text Light"/>
                <a:ea typeface="+mn-ea"/>
                <a:cs typeface="+mn-cs"/>
              </a:rPr>
              <a:t>Key Actions</a:t>
            </a:r>
            <a:endParaRPr kumimoji="0" lang="en-IN" sz="1400" b="1" i="0" u="none" strike="noStrike" kern="1200" cap="none" spc="0" normalizeH="0" baseline="0" noProof="0">
              <a:ln>
                <a:noFill/>
              </a:ln>
              <a:solidFill>
                <a:schemeClr val="tx2"/>
              </a:solidFill>
              <a:effectLst/>
              <a:uLnTx/>
              <a:uFillTx/>
              <a:latin typeface="Nokia Pure Text Light"/>
              <a:ea typeface="+mn-ea"/>
              <a:cs typeface="+mn-cs"/>
            </a:endParaRPr>
          </a:p>
        </p:txBody>
      </p:sp>
      <p:graphicFrame>
        <p:nvGraphicFramePr>
          <p:cNvPr id="6" name="Table 5">
            <a:extLst>
              <a:ext uri="{FF2B5EF4-FFF2-40B4-BE49-F238E27FC236}">
                <a16:creationId xmlns:a16="http://schemas.microsoft.com/office/drawing/2014/main" id="{7CF05560-66EA-234F-6AA2-DB281C2FB3D0}"/>
              </a:ext>
            </a:extLst>
          </p:cNvPr>
          <p:cNvGraphicFramePr>
            <a:graphicFrameLocks noGrp="1"/>
          </p:cNvGraphicFramePr>
          <p:nvPr>
            <p:extLst>
              <p:ext uri="{D42A27DB-BD31-4B8C-83A1-F6EECF244321}">
                <p14:modId xmlns:p14="http://schemas.microsoft.com/office/powerpoint/2010/main" val="3124512617"/>
              </p:ext>
            </p:extLst>
          </p:nvPr>
        </p:nvGraphicFramePr>
        <p:xfrm>
          <a:off x="188582" y="1016650"/>
          <a:ext cx="8308799" cy="1689046"/>
        </p:xfrm>
        <a:graphic>
          <a:graphicData uri="http://schemas.openxmlformats.org/drawingml/2006/table">
            <a:tbl>
              <a:tblPr firstRow="1" bandRow="1">
                <a:tableStyleId>{5C22544A-7EE6-4342-B048-85BDC9FD1C3A}</a:tableStyleId>
              </a:tblPr>
              <a:tblGrid>
                <a:gridCol w="326316">
                  <a:extLst>
                    <a:ext uri="{9D8B030D-6E8A-4147-A177-3AD203B41FA5}">
                      <a16:colId xmlns:a16="http://schemas.microsoft.com/office/drawing/2014/main" val="3859367790"/>
                    </a:ext>
                  </a:extLst>
                </a:gridCol>
                <a:gridCol w="5968198">
                  <a:extLst>
                    <a:ext uri="{9D8B030D-6E8A-4147-A177-3AD203B41FA5}">
                      <a16:colId xmlns:a16="http://schemas.microsoft.com/office/drawing/2014/main" val="20000"/>
                    </a:ext>
                  </a:extLst>
                </a:gridCol>
                <a:gridCol w="1069848">
                  <a:extLst>
                    <a:ext uri="{9D8B030D-6E8A-4147-A177-3AD203B41FA5}">
                      <a16:colId xmlns:a16="http://schemas.microsoft.com/office/drawing/2014/main" val="20001"/>
                    </a:ext>
                  </a:extLst>
                </a:gridCol>
                <a:gridCol w="944437">
                  <a:extLst>
                    <a:ext uri="{9D8B030D-6E8A-4147-A177-3AD203B41FA5}">
                      <a16:colId xmlns:a16="http://schemas.microsoft.com/office/drawing/2014/main" val="20002"/>
                    </a:ext>
                  </a:extLst>
                </a:gridCol>
              </a:tblGrid>
              <a:tr h="331389">
                <a:tc>
                  <a:txBody>
                    <a:bodyPr/>
                    <a:lstStyle/>
                    <a:p>
                      <a:r>
                        <a:rPr lang="en-US" sz="9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10000"/>
                  </a:ext>
                </a:extLst>
              </a:tr>
              <a:tr h="260377">
                <a:tc>
                  <a:txBody>
                    <a:bodyPr/>
                    <a:lstStyle/>
                    <a:p>
                      <a:r>
                        <a:rPr lang="en-US" sz="1000" b="0">
                          <a:solidFill>
                            <a:schemeClr val="tx2">
                              <a:lumMod val="90000"/>
                              <a:lumOff val="10000"/>
                            </a:schemeClr>
                          </a:solidFill>
                          <a:latin typeface="+mj-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a:solidFill>
                            <a:schemeClr val="tx2">
                              <a:lumMod val="90000"/>
                              <a:lumOff val="10000"/>
                            </a:schemeClr>
                          </a:solidFill>
                          <a:latin typeface="+mj-lt"/>
                        </a:rPr>
                        <a:t>Internal project kickoff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a:solidFill>
                            <a:schemeClr val="tx2">
                              <a:lumMod val="90000"/>
                              <a:lumOff val="10000"/>
                            </a:schemeClr>
                          </a:solidFill>
                          <a:latin typeface="+mj-lt"/>
                        </a:rPr>
                        <a:t>Ikawa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a:solidFill>
                            <a:schemeClr val="tx2">
                              <a:lumMod val="90000"/>
                              <a:lumOff val="10000"/>
                            </a:schemeClr>
                          </a:solidFill>
                          <a:latin typeface="+mj-lt"/>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0377">
                <a:tc>
                  <a:txBody>
                    <a:bodyPr/>
                    <a:lstStyle/>
                    <a:p>
                      <a:r>
                        <a:rPr lang="en-US" sz="1000" b="0" kern="1200">
                          <a:solidFill>
                            <a:schemeClr val="tx2">
                              <a:lumMod val="90000"/>
                              <a:lumOff val="10000"/>
                            </a:schemeClr>
                          </a:solidFill>
                          <a:latin typeface="+mj-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HLD / v lab LLD design start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a:solidFill>
                            <a:schemeClr val="tx2">
                              <a:lumMod val="90000"/>
                              <a:lumOff val="10000"/>
                            </a:schemeClr>
                          </a:solidFill>
                          <a:latin typeface="+mj-lt"/>
                        </a:rPr>
                        <a:t>Each NF 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Design fixed target : 7/25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0377">
                <a:tc>
                  <a:txBody>
                    <a:bodyPr/>
                    <a:lstStyle/>
                    <a:p>
                      <a:r>
                        <a:rPr lang="en-US" sz="1000" b="0" kern="1200">
                          <a:solidFill>
                            <a:schemeClr val="tx2">
                              <a:lumMod val="90000"/>
                              <a:lumOff val="10000"/>
                            </a:schemeClr>
                          </a:solidFill>
                          <a:latin typeface="+mj-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Project preparation (WBS, </a:t>
                      </a:r>
                      <a:r>
                        <a:rPr lang="en-US" sz="1000" b="0" kern="1200" err="1">
                          <a:solidFill>
                            <a:schemeClr val="tx2">
                              <a:lumMod val="90000"/>
                              <a:lumOff val="10000"/>
                            </a:schemeClr>
                          </a:solidFill>
                          <a:latin typeface="+mj-lt"/>
                          <a:ea typeface="+mn-ea"/>
                          <a:cs typeface="+mn-cs"/>
                        </a:rPr>
                        <a:t>SvO</a:t>
                      </a:r>
                      <a:r>
                        <a:rPr lang="en-US" sz="1000" b="0" kern="1200">
                          <a:solidFill>
                            <a:schemeClr val="tx2">
                              <a:lumMod val="90000"/>
                              <a:lumOff val="10000"/>
                            </a:schemeClr>
                          </a:solidFill>
                          <a:latin typeface="+mj-lt"/>
                          <a:ea typeface="+mn-ea"/>
                          <a:cs typeface="+mn-cs"/>
                        </a:rPr>
                        <a:t>, PJ tool, PMAT)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a:solidFill>
                            <a:schemeClr val="tx2">
                              <a:lumMod val="90000"/>
                              <a:lumOff val="10000"/>
                            </a:schemeClr>
                          </a:solidFill>
                          <a:latin typeface="+mj-lt"/>
                        </a:rPr>
                        <a:t>MS : Muto</a:t>
                      </a:r>
                    </a:p>
                    <a:p>
                      <a:r>
                        <a:rPr lang="en-US" sz="1000" b="0">
                          <a:solidFill>
                            <a:schemeClr val="tx2">
                              <a:lumMod val="90000"/>
                              <a:lumOff val="10000"/>
                            </a:schemeClr>
                          </a:solidFill>
                          <a:latin typeface="+mj-lt"/>
                        </a:rPr>
                        <a:t>SSP : Rahul, Sushil</a:t>
                      </a:r>
                    </a:p>
                    <a:p>
                      <a:r>
                        <a:rPr lang="en-US" sz="1000" b="0">
                          <a:solidFill>
                            <a:schemeClr val="tx2">
                              <a:lumMod val="90000"/>
                              <a:lumOff val="10000"/>
                            </a:schemeClr>
                          </a:solidFill>
                          <a:latin typeface="+mj-lt"/>
                        </a:rPr>
                        <a:t>CI : </a:t>
                      </a:r>
                      <a:r>
                        <a:rPr lang="en-US" sz="1000" b="0" err="1">
                          <a:solidFill>
                            <a:schemeClr val="tx2">
                              <a:lumMod val="90000"/>
                              <a:lumOff val="10000"/>
                            </a:schemeClr>
                          </a:solidFill>
                          <a:latin typeface="+mj-lt"/>
                        </a:rPr>
                        <a:t>Yi-chen</a:t>
                      </a:r>
                      <a:endParaRPr lang="en-US" sz="1000" b="0">
                        <a:solidFill>
                          <a:schemeClr val="tx2">
                            <a:lumMod val="90000"/>
                            <a:lumOff val="10000"/>
                          </a:schemeClr>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TBU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8904401"/>
                  </a:ext>
                </a:extLst>
              </a:tr>
            </a:tbl>
          </a:graphicData>
        </a:graphic>
      </p:graphicFrame>
      <p:sp>
        <p:nvSpPr>
          <p:cNvPr id="7" name="TextBox 6">
            <a:extLst>
              <a:ext uri="{FF2B5EF4-FFF2-40B4-BE49-F238E27FC236}">
                <a16:creationId xmlns:a16="http://schemas.microsoft.com/office/drawing/2014/main" id="{33F2BBE2-8EC5-9173-4487-62D0B59DF7D8}"/>
              </a:ext>
            </a:extLst>
          </p:cNvPr>
          <p:cNvSpPr txBox="1"/>
          <p:nvPr/>
        </p:nvSpPr>
        <p:spPr>
          <a:xfrm>
            <a:off x="106704" y="2497875"/>
            <a:ext cx="8202168" cy="210312"/>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400" b="1" i="0" u="none" strike="noStrike" kern="1200" cap="none" spc="0" normalizeH="0" baseline="0" noProof="0">
                <a:ln>
                  <a:noFill/>
                </a:ln>
                <a:solidFill>
                  <a:schemeClr val="tx2"/>
                </a:solidFill>
                <a:effectLst/>
                <a:uLnTx/>
                <a:uFillTx/>
                <a:latin typeface="Nokia Pure Text Light"/>
                <a:ea typeface="+mn-ea"/>
                <a:cs typeface="+mn-cs"/>
              </a:rPr>
              <a:t>Key Deliverables</a:t>
            </a:r>
            <a:endParaRPr kumimoji="0" lang="en-IN" sz="1400" b="1" i="0" u="none" strike="noStrike" kern="1200" cap="none" spc="0" normalizeH="0" baseline="0" noProof="0">
              <a:ln>
                <a:noFill/>
              </a:ln>
              <a:solidFill>
                <a:schemeClr val="tx2"/>
              </a:solidFill>
              <a:effectLst/>
              <a:uLnTx/>
              <a:uFillTx/>
              <a:latin typeface="Nokia Pure Text Light"/>
              <a:ea typeface="+mn-ea"/>
              <a:cs typeface="+mn-cs"/>
            </a:endParaRPr>
          </a:p>
        </p:txBody>
      </p:sp>
      <p:graphicFrame>
        <p:nvGraphicFramePr>
          <p:cNvPr id="8" name="Table 7">
            <a:extLst>
              <a:ext uri="{FF2B5EF4-FFF2-40B4-BE49-F238E27FC236}">
                <a16:creationId xmlns:a16="http://schemas.microsoft.com/office/drawing/2014/main" id="{35EBB8F1-A403-A554-690D-56DB4B8352A1}"/>
              </a:ext>
            </a:extLst>
          </p:cNvPr>
          <p:cNvGraphicFramePr>
            <a:graphicFrameLocks noGrp="1"/>
          </p:cNvGraphicFramePr>
          <p:nvPr>
            <p:extLst>
              <p:ext uri="{D42A27DB-BD31-4B8C-83A1-F6EECF244321}">
                <p14:modId xmlns:p14="http://schemas.microsoft.com/office/powerpoint/2010/main" val="1296721295"/>
              </p:ext>
            </p:extLst>
          </p:nvPr>
        </p:nvGraphicFramePr>
        <p:xfrm>
          <a:off x="188582" y="2805166"/>
          <a:ext cx="8308799" cy="1123869"/>
        </p:xfrm>
        <a:graphic>
          <a:graphicData uri="http://schemas.openxmlformats.org/drawingml/2006/table">
            <a:tbl>
              <a:tblPr firstRow="1" bandRow="1">
                <a:tableStyleId>{5C22544A-7EE6-4342-B048-85BDC9FD1C3A}</a:tableStyleId>
              </a:tblPr>
              <a:tblGrid>
                <a:gridCol w="326316">
                  <a:extLst>
                    <a:ext uri="{9D8B030D-6E8A-4147-A177-3AD203B41FA5}">
                      <a16:colId xmlns:a16="http://schemas.microsoft.com/office/drawing/2014/main" val="3859367790"/>
                    </a:ext>
                  </a:extLst>
                </a:gridCol>
                <a:gridCol w="5968198">
                  <a:extLst>
                    <a:ext uri="{9D8B030D-6E8A-4147-A177-3AD203B41FA5}">
                      <a16:colId xmlns:a16="http://schemas.microsoft.com/office/drawing/2014/main" val="20000"/>
                    </a:ext>
                  </a:extLst>
                </a:gridCol>
                <a:gridCol w="1069848">
                  <a:extLst>
                    <a:ext uri="{9D8B030D-6E8A-4147-A177-3AD203B41FA5}">
                      <a16:colId xmlns:a16="http://schemas.microsoft.com/office/drawing/2014/main" val="20001"/>
                    </a:ext>
                  </a:extLst>
                </a:gridCol>
                <a:gridCol w="944437">
                  <a:extLst>
                    <a:ext uri="{9D8B030D-6E8A-4147-A177-3AD203B41FA5}">
                      <a16:colId xmlns:a16="http://schemas.microsoft.com/office/drawing/2014/main" val="20002"/>
                    </a:ext>
                  </a:extLst>
                </a:gridCol>
              </a:tblGrid>
              <a:tr h="331389">
                <a:tc>
                  <a:txBody>
                    <a:bodyPr/>
                    <a:lstStyle/>
                    <a:p>
                      <a:r>
                        <a:rPr lang="en-US" sz="900">
                          <a:latin typeface="+mj-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latin typeface="+mj-lt"/>
                        </a:rPr>
                        <a:t>Deliverable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latin typeface="+mj-lt"/>
                        </a:rPr>
                        <a:t>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latin typeface="+mj-lt"/>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10000"/>
                  </a:ext>
                </a:extLst>
              </a:tr>
              <a:tr h="260377">
                <a:tc>
                  <a:txBody>
                    <a:bodyPr/>
                    <a:lstStyle/>
                    <a:p>
                      <a:r>
                        <a:rPr lang="en-US" sz="1000" b="0" kern="1200">
                          <a:solidFill>
                            <a:schemeClr val="tx2">
                              <a:lumMod val="90000"/>
                              <a:lumOff val="10000"/>
                            </a:schemeClr>
                          </a:solidFill>
                          <a:latin typeface="+mj-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HLD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a:solidFill>
                            <a:schemeClr val="tx2">
                              <a:lumMod val="90000"/>
                              <a:lumOff val="10000"/>
                            </a:schemeClr>
                          </a:solidFill>
                          <a:latin typeface="+mj-lt"/>
                        </a:rPr>
                        <a:t>Each NF 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Design fixed target : 7/25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0377">
                <a:tc>
                  <a:txBody>
                    <a:bodyPr/>
                    <a:lstStyle/>
                    <a:p>
                      <a:r>
                        <a:rPr lang="en-US" sz="1000" b="0" kern="1200">
                          <a:solidFill>
                            <a:schemeClr val="tx2">
                              <a:lumMod val="90000"/>
                              <a:lumOff val="10000"/>
                            </a:schemeClr>
                          </a:solidFill>
                          <a:latin typeface="+mj-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V lab LLD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a:solidFill>
                            <a:schemeClr val="tx2">
                              <a:lumMod val="90000"/>
                              <a:lumOff val="10000"/>
                            </a:schemeClr>
                          </a:solidFill>
                          <a:latin typeface="+mj-lt"/>
                        </a:rPr>
                        <a:t>Each NF 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0" kern="1200">
                          <a:solidFill>
                            <a:schemeClr val="tx2">
                              <a:lumMod val="90000"/>
                              <a:lumOff val="10000"/>
                            </a:schemeClr>
                          </a:solidFill>
                          <a:latin typeface="+mj-lt"/>
                          <a:ea typeface="+mn-ea"/>
                          <a:cs typeface="+mn-cs"/>
                        </a:rPr>
                        <a:t>Design fixed target : 7/25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8904401"/>
                  </a:ext>
                </a:extLst>
              </a:tr>
            </a:tbl>
          </a:graphicData>
        </a:graphic>
      </p:graphicFrame>
    </p:spTree>
    <p:extLst>
      <p:ext uri="{BB962C8B-B14F-4D97-AF65-F5344CB8AC3E}">
        <p14:creationId xmlns:p14="http://schemas.microsoft.com/office/powerpoint/2010/main" val="21159587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533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994657E-28A2-4170-8AAC-43484CF4C9FF}"/>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3" name="Object 2" hidden="1">
                        <a:extLst>
                          <a:ext uri="{FF2B5EF4-FFF2-40B4-BE49-F238E27FC236}">
                            <a16:creationId xmlns:a16="http://schemas.microsoft.com/office/drawing/2014/main" id="{7994657E-28A2-4170-8AAC-43484CF4C9FF}"/>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DE276F27-78C2-7601-B034-5E0FE7D9D99D}"/>
              </a:ext>
            </a:extLst>
          </p:cNvPr>
          <p:cNvSpPr>
            <a:spLocks noGrp="1"/>
          </p:cNvSpPr>
          <p:nvPr>
            <p:ph type="body" sz="quarter" idx="12"/>
          </p:nvPr>
        </p:nvSpPr>
        <p:spPr>
          <a:xfrm>
            <a:off x="160023" y="53418"/>
            <a:ext cx="8308800" cy="340654"/>
          </a:xfrm>
        </p:spPr>
        <p:txBody>
          <a:bodyPr>
            <a:normAutofit lnSpcReduction="10000"/>
          </a:bodyPr>
          <a:lstStyle/>
          <a:p>
            <a:r>
              <a:rPr lang="en-US"/>
              <a:t>Agenda</a:t>
            </a:r>
          </a:p>
        </p:txBody>
      </p:sp>
      <p:sp>
        <p:nvSpPr>
          <p:cNvPr id="7" name="Footer Placeholder 6">
            <a:extLst>
              <a:ext uri="{FF2B5EF4-FFF2-40B4-BE49-F238E27FC236}">
                <a16:creationId xmlns:a16="http://schemas.microsoft.com/office/drawing/2014/main" id="{EDDABFBA-044F-3118-52D4-8F3EFAC890A8}"/>
              </a:ext>
            </a:extLst>
          </p:cNvPr>
          <p:cNvSpPr>
            <a:spLocks noGrp="1"/>
          </p:cNvSpPr>
          <p:nvPr>
            <p:ph type="ftr" sz="quarter" idx="3"/>
          </p:nvPr>
        </p:nvSpPr>
        <p:spPr/>
        <p:txBody>
          <a:bodyPr/>
          <a:lstStyle/>
          <a:p>
            <a:r>
              <a:rPr lang="en-US"/>
              <a:t>Nokia Internal Use</a:t>
            </a:r>
          </a:p>
        </p:txBody>
      </p:sp>
      <p:sp>
        <p:nvSpPr>
          <p:cNvPr id="8" name="TextBox 7">
            <a:extLst>
              <a:ext uri="{FF2B5EF4-FFF2-40B4-BE49-F238E27FC236}">
                <a16:creationId xmlns:a16="http://schemas.microsoft.com/office/drawing/2014/main" id="{D94CB1C1-969F-E6F6-9D50-ECEC2130915F}"/>
              </a:ext>
            </a:extLst>
          </p:cNvPr>
          <p:cNvSpPr txBox="1"/>
          <p:nvPr/>
        </p:nvSpPr>
        <p:spPr>
          <a:xfrm>
            <a:off x="805709" y="641154"/>
            <a:ext cx="7663114" cy="3970318"/>
          </a:xfrm>
          <a:prstGeom prst="rect">
            <a:avLst/>
          </a:prstGeom>
          <a:noFill/>
          <a:ln>
            <a:noFill/>
          </a:ln>
        </p:spPr>
        <p:txBody>
          <a:bodyPr wrap="square">
            <a:spAutoFit/>
          </a:bodyPr>
          <a:lstStyle/>
          <a:p>
            <a:pPr marL="342900" indent="-342900">
              <a:buFont typeface="+mj-lt"/>
              <a:buAutoNum type="arabicPeriod"/>
            </a:pPr>
            <a:r>
              <a:rPr lang="en-IN" sz="1400">
                <a:solidFill>
                  <a:srgbClr val="002060"/>
                </a:solidFill>
              </a:rPr>
              <a:t>Project Context and Background – Customer &amp; Nokia</a:t>
            </a:r>
          </a:p>
          <a:p>
            <a:pPr marL="342900" indent="-342900">
              <a:buFont typeface="+mj-lt"/>
              <a:buAutoNum type="arabicPeriod"/>
            </a:pPr>
            <a:r>
              <a:rPr lang="en-IN" sz="1400">
                <a:solidFill>
                  <a:srgbClr val="002060"/>
                </a:solidFill>
              </a:rPr>
              <a:t>Scope – HW, SW &amp; Services – Nokia and any 3</a:t>
            </a:r>
            <a:r>
              <a:rPr lang="en-IN" sz="1400" baseline="30000">
                <a:solidFill>
                  <a:srgbClr val="002060"/>
                </a:solidFill>
              </a:rPr>
              <a:t>rd </a:t>
            </a:r>
            <a:r>
              <a:rPr lang="en-IN" sz="1400">
                <a:solidFill>
                  <a:srgbClr val="002060"/>
                </a:solidFill>
              </a:rPr>
              <a:t>Party</a:t>
            </a:r>
          </a:p>
          <a:p>
            <a:pPr marL="342900" indent="-342900">
              <a:buFont typeface="+mj-lt"/>
              <a:buAutoNum type="arabicPeriod"/>
            </a:pPr>
            <a:r>
              <a:rPr lang="en-IN" sz="1400">
                <a:solidFill>
                  <a:srgbClr val="002060"/>
                </a:solidFill>
              </a:rPr>
              <a:t>Key Requirements, Use Cases and Solution</a:t>
            </a:r>
          </a:p>
          <a:p>
            <a:pPr marL="342900" indent="-342900">
              <a:buFont typeface="+mj-lt"/>
              <a:buAutoNum type="arabicPeriod"/>
            </a:pPr>
            <a:r>
              <a:rPr lang="en-IN" sz="1400">
                <a:solidFill>
                  <a:srgbClr val="002060"/>
                </a:solidFill>
              </a:rPr>
              <a:t>Project Organisation</a:t>
            </a:r>
          </a:p>
          <a:p>
            <a:pPr marL="342900" indent="-342900">
              <a:buFont typeface="+mj-lt"/>
              <a:buAutoNum type="arabicPeriod"/>
            </a:pPr>
            <a:r>
              <a:rPr lang="en-IN" sz="1400">
                <a:solidFill>
                  <a:srgbClr val="002060"/>
                </a:solidFill>
              </a:rPr>
              <a:t>Project Plan and Critical Path</a:t>
            </a:r>
          </a:p>
          <a:p>
            <a:pPr marL="342900" indent="-342900">
              <a:buFont typeface="+mj-lt"/>
              <a:buAutoNum type="arabicPeriod"/>
            </a:pPr>
            <a:r>
              <a:rPr lang="en-IN" sz="1400">
                <a:solidFill>
                  <a:srgbClr val="002060"/>
                </a:solidFill>
              </a:rPr>
              <a:t>Acceptance Process </a:t>
            </a:r>
          </a:p>
          <a:p>
            <a:pPr marL="342900" indent="-342900">
              <a:buFont typeface="+mj-lt"/>
              <a:buAutoNum type="arabicPeriod"/>
            </a:pPr>
            <a:r>
              <a:rPr lang="en-IN" sz="1400">
                <a:solidFill>
                  <a:srgbClr val="002060"/>
                </a:solidFill>
              </a:rPr>
              <a:t>Milestone Table – Milestones , Criteria, Payment &amp; Revenue recognition</a:t>
            </a:r>
          </a:p>
          <a:p>
            <a:pPr marL="342900" indent="-342900">
              <a:buFont typeface="+mj-lt"/>
              <a:buAutoNum type="arabicPeriod"/>
            </a:pPr>
            <a:r>
              <a:rPr lang="en-IN" sz="1400">
                <a:solidFill>
                  <a:srgbClr val="002060"/>
                </a:solidFill>
              </a:rPr>
              <a:t>Share of Responsibility  – Customer vs Nokia, Nokia Internal, Nokia vs Supplier</a:t>
            </a:r>
          </a:p>
          <a:p>
            <a:pPr marL="342900" indent="-342900">
              <a:buFont typeface="+mj-lt"/>
              <a:buAutoNum type="arabicPeriod"/>
            </a:pPr>
            <a:r>
              <a:rPr lang="en-IN" sz="1400">
                <a:solidFill>
                  <a:srgbClr val="002060"/>
                </a:solidFill>
              </a:rPr>
              <a:t>Cost Baseline</a:t>
            </a:r>
          </a:p>
          <a:p>
            <a:pPr marL="342900" indent="-342900">
              <a:buFont typeface="+mj-lt"/>
              <a:buAutoNum type="arabicPeriod"/>
            </a:pPr>
            <a:r>
              <a:rPr lang="en-IN" sz="1400">
                <a:solidFill>
                  <a:srgbClr val="002060"/>
                </a:solidFill>
              </a:rPr>
              <a:t>Key Document Deliverables</a:t>
            </a:r>
          </a:p>
          <a:p>
            <a:pPr marL="342900" indent="-342900">
              <a:buFont typeface="+mj-lt"/>
              <a:buAutoNum type="arabicPeriod"/>
            </a:pPr>
            <a:r>
              <a:rPr lang="en-IN" sz="1400">
                <a:solidFill>
                  <a:srgbClr val="002060"/>
                </a:solidFill>
              </a:rPr>
              <a:t>3</a:t>
            </a:r>
            <a:r>
              <a:rPr lang="en-IN" sz="1400" baseline="30000">
                <a:solidFill>
                  <a:srgbClr val="002060"/>
                </a:solidFill>
              </a:rPr>
              <a:t>rd</a:t>
            </a:r>
            <a:r>
              <a:rPr lang="en-IN" sz="1400">
                <a:solidFill>
                  <a:srgbClr val="002060"/>
                </a:solidFill>
              </a:rPr>
              <a:t> Party Scope &amp; Milestone</a:t>
            </a:r>
          </a:p>
          <a:p>
            <a:pPr marL="342900" indent="-342900">
              <a:buFont typeface="+mj-lt"/>
              <a:buAutoNum type="arabicPeriod"/>
            </a:pPr>
            <a:r>
              <a:rPr lang="en-IN" sz="1400">
                <a:solidFill>
                  <a:srgbClr val="002060"/>
                </a:solidFill>
              </a:rPr>
              <a:t>Logistics for HW Shipment</a:t>
            </a:r>
          </a:p>
          <a:p>
            <a:pPr marL="342900" indent="-342900">
              <a:buFont typeface="+mj-lt"/>
              <a:buAutoNum type="arabicPeriod"/>
            </a:pPr>
            <a:r>
              <a:rPr lang="en-IN" sz="1400">
                <a:solidFill>
                  <a:srgbClr val="002060"/>
                </a:solidFill>
              </a:rPr>
              <a:t>Key Dependencies</a:t>
            </a:r>
          </a:p>
          <a:p>
            <a:pPr marL="342900" indent="-342900">
              <a:buFont typeface="+mj-lt"/>
              <a:buAutoNum type="arabicPeriod"/>
            </a:pPr>
            <a:r>
              <a:rPr lang="en-IN" sz="1400">
                <a:solidFill>
                  <a:srgbClr val="002060"/>
                </a:solidFill>
              </a:rPr>
              <a:t>Key Risks</a:t>
            </a:r>
          </a:p>
          <a:p>
            <a:pPr marL="342900" indent="-342900">
              <a:buFont typeface="+mj-lt"/>
              <a:buAutoNum type="arabicPeriod"/>
            </a:pPr>
            <a:r>
              <a:rPr lang="en-IN" sz="1400">
                <a:solidFill>
                  <a:srgbClr val="002060"/>
                </a:solidFill>
              </a:rPr>
              <a:t>Stakeholders, Communication and Governance Plan – Customer, Internal and 3</a:t>
            </a:r>
            <a:r>
              <a:rPr lang="en-IN" sz="1400" baseline="30000">
                <a:solidFill>
                  <a:srgbClr val="002060"/>
                </a:solidFill>
              </a:rPr>
              <a:t>rd </a:t>
            </a:r>
            <a:r>
              <a:rPr lang="en-IN" sz="1400">
                <a:solidFill>
                  <a:srgbClr val="002060"/>
                </a:solidFill>
              </a:rPr>
              <a:t>Party</a:t>
            </a:r>
          </a:p>
          <a:p>
            <a:pPr marL="342900" indent="-342900">
              <a:buFont typeface="+mj-lt"/>
              <a:buAutoNum type="arabicPeriod"/>
            </a:pPr>
            <a:r>
              <a:rPr lang="en-IN" sz="1400">
                <a:solidFill>
                  <a:srgbClr val="002060"/>
                </a:solidFill>
              </a:rPr>
              <a:t>Project Repository, Tools &amp; Access </a:t>
            </a:r>
          </a:p>
          <a:p>
            <a:pPr marL="342900" indent="-342900">
              <a:buFont typeface="+mj-lt"/>
              <a:buAutoNum type="arabicPeriod"/>
            </a:pPr>
            <a:r>
              <a:rPr lang="en-IN" sz="1400">
                <a:solidFill>
                  <a:srgbClr val="002060"/>
                </a:solidFill>
              </a:rPr>
              <a:t>Project Readiness Assessment (PRA) Actions &amp; Status</a:t>
            </a:r>
          </a:p>
          <a:p>
            <a:pPr marL="342900" indent="-342900">
              <a:buFont typeface="+mj-lt"/>
              <a:buAutoNum type="arabicPeriod"/>
            </a:pPr>
            <a:r>
              <a:rPr lang="en-IN" sz="1400">
                <a:solidFill>
                  <a:srgbClr val="002060"/>
                </a:solidFill>
              </a:rPr>
              <a:t>Next 20-day plan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16EA7C-9D09-6DC7-9580-D15C947C2632}"/>
              </a:ext>
            </a:extLst>
          </p:cNvPr>
          <p:cNvSpPr>
            <a:spLocks noGrp="1"/>
          </p:cNvSpPr>
          <p:nvPr>
            <p:ph type="body" sz="quarter" idx="12"/>
          </p:nvPr>
        </p:nvSpPr>
        <p:spPr>
          <a:xfrm>
            <a:off x="140676" y="0"/>
            <a:ext cx="8168123" cy="340654"/>
          </a:xfrm>
        </p:spPr>
        <p:txBody>
          <a:bodyPr/>
          <a:lstStyle/>
          <a:p>
            <a:r>
              <a:rPr lang="en-US"/>
              <a:t>Audience – Kick Off | Organized by </a:t>
            </a:r>
            <a:r>
              <a:rPr lang="en-US">
                <a:highlight>
                  <a:srgbClr val="FFFF00"/>
                </a:highlight>
              </a:rPr>
              <a:t>PEO (BGDM or </a:t>
            </a:r>
            <a:r>
              <a:rPr lang="en-US" u="sng">
                <a:highlight>
                  <a:srgbClr val="FFFF00"/>
                </a:highlight>
              </a:rPr>
              <a:t>Customer PM) </a:t>
            </a:r>
            <a:endParaRPr lang="en-IN" u="sng">
              <a:highlight>
                <a:srgbClr val="FFFF00"/>
              </a:highlight>
            </a:endParaRPr>
          </a:p>
        </p:txBody>
      </p:sp>
      <p:sp>
        <p:nvSpPr>
          <p:cNvPr id="3" name="Text Placeholder 2">
            <a:extLst>
              <a:ext uri="{FF2B5EF4-FFF2-40B4-BE49-F238E27FC236}">
                <a16:creationId xmlns:a16="http://schemas.microsoft.com/office/drawing/2014/main" id="{7D826B41-BDA1-7194-732E-1766322FED0B}"/>
              </a:ext>
            </a:extLst>
          </p:cNvPr>
          <p:cNvSpPr>
            <a:spLocks noGrp="1"/>
          </p:cNvSpPr>
          <p:nvPr>
            <p:ph type="body" sz="quarter" idx="13"/>
          </p:nvPr>
        </p:nvSpPr>
        <p:spPr>
          <a:xfrm>
            <a:off x="461706" y="964952"/>
            <a:ext cx="8351317" cy="3139321"/>
          </a:xfrm>
          <a:noFill/>
          <a:ln>
            <a:noFill/>
          </a:ln>
        </p:spPr>
        <p:txBody>
          <a:bodyPr wrap="square">
            <a:spAutoFit/>
          </a:bodyPr>
          <a:lstStyle/>
          <a:p>
            <a:pPr marL="342900" indent="-342900" defTabSz="457200">
              <a:buFont typeface="+mj-lt"/>
              <a:buAutoNum type="arabicPeriod"/>
            </a:pPr>
            <a:r>
              <a:rPr lang="en-US" sz="1200">
                <a:solidFill>
                  <a:srgbClr val="002060"/>
                </a:solidFill>
                <a:latin typeface="+mn-lt"/>
              </a:rPr>
              <a:t>Account Manager</a:t>
            </a:r>
          </a:p>
          <a:p>
            <a:pPr marL="342900" indent="-342900" defTabSz="457200">
              <a:buFont typeface="+mj-lt"/>
              <a:buAutoNum type="arabicPeriod"/>
            </a:pPr>
            <a:r>
              <a:rPr lang="en-US" sz="1200">
                <a:solidFill>
                  <a:srgbClr val="002060"/>
                </a:solidFill>
                <a:latin typeface="+mn-lt"/>
              </a:rPr>
              <a:t>Sales Leader</a:t>
            </a:r>
          </a:p>
          <a:p>
            <a:pPr marL="342900" indent="-342900" defTabSz="457200">
              <a:buFont typeface="+mj-lt"/>
              <a:buAutoNum type="arabicPeriod"/>
            </a:pPr>
            <a:r>
              <a:rPr lang="en-US" sz="1200">
                <a:solidFill>
                  <a:srgbClr val="002060"/>
                </a:solidFill>
                <a:latin typeface="+mn-lt"/>
              </a:rPr>
              <a:t>Presales Solution and Services Managers</a:t>
            </a:r>
          </a:p>
          <a:p>
            <a:pPr marL="342900" indent="-342900" defTabSz="457200">
              <a:buFont typeface="+mj-lt"/>
              <a:buAutoNum type="arabicPeriod"/>
            </a:pPr>
            <a:r>
              <a:rPr lang="en-US" sz="1200">
                <a:solidFill>
                  <a:srgbClr val="002060"/>
                </a:solidFill>
                <a:latin typeface="+mn-lt"/>
              </a:rPr>
              <a:t>Product Line Manager</a:t>
            </a:r>
          </a:p>
          <a:p>
            <a:pPr marL="342900" indent="-342900" defTabSz="457200">
              <a:buFont typeface="+mj-lt"/>
              <a:buAutoNum type="arabicPeriod"/>
            </a:pPr>
            <a:r>
              <a:rPr lang="en-US" sz="1200">
                <a:solidFill>
                  <a:srgbClr val="002060"/>
                </a:solidFill>
                <a:latin typeface="+mn-lt"/>
              </a:rPr>
              <a:t>Business Group Delivery Manager</a:t>
            </a:r>
          </a:p>
          <a:p>
            <a:pPr marL="342900" indent="-342900" defTabSz="457200">
              <a:buFont typeface="+mj-lt"/>
              <a:buAutoNum type="arabicPeriod"/>
            </a:pPr>
            <a:r>
              <a:rPr lang="en-US" sz="1200">
                <a:solidFill>
                  <a:srgbClr val="002060"/>
                </a:solidFill>
                <a:latin typeface="+mn-lt"/>
              </a:rPr>
              <a:t>Project Director</a:t>
            </a:r>
          </a:p>
          <a:p>
            <a:pPr marL="342900" indent="-342900" defTabSz="457200">
              <a:buFont typeface="+mj-lt"/>
              <a:buAutoNum type="arabicPeriod"/>
            </a:pPr>
            <a:r>
              <a:rPr lang="en-US" sz="1200">
                <a:solidFill>
                  <a:srgbClr val="002060"/>
                </a:solidFill>
                <a:latin typeface="+mn-lt"/>
              </a:rPr>
              <a:t>Lead Architect</a:t>
            </a:r>
          </a:p>
          <a:p>
            <a:pPr marL="342900" indent="-342900" defTabSz="457200">
              <a:buFont typeface="+mj-lt"/>
              <a:buAutoNum type="arabicPeriod"/>
            </a:pPr>
            <a:r>
              <a:rPr lang="en-US" sz="1200">
                <a:solidFill>
                  <a:srgbClr val="002060"/>
                </a:solidFill>
                <a:latin typeface="+mn-lt"/>
              </a:rPr>
              <a:t>Project Contract Manager</a:t>
            </a:r>
          </a:p>
          <a:p>
            <a:pPr marL="342900" indent="-342900" defTabSz="457200">
              <a:buFont typeface="+mj-lt"/>
              <a:buAutoNum type="arabicPeriod"/>
            </a:pPr>
            <a:r>
              <a:rPr lang="en-US" sz="1200">
                <a:solidFill>
                  <a:srgbClr val="002060"/>
                </a:solidFill>
                <a:latin typeface="+mn-lt"/>
              </a:rPr>
              <a:t>Legal </a:t>
            </a:r>
            <a:r>
              <a:rPr lang="en-US" sz="1200">
                <a:solidFill>
                  <a:schemeClr val="accent1"/>
                </a:solidFill>
                <a:latin typeface="+mn-lt"/>
              </a:rPr>
              <a:t>(optional - if applicable/required)</a:t>
            </a:r>
          </a:p>
          <a:p>
            <a:pPr marL="342900" indent="-342900" defTabSz="457200">
              <a:buFont typeface="+mj-lt"/>
              <a:buAutoNum type="arabicPeriod"/>
            </a:pPr>
            <a:r>
              <a:rPr lang="en-US" sz="1200">
                <a:solidFill>
                  <a:srgbClr val="002060"/>
                </a:solidFill>
                <a:latin typeface="+mn-lt"/>
              </a:rPr>
              <a:t>Market Operations and Procurement</a:t>
            </a:r>
          </a:p>
          <a:p>
            <a:pPr marL="342900" indent="-342900" defTabSz="457200">
              <a:buFont typeface="+mj-lt"/>
              <a:buAutoNum type="arabicPeriod"/>
            </a:pPr>
            <a:r>
              <a:rPr lang="en-US" sz="1200">
                <a:solidFill>
                  <a:srgbClr val="002060"/>
                </a:solidFill>
                <a:latin typeface="+mn-lt"/>
              </a:rPr>
              <a:t>Commercial/Pricing Manager</a:t>
            </a:r>
          </a:p>
          <a:p>
            <a:pPr marL="342900" indent="-342900" defTabSz="457200">
              <a:buFont typeface="+mj-lt"/>
              <a:buAutoNum type="arabicPeriod"/>
            </a:pPr>
            <a:r>
              <a:rPr lang="en-US" sz="1200">
                <a:solidFill>
                  <a:srgbClr val="002060"/>
                </a:solidFill>
                <a:latin typeface="+mn-lt"/>
              </a:rPr>
              <a:t>Project team members – PM, SA, TPM, TDL, DA, others involved to date</a:t>
            </a:r>
          </a:p>
          <a:p>
            <a:pPr marL="342900" indent="-342900" defTabSz="457200">
              <a:buFont typeface="+mj-lt"/>
              <a:buAutoNum type="arabicPeriod"/>
            </a:pPr>
            <a:r>
              <a:rPr lang="en-US" sz="1200">
                <a:solidFill>
                  <a:srgbClr val="002060"/>
                </a:solidFill>
                <a:latin typeface="+mn-lt"/>
              </a:rPr>
              <a:t>Customer Care Manager </a:t>
            </a:r>
            <a:r>
              <a:rPr lang="en-US" sz="1200">
                <a:solidFill>
                  <a:schemeClr val="accent1"/>
                </a:solidFill>
                <a:latin typeface="+mn-lt"/>
              </a:rPr>
              <a:t>(optional - if applicable/required)</a:t>
            </a:r>
          </a:p>
          <a:p>
            <a:pPr marL="342900" indent="-342900" defTabSz="457200">
              <a:buFont typeface="+mj-lt"/>
              <a:buAutoNum type="arabicPeriod"/>
            </a:pPr>
            <a:r>
              <a:rPr lang="en-US" sz="1200">
                <a:solidFill>
                  <a:srgbClr val="002060"/>
                </a:solidFill>
                <a:latin typeface="+mn-lt"/>
              </a:rPr>
              <a:t>Domain Delivery Lead</a:t>
            </a:r>
          </a:p>
          <a:p>
            <a:pPr marL="342900" indent="-342900" defTabSz="457200">
              <a:buFont typeface="+mj-lt"/>
              <a:buAutoNum type="arabicPeriod"/>
            </a:pPr>
            <a:r>
              <a:rPr lang="en-IN" sz="1200">
                <a:solidFill>
                  <a:srgbClr val="002060"/>
                </a:solidFill>
                <a:latin typeface="+mn-lt"/>
              </a:rPr>
              <a:t>Market PMO Manager</a:t>
            </a:r>
          </a:p>
          <a:p>
            <a:pPr marL="342900" indent="-342900" defTabSz="457200">
              <a:buFont typeface="+mj-lt"/>
              <a:buAutoNum type="arabicPeriod"/>
            </a:pPr>
            <a:r>
              <a:rPr lang="en-IN" sz="1200">
                <a:solidFill>
                  <a:srgbClr val="002060"/>
                </a:solidFill>
                <a:latin typeface="+mn-lt"/>
              </a:rPr>
              <a:t>Project Financial Controller</a:t>
            </a:r>
          </a:p>
          <a:p>
            <a:pPr marL="342900" indent="-342900" defTabSz="457200">
              <a:buFont typeface="+mj-lt"/>
              <a:buAutoNum type="arabicPeriod"/>
            </a:pPr>
            <a:r>
              <a:rPr lang="en-IN" sz="1200">
                <a:solidFill>
                  <a:srgbClr val="002060"/>
                </a:solidFill>
                <a:latin typeface="+mn-lt"/>
              </a:rPr>
              <a:t>Cost &amp; Progress Manager</a:t>
            </a:r>
          </a:p>
        </p:txBody>
      </p:sp>
      <p:sp>
        <p:nvSpPr>
          <p:cNvPr id="4" name="Footer Placeholder 3">
            <a:extLst>
              <a:ext uri="{FF2B5EF4-FFF2-40B4-BE49-F238E27FC236}">
                <a16:creationId xmlns:a16="http://schemas.microsoft.com/office/drawing/2014/main" id="{06E05A5F-7380-44B4-98B5-789311E6040D}"/>
              </a:ext>
            </a:extLst>
          </p:cNvPr>
          <p:cNvSpPr>
            <a:spLocks noGrp="1"/>
          </p:cNvSpPr>
          <p:nvPr>
            <p:ph type="ftr" sz="quarter" idx="3"/>
          </p:nvPr>
        </p:nvSpPr>
        <p:spPr/>
        <p:txBody>
          <a:bodyPr/>
          <a:lstStyle/>
          <a:p>
            <a:r>
              <a:rPr lang="en-US"/>
              <a:t>Nokia internal use</a:t>
            </a:r>
          </a:p>
        </p:txBody>
      </p:sp>
      <p:sp>
        <p:nvSpPr>
          <p:cNvPr id="5" name="TextBox 4">
            <a:extLst>
              <a:ext uri="{FF2B5EF4-FFF2-40B4-BE49-F238E27FC236}">
                <a16:creationId xmlns:a16="http://schemas.microsoft.com/office/drawing/2014/main" id="{93199C9B-36A9-3CE1-2F10-58F093F535EF}"/>
              </a:ext>
            </a:extLst>
          </p:cNvPr>
          <p:cNvSpPr txBox="1"/>
          <p:nvPr/>
        </p:nvSpPr>
        <p:spPr>
          <a:xfrm>
            <a:off x="4089990" y="2066260"/>
            <a:ext cx="914400" cy="914400"/>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endParaRPr kumimoji="0" lang="en-US" sz="1200" b="0" i="0" u="none" strike="noStrike" kern="1200" cap="none" spc="0" normalizeH="0" baseline="0" noProof="0">
              <a:ln>
                <a:noFill/>
              </a:ln>
              <a:solidFill>
                <a:schemeClr val="tx2"/>
              </a:solidFill>
              <a:effectLst/>
              <a:uLnTx/>
              <a:uFillTx/>
              <a:latin typeface="Nokia Pure Text Light"/>
              <a:ea typeface="+mn-ea"/>
              <a:cs typeface="+mn-cs"/>
            </a:endParaRPr>
          </a:p>
        </p:txBody>
      </p:sp>
      <p:sp>
        <p:nvSpPr>
          <p:cNvPr id="9" name="Rectangle 8">
            <a:extLst>
              <a:ext uri="{FF2B5EF4-FFF2-40B4-BE49-F238E27FC236}">
                <a16:creationId xmlns:a16="http://schemas.microsoft.com/office/drawing/2014/main" id="{01FFC439-0BD0-9E40-CE31-DE34C64BCCF3}"/>
              </a:ext>
            </a:extLst>
          </p:cNvPr>
          <p:cNvSpPr/>
          <p:nvPr/>
        </p:nvSpPr>
        <p:spPr>
          <a:xfrm>
            <a:off x="5957798" y="1540814"/>
            <a:ext cx="3089649" cy="22814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285750" indent="-285750" defTabSz="762000" eaLnBrk="0" hangingPunct="0">
              <a:lnSpc>
                <a:spcPct val="90000"/>
              </a:lnSpc>
              <a:spcBef>
                <a:spcPct val="50000"/>
              </a:spcBef>
              <a:buClr>
                <a:srgbClr val="124192"/>
              </a:buClr>
              <a:buFontTx/>
              <a:buChar char="-"/>
            </a:pPr>
            <a:r>
              <a:rPr lang="en-US" sz="1200">
                <a:solidFill>
                  <a:schemeClr val="tx2">
                    <a:lumMod val="90000"/>
                    <a:lumOff val="10000"/>
                  </a:schemeClr>
                </a:solidFill>
              </a:rPr>
              <a:t>Customer PM MUST ensure that TRICORN roles are covered</a:t>
            </a:r>
          </a:p>
          <a:p>
            <a:pPr marL="285750" indent="-285750" defTabSz="762000" eaLnBrk="0" hangingPunct="0">
              <a:lnSpc>
                <a:spcPct val="90000"/>
              </a:lnSpc>
              <a:spcBef>
                <a:spcPct val="50000"/>
              </a:spcBef>
              <a:buClr>
                <a:srgbClr val="124192"/>
              </a:buClr>
              <a:buFontTx/>
              <a:buChar char="-"/>
            </a:pPr>
            <a:endParaRPr lang="en-US" sz="1200">
              <a:solidFill>
                <a:schemeClr val="tx2">
                  <a:lumMod val="90000"/>
                  <a:lumOff val="10000"/>
                </a:schemeClr>
              </a:solidFill>
            </a:endParaRPr>
          </a:p>
          <a:p>
            <a:pPr marL="285750" indent="-285750" defTabSz="762000" eaLnBrk="0" hangingPunct="0">
              <a:lnSpc>
                <a:spcPct val="90000"/>
              </a:lnSpc>
              <a:spcBef>
                <a:spcPct val="50000"/>
              </a:spcBef>
              <a:buClr>
                <a:srgbClr val="124192"/>
              </a:buClr>
              <a:buFontTx/>
              <a:buChar char="-"/>
            </a:pPr>
            <a:endParaRPr lang="en-US" sz="1200">
              <a:solidFill>
                <a:schemeClr val="tx2">
                  <a:lumMod val="90000"/>
                  <a:lumOff val="10000"/>
                </a:schemeClr>
              </a:solidFill>
            </a:endParaRPr>
          </a:p>
          <a:p>
            <a:pPr marL="285750" indent="-285750" defTabSz="762000" eaLnBrk="0" hangingPunct="0">
              <a:lnSpc>
                <a:spcPct val="90000"/>
              </a:lnSpc>
              <a:spcBef>
                <a:spcPct val="50000"/>
              </a:spcBef>
              <a:buClr>
                <a:srgbClr val="124192"/>
              </a:buClr>
              <a:buFontTx/>
              <a:buChar char="-"/>
            </a:pPr>
            <a:endParaRPr lang="en-US" sz="1200">
              <a:solidFill>
                <a:schemeClr val="tx2">
                  <a:lumMod val="90000"/>
                  <a:lumOff val="10000"/>
                </a:schemeClr>
              </a:solidFill>
            </a:endParaRPr>
          </a:p>
          <a:p>
            <a:pPr marL="285750" indent="-285750" defTabSz="762000" eaLnBrk="0" hangingPunct="0">
              <a:lnSpc>
                <a:spcPct val="90000"/>
              </a:lnSpc>
              <a:spcBef>
                <a:spcPct val="50000"/>
              </a:spcBef>
              <a:buClr>
                <a:srgbClr val="124192"/>
              </a:buClr>
              <a:buFontTx/>
              <a:buChar char="-"/>
            </a:pPr>
            <a:endParaRPr lang="en-US" sz="1200">
              <a:solidFill>
                <a:schemeClr val="tx2">
                  <a:lumMod val="90000"/>
                  <a:lumOff val="10000"/>
                </a:schemeClr>
              </a:solidFill>
            </a:endParaRPr>
          </a:p>
          <a:p>
            <a:pPr marL="285750" indent="-285750" defTabSz="762000" eaLnBrk="0" hangingPunct="0">
              <a:lnSpc>
                <a:spcPct val="90000"/>
              </a:lnSpc>
              <a:spcBef>
                <a:spcPct val="50000"/>
              </a:spcBef>
              <a:buClr>
                <a:srgbClr val="124192"/>
              </a:buClr>
              <a:buFontTx/>
              <a:buChar char="-"/>
            </a:pPr>
            <a:endParaRPr lang="en-US" sz="1200">
              <a:solidFill>
                <a:schemeClr val="tx2">
                  <a:lumMod val="90000"/>
                  <a:lumOff val="10000"/>
                </a:schemeClr>
              </a:solidFill>
            </a:endParaRPr>
          </a:p>
          <a:p>
            <a:pPr marL="285750" indent="-285750" defTabSz="762000" eaLnBrk="0" hangingPunct="0">
              <a:lnSpc>
                <a:spcPct val="90000"/>
              </a:lnSpc>
              <a:spcBef>
                <a:spcPct val="50000"/>
              </a:spcBef>
              <a:buClr>
                <a:srgbClr val="124192"/>
              </a:buClr>
              <a:buFontTx/>
              <a:buChar char="-"/>
            </a:pPr>
            <a:r>
              <a:rPr lang="en-GB" sz="1200">
                <a:hlinkClick r:id="rId3"/>
              </a:rPr>
              <a:t>Tricorn Model (sharepoint.com)</a:t>
            </a:r>
            <a:endParaRPr lang="en-US" sz="1200">
              <a:solidFill>
                <a:schemeClr val="tx2">
                  <a:lumMod val="90000"/>
                  <a:lumOff val="10000"/>
                </a:schemeClr>
              </a:solidFill>
            </a:endParaRPr>
          </a:p>
          <a:p>
            <a:pPr marL="285750" indent="-285750" defTabSz="762000" eaLnBrk="0" hangingPunct="0">
              <a:lnSpc>
                <a:spcPct val="90000"/>
              </a:lnSpc>
              <a:spcBef>
                <a:spcPct val="50000"/>
              </a:spcBef>
              <a:buClr>
                <a:srgbClr val="124192"/>
              </a:buClr>
              <a:buFontTx/>
              <a:buChar char="-"/>
            </a:pPr>
            <a:endParaRPr lang="en-IN" sz="1200">
              <a:solidFill>
                <a:schemeClr val="tx2">
                  <a:lumMod val="90000"/>
                  <a:lumOff val="10000"/>
                </a:schemeClr>
              </a:solidFill>
            </a:endParaRPr>
          </a:p>
        </p:txBody>
      </p:sp>
      <p:pic>
        <p:nvPicPr>
          <p:cNvPr id="10" name="Picture 9">
            <a:extLst>
              <a:ext uri="{FF2B5EF4-FFF2-40B4-BE49-F238E27FC236}">
                <a16:creationId xmlns:a16="http://schemas.microsoft.com/office/drawing/2014/main" id="{8BA909DB-E920-8655-C9E5-4EF2025EA91C}"/>
              </a:ext>
            </a:extLst>
          </p:cNvPr>
          <p:cNvPicPr>
            <a:picLocks noChangeAspect="1"/>
          </p:cNvPicPr>
          <p:nvPr/>
        </p:nvPicPr>
        <p:blipFill>
          <a:blip r:embed="rId4"/>
          <a:stretch>
            <a:fillRect/>
          </a:stretch>
        </p:blipFill>
        <p:spPr>
          <a:xfrm>
            <a:off x="6531429" y="2018073"/>
            <a:ext cx="1937394" cy="933760"/>
          </a:xfrm>
          <a:prstGeom prst="rect">
            <a:avLst/>
          </a:prstGeom>
        </p:spPr>
      </p:pic>
    </p:spTree>
    <p:extLst>
      <p:ext uri="{BB962C8B-B14F-4D97-AF65-F5344CB8AC3E}">
        <p14:creationId xmlns:p14="http://schemas.microsoft.com/office/powerpoint/2010/main" val="1103914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1" name="Table 110"/>
          <p:cNvGraphicFramePr>
            <a:graphicFrameLocks noGrp="1"/>
          </p:cNvGraphicFramePr>
          <p:nvPr>
            <p:extLst>
              <p:ext uri="{D42A27DB-BD31-4B8C-83A1-F6EECF244321}">
                <p14:modId xmlns:p14="http://schemas.microsoft.com/office/powerpoint/2010/main" val="386770586"/>
              </p:ext>
            </p:extLst>
          </p:nvPr>
        </p:nvGraphicFramePr>
        <p:xfrm>
          <a:off x="104775" y="831122"/>
          <a:ext cx="8844558" cy="2555240"/>
        </p:xfrm>
        <a:graphic>
          <a:graphicData uri="http://schemas.openxmlformats.org/drawingml/2006/table">
            <a:tbl>
              <a:tblPr firstRow="1" bandRow="1">
                <a:tableStyleId>{5C22544A-7EE6-4342-B048-85BDC9FD1C3A}</a:tableStyleId>
              </a:tblPr>
              <a:tblGrid>
                <a:gridCol w="279907">
                  <a:extLst>
                    <a:ext uri="{9D8B030D-6E8A-4147-A177-3AD203B41FA5}">
                      <a16:colId xmlns:a16="http://schemas.microsoft.com/office/drawing/2014/main" val="20000"/>
                    </a:ext>
                  </a:extLst>
                </a:gridCol>
                <a:gridCol w="796139">
                  <a:extLst>
                    <a:ext uri="{9D8B030D-6E8A-4147-A177-3AD203B41FA5}">
                      <a16:colId xmlns:a16="http://schemas.microsoft.com/office/drawing/2014/main" val="20001"/>
                    </a:ext>
                  </a:extLst>
                </a:gridCol>
                <a:gridCol w="2321331">
                  <a:extLst>
                    <a:ext uri="{9D8B030D-6E8A-4147-A177-3AD203B41FA5}">
                      <a16:colId xmlns:a16="http://schemas.microsoft.com/office/drawing/2014/main" val="20002"/>
                    </a:ext>
                  </a:extLst>
                </a:gridCol>
                <a:gridCol w="1280160">
                  <a:extLst>
                    <a:ext uri="{9D8B030D-6E8A-4147-A177-3AD203B41FA5}">
                      <a16:colId xmlns:a16="http://schemas.microsoft.com/office/drawing/2014/main" val="1054378985"/>
                    </a:ext>
                  </a:extLst>
                </a:gridCol>
                <a:gridCol w="866779">
                  <a:extLst>
                    <a:ext uri="{9D8B030D-6E8A-4147-A177-3AD203B41FA5}">
                      <a16:colId xmlns:a16="http://schemas.microsoft.com/office/drawing/2014/main" val="20003"/>
                    </a:ext>
                  </a:extLst>
                </a:gridCol>
                <a:gridCol w="1002955">
                  <a:extLst>
                    <a:ext uri="{9D8B030D-6E8A-4147-A177-3AD203B41FA5}">
                      <a16:colId xmlns:a16="http://schemas.microsoft.com/office/drawing/2014/main" val="20004"/>
                    </a:ext>
                  </a:extLst>
                </a:gridCol>
                <a:gridCol w="955627">
                  <a:extLst>
                    <a:ext uri="{9D8B030D-6E8A-4147-A177-3AD203B41FA5}">
                      <a16:colId xmlns:a16="http://schemas.microsoft.com/office/drawing/2014/main" val="1734943993"/>
                    </a:ext>
                  </a:extLst>
                </a:gridCol>
                <a:gridCol w="522725">
                  <a:extLst>
                    <a:ext uri="{9D8B030D-6E8A-4147-A177-3AD203B41FA5}">
                      <a16:colId xmlns:a16="http://schemas.microsoft.com/office/drawing/2014/main" val="20005"/>
                    </a:ext>
                  </a:extLst>
                </a:gridCol>
                <a:gridCol w="818935">
                  <a:extLst>
                    <a:ext uri="{9D8B030D-6E8A-4147-A177-3AD203B41FA5}">
                      <a16:colId xmlns:a16="http://schemas.microsoft.com/office/drawing/2014/main" val="2553296290"/>
                    </a:ext>
                  </a:extLst>
                </a:gridCol>
              </a:tblGrid>
              <a:tr h="370840">
                <a:tc>
                  <a:txBody>
                    <a:bodyPr/>
                    <a:lstStyle/>
                    <a:p>
                      <a:r>
                        <a:rPr lang="en-US" sz="10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r>
                        <a:rPr lang="en-US" sz="1000"/>
                        <a:t>Category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r>
                        <a:rPr lang="en-US" sz="1000"/>
                        <a:t>Risk description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r>
                        <a:rPr lang="en-US" sz="1000"/>
                        <a:t>Impacted immediate milestone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r>
                        <a:rPr lang="en-US" sz="1000"/>
                        <a:t>Impact Quantum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a:t>Treatment – Mitigate / accept/transfer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Risk actions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a:t>Owner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a:t>Key </a:t>
                      </a:r>
                      <a:r>
                        <a:rPr lang="en-US" sz="1000" err="1"/>
                        <a:t>Contri</a:t>
                      </a:r>
                      <a:r>
                        <a:rPr lang="en-US" sz="1000"/>
                        <a:t> to mitigate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4192"/>
                    </a:solidFill>
                  </a:tcPr>
                </a:tc>
                <a:extLst>
                  <a:ext uri="{0D108BD9-81ED-4DB2-BD59-A6C34878D82A}">
                    <a16:rowId xmlns:a16="http://schemas.microsoft.com/office/drawing/2014/main" val="10000"/>
                  </a:ext>
                </a:extLst>
              </a:tr>
              <a:tr h="370840">
                <a:tc>
                  <a:txBody>
                    <a:bodyPr/>
                    <a:lstStyle/>
                    <a:p>
                      <a:r>
                        <a:rPr lang="en-US" sz="1400" b="0">
                          <a:solidFill>
                            <a:schemeClr val="accent1">
                              <a:lumMod val="10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a:solidFill>
                          <a:schemeClr val="accent1">
                            <a:lumMod val="10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marL="0" algn="l" defTabSz="685800" rtl="0" eaLnBrk="1" latinLnBrk="0" hangingPunct="1"/>
                      <a:r>
                        <a:rPr lang="en-US" sz="1400" b="0" kern="1200">
                          <a:solidFill>
                            <a:schemeClr val="accent1">
                              <a:lumMod val="100000"/>
                            </a:schemeClr>
                          </a:solidFill>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marL="0" algn="l" defTabSz="685800" rtl="0" eaLnBrk="1" latinLnBrk="0" hangingPunct="1"/>
                      <a:r>
                        <a:rPr lang="en-US" sz="1400" b="0" kern="1200">
                          <a:solidFill>
                            <a:schemeClr val="accent1">
                              <a:lumMod val="100000"/>
                            </a:schemeClr>
                          </a:solidFill>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70702682"/>
                  </a:ext>
                </a:extLst>
              </a:tr>
              <a:tr h="370840">
                <a:tc>
                  <a:txBody>
                    <a:bodyPr/>
                    <a:lstStyle/>
                    <a:p>
                      <a:pPr marL="0" algn="l" defTabSz="685800" rtl="0" eaLnBrk="1" latinLnBrk="0" hangingPunct="1"/>
                      <a:r>
                        <a:rPr lang="en-US" sz="1400" b="0" kern="1200">
                          <a:solidFill>
                            <a:schemeClr val="accent1">
                              <a:lumMod val="100000"/>
                            </a:schemeClr>
                          </a:solidFill>
                          <a:latin typeface="+mn-lt"/>
                          <a:ea typeface="+mn-ea"/>
                          <a:cs typeface="+mn-cs"/>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9392063"/>
                  </a:ext>
                </a:extLst>
              </a:tr>
              <a:tr h="370840">
                <a:tc>
                  <a:txBody>
                    <a:bodyPr/>
                    <a:lstStyle/>
                    <a:p>
                      <a:pPr marL="0" algn="l" defTabSz="685800" rtl="0" eaLnBrk="1" latinLnBrk="0" hangingPunct="1"/>
                      <a:r>
                        <a:rPr lang="en-US" sz="1400" b="0" kern="1200">
                          <a:solidFill>
                            <a:schemeClr val="accent1">
                              <a:lumMod val="100000"/>
                            </a:schemeClr>
                          </a:solidFill>
                          <a:latin typeface="+mn-lt"/>
                          <a:ea typeface="+mn-ea"/>
                          <a:cs typeface="+mn-cs"/>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2825419"/>
                  </a:ext>
                </a:extLst>
              </a:tr>
            </a:tbl>
          </a:graphicData>
        </a:graphic>
      </p:graphicFrame>
      <p:sp>
        <p:nvSpPr>
          <p:cNvPr id="3" name="Text Placeholder 2">
            <a:extLst>
              <a:ext uri="{FF2B5EF4-FFF2-40B4-BE49-F238E27FC236}">
                <a16:creationId xmlns:a16="http://schemas.microsoft.com/office/drawing/2014/main" id="{576EF1D9-C240-C46F-4F40-3A3527CDB295}"/>
              </a:ext>
            </a:extLst>
          </p:cNvPr>
          <p:cNvSpPr>
            <a:spLocks noGrp="1"/>
          </p:cNvSpPr>
          <p:nvPr>
            <p:ph type="body" sz="quarter" idx="12"/>
          </p:nvPr>
        </p:nvSpPr>
        <p:spPr>
          <a:xfrm>
            <a:off x="104775" y="22502"/>
            <a:ext cx="8308800" cy="340654"/>
          </a:xfrm>
        </p:spPr>
        <p:txBody>
          <a:bodyPr/>
          <a:lstStyle/>
          <a:p>
            <a:r>
              <a:rPr lang="en-US"/>
              <a:t>Key </a:t>
            </a:r>
            <a:r>
              <a:rPr lang="pl-PL"/>
              <a:t>Risks</a:t>
            </a:r>
          </a:p>
        </p:txBody>
      </p:sp>
      <p:sp>
        <p:nvSpPr>
          <p:cNvPr id="4" name="Text Placeholder 3">
            <a:extLst>
              <a:ext uri="{FF2B5EF4-FFF2-40B4-BE49-F238E27FC236}">
                <a16:creationId xmlns:a16="http://schemas.microsoft.com/office/drawing/2014/main" id="{49408019-2401-C30D-1F79-0B982759A0EF}"/>
              </a:ext>
            </a:extLst>
          </p:cNvPr>
          <p:cNvSpPr>
            <a:spLocks noGrp="1"/>
          </p:cNvSpPr>
          <p:nvPr>
            <p:ph type="body" sz="quarter" idx="13"/>
          </p:nvPr>
        </p:nvSpPr>
        <p:spPr>
          <a:xfrm>
            <a:off x="104775" y="484934"/>
            <a:ext cx="8308800" cy="340654"/>
          </a:xfrm>
        </p:spPr>
        <p:txBody>
          <a:bodyPr/>
          <a:lstStyle/>
          <a:p>
            <a:r>
              <a:rPr lang="pl-PL"/>
              <a:t> </a:t>
            </a:r>
            <a:r>
              <a:rPr lang="en-US"/>
              <a:t>Top 5 prioritized risks with high probability and high impact ($$ and customer):</a:t>
            </a:r>
            <a:endParaRPr lang="pl-PL"/>
          </a:p>
        </p:txBody>
      </p:sp>
      <p:sp>
        <p:nvSpPr>
          <p:cNvPr id="6" name="Footer Placeholder 5">
            <a:extLst>
              <a:ext uri="{FF2B5EF4-FFF2-40B4-BE49-F238E27FC236}">
                <a16:creationId xmlns:a16="http://schemas.microsoft.com/office/drawing/2014/main" id="{95EBFA32-8194-923B-903A-8773BB385F3D}"/>
              </a:ext>
            </a:extLst>
          </p:cNvPr>
          <p:cNvSpPr>
            <a:spLocks noGrp="1"/>
          </p:cNvSpPr>
          <p:nvPr>
            <p:ph type="ftr" sz="quarter" idx="3"/>
          </p:nvPr>
        </p:nvSpPr>
        <p:spPr/>
        <p:txBody>
          <a:bodyPr/>
          <a:lstStyle/>
          <a:p>
            <a:r>
              <a:rPr lang="en-US"/>
              <a:t>Nokia Internal Use</a:t>
            </a:r>
          </a:p>
        </p:txBody>
      </p:sp>
      <p:sp>
        <p:nvSpPr>
          <p:cNvPr id="8" name="TextBox 7">
            <a:extLst>
              <a:ext uri="{FF2B5EF4-FFF2-40B4-BE49-F238E27FC236}">
                <a16:creationId xmlns:a16="http://schemas.microsoft.com/office/drawing/2014/main" id="{3C86E572-92BD-70D0-6B99-E4F97CD373EE}"/>
              </a:ext>
            </a:extLst>
          </p:cNvPr>
          <p:cNvSpPr txBox="1"/>
          <p:nvPr/>
        </p:nvSpPr>
        <p:spPr>
          <a:xfrm>
            <a:off x="202884" y="4402551"/>
            <a:ext cx="8738231" cy="369332"/>
          </a:xfrm>
          <a:prstGeom prst="rect">
            <a:avLst/>
          </a:prstGeom>
          <a:noFill/>
          <a:ln>
            <a:noFill/>
          </a:ln>
        </p:spPr>
        <p:txBody>
          <a:bodyPr wrap="square">
            <a:spAutoFit/>
          </a:bodyPr>
          <a:lstStyle/>
          <a:p>
            <a:r>
              <a:rPr lang="en-US">
                <a:solidFill>
                  <a:schemeClr val="tx2">
                    <a:lumMod val="90000"/>
                    <a:lumOff val="10000"/>
                  </a:schemeClr>
                </a:solidFill>
              </a:rPr>
              <a:t>Do incorporate the risks identified in presales phase.</a:t>
            </a:r>
          </a:p>
        </p:txBody>
      </p:sp>
      <p:sp>
        <p:nvSpPr>
          <p:cNvPr id="2" name="TextBox 1">
            <a:extLst>
              <a:ext uri="{FF2B5EF4-FFF2-40B4-BE49-F238E27FC236}">
                <a16:creationId xmlns:a16="http://schemas.microsoft.com/office/drawing/2014/main" id="{3C054086-7F4E-9593-7FE6-E715538190A9}"/>
              </a:ext>
            </a:extLst>
          </p:cNvPr>
          <p:cNvSpPr txBox="1"/>
          <p:nvPr/>
        </p:nvSpPr>
        <p:spPr>
          <a:xfrm>
            <a:off x="96557" y="3473033"/>
            <a:ext cx="8844558" cy="929517"/>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200" b="1" i="0" u="none" strike="noStrike" kern="1200" cap="none" spc="0" normalizeH="0" baseline="0" noProof="0">
                <a:ln>
                  <a:noFill/>
                </a:ln>
                <a:solidFill>
                  <a:schemeClr val="tx2"/>
                </a:solidFill>
                <a:effectLst/>
                <a:uLnTx/>
                <a:uFillTx/>
                <a:latin typeface="Nokia Pure Text Light"/>
                <a:ea typeface="+mn-ea"/>
                <a:cs typeface="+mn-cs"/>
              </a:rPr>
              <a:t>Risk Management</a:t>
            </a:r>
          </a:p>
          <a:p>
            <a:pPr marL="171450" marR="0" indent="-171450" algn="l" defTabSz="180000" rtl="0" eaLnBrk="1" fontAlgn="auto" latinLnBrk="0" hangingPunct="1">
              <a:lnSpc>
                <a:spcPct val="100000"/>
              </a:lnSpc>
              <a:spcBef>
                <a:spcPts val="0"/>
              </a:spcBef>
              <a:spcAft>
                <a:spcPts val="300"/>
              </a:spcAft>
              <a:buClrTx/>
              <a:buSzTx/>
              <a:buFont typeface="Arial" panose="020B0604020202020204" pitchFamily="34" charset="0"/>
              <a:buChar char="•"/>
              <a:tabLst>
                <a:tab pos="180000" algn="l"/>
              </a:tabLst>
            </a:pPr>
            <a:r>
              <a:rPr lang="en-US" sz="1200">
                <a:solidFill>
                  <a:schemeClr val="tx2"/>
                </a:solidFill>
                <a:latin typeface="Nokia Pure Text Light"/>
              </a:rPr>
              <a:t>Every month, plan internal and customer risk management sessions to look at risks of immediate milestones and any major ones for the rest of the program</a:t>
            </a:r>
          </a:p>
          <a:p>
            <a:pPr marL="171450" marR="0" indent="-171450" algn="l" defTabSz="180000" rtl="0" eaLnBrk="1" fontAlgn="auto" latinLnBrk="0" hangingPunct="1">
              <a:lnSpc>
                <a:spcPct val="100000"/>
              </a:lnSpc>
              <a:spcBef>
                <a:spcPts val="0"/>
              </a:spcBef>
              <a:spcAft>
                <a:spcPts val="300"/>
              </a:spcAft>
              <a:buClrTx/>
              <a:buSzTx/>
              <a:buFont typeface="Arial" panose="020B0604020202020204" pitchFamily="34" charset="0"/>
              <a:buChar char="•"/>
              <a:tabLst>
                <a:tab pos="180000" algn="l"/>
              </a:tabLst>
            </a:pPr>
            <a:r>
              <a:rPr kumimoji="0" lang="en-US" sz="1200" b="0" i="0" u="none" strike="noStrike" kern="1200" cap="none" spc="0" normalizeH="0" baseline="0" noProof="0">
                <a:ln>
                  <a:noFill/>
                </a:ln>
                <a:solidFill>
                  <a:schemeClr val="tx2"/>
                </a:solidFill>
                <a:effectLst/>
                <a:uLnTx/>
                <a:uFillTx/>
                <a:latin typeface="Nokia Pure Text Light"/>
                <a:ea typeface="+mn-ea"/>
                <a:cs typeface="+mn-cs"/>
              </a:rPr>
              <a:t>Risk register will be maintained</a:t>
            </a:r>
            <a:endParaRPr kumimoji="0" lang="en-IN" sz="1200" b="0" i="0" u="none" strike="noStrike" kern="1200" cap="none" spc="0" normalizeH="0" baseline="0" noProof="0">
              <a:ln>
                <a:noFill/>
              </a:ln>
              <a:solidFill>
                <a:schemeClr val="tx2"/>
              </a:solidFill>
              <a:effectLst/>
              <a:uLnTx/>
              <a:uFillTx/>
              <a:latin typeface="Nokia Pure Text Light"/>
              <a:ea typeface="+mn-ea"/>
              <a:cs typeface="+mn-cs"/>
            </a:endParaRPr>
          </a:p>
        </p:txBody>
      </p:sp>
      <p:sp>
        <p:nvSpPr>
          <p:cNvPr id="5" name="Rectangle 4">
            <a:extLst>
              <a:ext uri="{FF2B5EF4-FFF2-40B4-BE49-F238E27FC236}">
                <a16:creationId xmlns:a16="http://schemas.microsoft.com/office/drawing/2014/main" id="{1511D39A-1732-71EA-A9CC-592AF6A208F7}"/>
              </a:ext>
            </a:extLst>
          </p:cNvPr>
          <p:cNvSpPr/>
          <p:nvPr/>
        </p:nvSpPr>
        <p:spPr>
          <a:xfrm rot="19532099">
            <a:off x="2400718" y="2386746"/>
            <a:ext cx="3199915"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ja-JP" sz="3200" b="1">
                <a:ln/>
                <a:solidFill>
                  <a:schemeClr val="accent4"/>
                </a:solidFill>
                <a:highlight>
                  <a:srgbClr val="00FF00"/>
                </a:highlight>
              </a:rPr>
              <a:t>Kickoff</a:t>
            </a:r>
            <a:r>
              <a:rPr lang="ja-JP" altLang="en-US" sz="3200" b="1">
                <a:ln/>
                <a:solidFill>
                  <a:schemeClr val="accent4"/>
                </a:solidFill>
                <a:highlight>
                  <a:srgbClr val="00FF00"/>
                </a:highlight>
              </a:rPr>
              <a:t>資料参照</a:t>
            </a:r>
            <a:endParaRPr lang="en-GB" sz="3200" b="1">
              <a:ln/>
              <a:solidFill>
                <a:schemeClr val="accent4"/>
              </a:solidFill>
              <a:highlight>
                <a:srgbClr val="00FF00"/>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3480400191"/>
              </p:ext>
            </p:extLst>
          </p:nvPr>
        </p:nvGraphicFramePr>
        <p:xfrm>
          <a:off x="188583" y="2017370"/>
          <a:ext cx="8766833" cy="1337229"/>
        </p:xfrm>
        <a:graphic>
          <a:graphicData uri="http://schemas.openxmlformats.org/drawingml/2006/table">
            <a:tbl>
              <a:tblPr firstRow="1" bandRow="1">
                <a:tableStyleId>{5C22544A-7EE6-4342-B048-85BDC9FD1C3A}</a:tableStyleId>
              </a:tblPr>
              <a:tblGrid>
                <a:gridCol w="1754788">
                  <a:extLst>
                    <a:ext uri="{9D8B030D-6E8A-4147-A177-3AD203B41FA5}">
                      <a16:colId xmlns:a16="http://schemas.microsoft.com/office/drawing/2014/main" val="3859367790"/>
                    </a:ext>
                  </a:extLst>
                </a:gridCol>
                <a:gridCol w="1754788">
                  <a:extLst>
                    <a:ext uri="{9D8B030D-6E8A-4147-A177-3AD203B41FA5}">
                      <a16:colId xmlns:a16="http://schemas.microsoft.com/office/drawing/2014/main" val="20000"/>
                    </a:ext>
                  </a:extLst>
                </a:gridCol>
                <a:gridCol w="1191810">
                  <a:extLst>
                    <a:ext uri="{9D8B030D-6E8A-4147-A177-3AD203B41FA5}">
                      <a16:colId xmlns:a16="http://schemas.microsoft.com/office/drawing/2014/main" val="20001"/>
                    </a:ext>
                  </a:extLst>
                </a:gridCol>
                <a:gridCol w="1672600">
                  <a:extLst>
                    <a:ext uri="{9D8B030D-6E8A-4147-A177-3AD203B41FA5}">
                      <a16:colId xmlns:a16="http://schemas.microsoft.com/office/drawing/2014/main" val="20002"/>
                    </a:ext>
                  </a:extLst>
                </a:gridCol>
                <a:gridCol w="1315562">
                  <a:extLst>
                    <a:ext uri="{9D8B030D-6E8A-4147-A177-3AD203B41FA5}">
                      <a16:colId xmlns:a16="http://schemas.microsoft.com/office/drawing/2014/main" val="20003"/>
                    </a:ext>
                  </a:extLst>
                </a:gridCol>
                <a:gridCol w="1077285">
                  <a:extLst>
                    <a:ext uri="{9D8B030D-6E8A-4147-A177-3AD203B41FA5}">
                      <a16:colId xmlns:a16="http://schemas.microsoft.com/office/drawing/2014/main" val="20004"/>
                    </a:ext>
                  </a:extLst>
                </a:gridCol>
              </a:tblGrid>
              <a:tr h="331389">
                <a:tc>
                  <a:txBody>
                    <a:bodyPr/>
                    <a:lstStyle/>
                    <a:p>
                      <a:r>
                        <a:rPr lang="en-US" sz="900"/>
                        <a:t>Comms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Stakeholders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Artefact - 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Frequency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a:t>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10000"/>
                  </a:ext>
                </a:extLst>
              </a:tr>
              <a:tr h="260377">
                <a:tc>
                  <a:txBody>
                    <a:bodyPr/>
                    <a:lstStyle/>
                    <a:p>
                      <a:r>
                        <a:rPr lang="en-US" sz="800" b="0" kern="1200">
                          <a:solidFill>
                            <a:schemeClr val="tx2">
                              <a:lumMod val="90000"/>
                              <a:lumOff val="10000"/>
                            </a:schemeClr>
                          </a:solidFill>
                          <a:latin typeface="+mn-lt"/>
                          <a:ea typeface="+mn-ea"/>
                          <a:cs typeface="+mn-cs"/>
                        </a:rPr>
                        <a:t>Weekly</a:t>
                      </a:r>
                      <a:r>
                        <a:rPr lang="en-US" sz="800" b="0">
                          <a:solidFill>
                            <a:schemeClr val="tx2">
                              <a:lumMod val="90000"/>
                              <a:lumOff val="10000"/>
                            </a:schemeClr>
                          </a:solidFill>
                          <a:latin typeface="+mn-lt"/>
                        </a:rPr>
                        <a:t> Project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Nokia &amp; customer project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Weekly Project Status Report -PM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e.g. weekly/ Wednesday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0377">
                <a:tc>
                  <a:txBody>
                    <a:bodyPr/>
                    <a:lstStyle/>
                    <a:p>
                      <a:r>
                        <a:rPr lang="en-US" sz="800" b="0" kern="1200">
                          <a:solidFill>
                            <a:schemeClr val="tx2">
                              <a:lumMod val="90000"/>
                              <a:lumOff val="10000"/>
                            </a:schemeClr>
                          </a:solidFill>
                          <a:latin typeface="+mn-lt"/>
                          <a:ea typeface="+mn-ea"/>
                          <a:cs typeface="+mn-cs"/>
                        </a:rPr>
                        <a:t>Fortnightly Governance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Nokia:</a:t>
                      </a:r>
                    </a:p>
                    <a:p>
                      <a:r>
                        <a:rPr lang="en-US" sz="800" b="0" kern="1200">
                          <a:solidFill>
                            <a:schemeClr val="tx2">
                              <a:lumMod val="90000"/>
                              <a:lumOff val="10000"/>
                            </a:schemeClr>
                          </a:solidFill>
                          <a:latin typeface="+mn-lt"/>
                          <a:ea typeface="+mn-ea"/>
                          <a:cs typeface="+mn-cs"/>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Governance Pack - PD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Every 2</a:t>
                      </a:r>
                      <a:r>
                        <a:rPr lang="en-US" sz="800" b="0" kern="1200" baseline="30000">
                          <a:solidFill>
                            <a:schemeClr val="tx2">
                              <a:lumMod val="90000"/>
                              <a:lumOff val="10000"/>
                            </a:schemeClr>
                          </a:solidFill>
                          <a:latin typeface="+mn-lt"/>
                          <a:ea typeface="+mn-ea"/>
                          <a:cs typeface="+mn-cs"/>
                        </a:rPr>
                        <a:t>nd</a:t>
                      </a:r>
                      <a:r>
                        <a:rPr lang="en-US" sz="800" b="0" kern="1200">
                          <a:solidFill>
                            <a:schemeClr val="tx2">
                              <a:lumMod val="90000"/>
                              <a:lumOff val="10000"/>
                            </a:schemeClr>
                          </a:solidFill>
                          <a:latin typeface="+mn-lt"/>
                          <a:ea typeface="+mn-ea"/>
                          <a:cs typeface="+mn-cs"/>
                        </a:rPr>
                        <a:t> week - Friday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PD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0377">
                <a:tc>
                  <a:txBody>
                    <a:bodyPr/>
                    <a:lstStyle/>
                    <a:p>
                      <a:r>
                        <a:rPr lang="en-US" sz="800" b="0" kern="1200">
                          <a:solidFill>
                            <a:schemeClr val="tx2">
                              <a:lumMod val="90000"/>
                              <a:lumOff val="10000"/>
                            </a:schemeClr>
                          </a:solidFill>
                          <a:latin typeface="+mn-lt"/>
                          <a:ea typeface="+mn-ea"/>
                          <a:cs typeface="+mn-cs"/>
                        </a:rPr>
                        <a:t>Monthly Steering 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Nokia:</a:t>
                      </a:r>
                    </a:p>
                    <a:p>
                      <a:r>
                        <a:rPr lang="en-US" sz="800" b="0" kern="1200">
                          <a:solidFill>
                            <a:schemeClr val="tx2">
                              <a:lumMod val="90000"/>
                              <a:lumOff val="10000"/>
                            </a:schemeClr>
                          </a:solidFill>
                          <a:latin typeface="+mn-lt"/>
                          <a:ea typeface="+mn-ea"/>
                          <a:cs typeface="+mn-cs"/>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Steering Co Pack - BGDM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Every month – 15th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8904401"/>
                  </a:ext>
                </a:extLst>
              </a:tr>
            </a:tbl>
          </a:graphicData>
        </a:graphic>
      </p:graphicFrame>
      <p:sp>
        <p:nvSpPr>
          <p:cNvPr id="2" name="Text Placeholder 1">
            <a:extLst>
              <a:ext uri="{FF2B5EF4-FFF2-40B4-BE49-F238E27FC236}">
                <a16:creationId xmlns:a16="http://schemas.microsoft.com/office/drawing/2014/main" id="{A568975F-AE3A-4DDA-D552-8A93ECAE4D27}"/>
              </a:ext>
            </a:extLst>
          </p:cNvPr>
          <p:cNvSpPr>
            <a:spLocks noGrp="1"/>
          </p:cNvSpPr>
          <p:nvPr>
            <p:ph type="body" sz="quarter" idx="12"/>
          </p:nvPr>
        </p:nvSpPr>
        <p:spPr>
          <a:xfrm>
            <a:off x="0" y="0"/>
            <a:ext cx="9144000" cy="318977"/>
          </a:xfrm>
        </p:spPr>
        <p:txBody>
          <a:bodyPr/>
          <a:lstStyle/>
          <a:p>
            <a:r>
              <a:rPr lang="pl-PL"/>
              <a:t> </a:t>
            </a:r>
            <a:r>
              <a:rPr lang="en-US"/>
              <a:t>Stakeholders, </a:t>
            </a:r>
            <a:r>
              <a:rPr lang="en-IN"/>
              <a:t>Communication</a:t>
            </a:r>
            <a:r>
              <a:rPr lang="pl-PL"/>
              <a:t> </a:t>
            </a:r>
            <a:r>
              <a:rPr lang="en-US"/>
              <a:t>&amp; Governance – Customer &amp; Internal</a:t>
            </a:r>
            <a:endParaRPr lang="pl-PL"/>
          </a:p>
        </p:txBody>
      </p:sp>
      <p:sp>
        <p:nvSpPr>
          <p:cNvPr id="4" name="Footer Placeholder 3">
            <a:extLst>
              <a:ext uri="{FF2B5EF4-FFF2-40B4-BE49-F238E27FC236}">
                <a16:creationId xmlns:a16="http://schemas.microsoft.com/office/drawing/2014/main" id="{FBA1C355-0B61-4793-0E66-13C81632594C}"/>
              </a:ext>
            </a:extLst>
          </p:cNvPr>
          <p:cNvSpPr>
            <a:spLocks noGrp="1"/>
          </p:cNvSpPr>
          <p:nvPr>
            <p:ph type="ftr" sz="quarter" idx="3"/>
          </p:nvPr>
        </p:nvSpPr>
        <p:spPr/>
        <p:txBody>
          <a:bodyPr/>
          <a:lstStyle/>
          <a:p>
            <a:r>
              <a:rPr lang="en-US"/>
              <a:t>Nokia Internal Use</a:t>
            </a:r>
          </a:p>
        </p:txBody>
      </p:sp>
      <p:sp>
        <p:nvSpPr>
          <p:cNvPr id="5" name="TextBox 4">
            <a:extLst>
              <a:ext uri="{FF2B5EF4-FFF2-40B4-BE49-F238E27FC236}">
                <a16:creationId xmlns:a16="http://schemas.microsoft.com/office/drawing/2014/main" id="{AEDF3897-DE56-F3A4-ADC4-9FBC62B0840D}"/>
              </a:ext>
            </a:extLst>
          </p:cNvPr>
          <p:cNvSpPr txBox="1"/>
          <p:nvPr/>
        </p:nvSpPr>
        <p:spPr>
          <a:xfrm>
            <a:off x="188583" y="509185"/>
            <a:ext cx="2434114" cy="232145"/>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200" b="1" i="0" u="none" strike="noStrike" kern="1200" cap="none" spc="0" normalizeH="0" baseline="0" noProof="0">
                <a:ln>
                  <a:noFill/>
                </a:ln>
                <a:solidFill>
                  <a:srgbClr val="0A0908"/>
                </a:solidFill>
                <a:effectLst/>
                <a:uLnTx/>
                <a:uFillTx/>
                <a:latin typeface="Nokia Pure Text Light"/>
                <a:ea typeface="+mn-ea"/>
                <a:cs typeface="+mn-cs"/>
              </a:rPr>
              <a:t>Key Customer Stakeholders</a:t>
            </a:r>
            <a:endParaRPr kumimoji="0" lang="en-IN" sz="1200" b="1" i="0" u="none" strike="noStrike" kern="1200" cap="none" spc="0" normalizeH="0" baseline="0" noProof="0">
              <a:ln>
                <a:noFill/>
              </a:ln>
              <a:solidFill>
                <a:srgbClr val="0A0908"/>
              </a:solidFill>
              <a:effectLst/>
              <a:uLnTx/>
              <a:uFillTx/>
              <a:latin typeface="Nokia Pure Text Light"/>
              <a:ea typeface="+mn-ea"/>
              <a:cs typeface="+mn-cs"/>
            </a:endParaRPr>
          </a:p>
        </p:txBody>
      </p:sp>
      <p:graphicFrame>
        <p:nvGraphicFramePr>
          <p:cNvPr id="6" name="Table 5">
            <a:extLst>
              <a:ext uri="{FF2B5EF4-FFF2-40B4-BE49-F238E27FC236}">
                <a16:creationId xmlns:a16="http://schemas.microsoft.com/office/drawing/2014/main" id="{5847EE39-5A8B-4EAC-5FDE-CF3388248823}"/>
              </a:ext>
            </a:extLst>
          </p:cNvPr>
          <p:cNvGraphicFramePr>
            <a:graphicFrameLocks noGrp="1"/>
          </p:cNvGraphicFramePr>
          <p:nvPr>
            <p:extLst>
              <p:ext uri="{D42A27DB-BD31-4B8C-83A1-F6EECF244321}">
                <p14:modId xmlns:p14="http://schemas.microsoft.com/office/powerpoint/2010/main" val="1886929083"/>
              </p:ext>
            </p:extLst>
          </p:nvPr>
        </p:nvGraphicFramePr>
        <p:xfrm>
          <a:off x="188583" y="741330"/>
          <a:ext cx="4054233" cy="986272"/>
        </p:xfrm>
        <a:graphic>
          <a:graphicData uri="http://schemas.openxmlformats.org/drawingml/2006/table">
            <a:tbl>
              <a:tblPr firstRow="1" bandRow="1">
                <a:tableStyleId>{5C22544A-7EE6-4342-B048-85BDC9FD1C3A}</a:tableStyleId>
              </a:tblPr>
              <a:tblGrid>
                <a:gridCol w="1219593">
                  <a:extLst>
                    <a:ext uri="{9D8B030D-6E8A-4147-A177-3AD203B41FA5}">
                      <a16:colId xmlns:a16="http://schemas.microsoft.com/office/drawing/2014/main" val="264582186"/>
                    </a:ext>
                  </a:extLst>
                </a:gridCol>
                <a:gridCol w="1152144">
                  <a:extLst>
                    <a:ext uri="{9D8B030D-6E8A-4147-A177-3AD203B41FA5}">
                      <a16:colId xmlns:a16="http://schemas.microsoft.com/office/drawing/2014/main" val="1529419088"/>
                    </a:ext>
                  </a:extLst>
                </a:gridCol>
                <a:gridCol w="1682496">
                  <a:extLst>
                    <a:ext uri="{9D8B030D-6E8A-4147-A177-3AD203B41FA5}">
                      <a16:colId xmlns:a16="http://schemas.microsoft.com/office/drawing/2014/main" val="3079529392"/>
                    </a:ext>
                  </a:extLst>
                </a:gridCol>
              </a:tblGrid>
              <a:tr h="344546">
                <a:tc>
                  <a:txBody>
                    <a:bodyPr/>
                    <a:lstStyle/>
                    <a:p>
                      <a:r>
                        <a:rPr lang="en-US" sz="900"/>
                        <a:t>Name</a:t>
                      </a:r>
                      <a:endParaRPr lang="en-IN" sz="900"/>
                    </a:p>
                  </a:txBody>
                  <a:tcPr>
                    <a:solidFill>
                      <a:schemeClr val="tx2">
                        <a:lumMod val="90000"/>
                        <a:lumOff val="10000"/>
                      </a:schemeClr>
                    </a:solidFill>
                  </a:tcPr>
                </a:tc>
                <a:tc>
                  <a:txBody>
                    <a:bodyPr/>
                    <a:lstStyle/>
                    <a:p>
                      <a:r>
                        <a:rPr lang="en-US" sz="900"/>
                        <a:t>Team</a:t>
                      </a:r>
                      <a:endParaRPr lang="en-IN" sz="900"/>
                    </a:p>
                  </a:txBody>
                  <a:tcPr>
                    <a:solidFill>
                      <a:schemeClr val="tx2">
                        <a:lumMod val="90000"/>
                        <a:lumOff val="10000"/>
                      </a:schemeClr>
                    </a:solidFill>
                  </a:tcPr>
                </a:tc>
                <a:tc>
                  <a:txBody>
                    <a:bodyPr/>
                    <a:lstStyle/>
                    <a:p>
                      <a:r>
                        <a:rPr lang="en-US" sz="900"/>
                        <a:t>Role &amp; Designation</a:t>
                      </a:r>
                      <a:endParaRPr lang="en-IN" sz="900"/>
                    </a:p>
                  </a:txBody>
                  <a:tcPr>
                    <a:solidFill>
                      <a:schemeClr val="tx2">
                        <a:lumMod val="90000"/>
                        <a:lumOff val="10000"/>
                      </a:schemeClr>
                    </a:solidFill>
                  </a:tcPr>
                </a:tc>
                <a:extLst>
                  <a:ext uri="{0D108BD9-81ED-4DB2-BD59-A6C34878D82A}">
                    <a16:rowId xmlns:a16="http://schemas.microsoft.com/office/drawing/2014/main" val="3904836634"/>
                  </a:ext>
                </a:extLst>
              </a:tr>
              <a:tr h="276109">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269513629"/>
                  </a:ext>
                </a:extLst>
              </a:tr>
              <a:tr h="344546">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921057075"/>
                  </a:ext>
                </a:extLst>
              </a:tr>
            </a:tbl>
          </a:graphicData>
        </a:graphic>
      </p:graphicFrame>
      <p:sp>
        <p:nvSpPr>
          <p:cNvPr id="7" name="TextBox 6">
            <a:extLst>
              <a:ext uri="{FF2B5EF4-FFF2-40B4-BE49-F238E27FC236}">
                <a16:creationId xmlns:a16="http://schemas.microsoft.com/office/drawing/2014/main" id="{15CD40FE-1F04-7CB2-90CA-F4E7C1211721}"/>
              </a:ext>
            </a:extLst>
          </p:cNvPr>
          <p:cNvSpPr txBox="1"/>
          <p:nvPr/>
        </p:nvSpPr>
        <p:spPr>
          <a:xfrm>
            <a:off x="4757039" y="438790"/>
            <a:ext cx="2434114" cy="232145"/>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200" b="1" i="0" u="none" strike="noStrike" kern="1200" cap="none" spc="0" normalizeH="0" baseline="0" noProof="0">
                <a:ln>
                  <a:noFill/>
                </a:ln>
                <a:solidFill>
                  <a:srgbClr val="0A0908"/>
                </a:solidFill>
                <a:effectLst/>
                <a:uLnTx/>
                <a:uFillTx/>
                <a:latin typeface="Nokia Pure Text Light"/>
                <a:ea typeface="+mn-ea"/>
                <a:cs typeface="+mn-cs"/>
              </a:rPr>
              <a:t>Key Nokia Stakeholders</a:t>
            </a:r>
            <a:endParaRPr kumimoji="0" lang="en-IN" sz="1200" b="1" i="0" u="none" strike="noStrike" kern="1200" cap="none" spc="0" normalizeH="0" baseline="0" noProof="0">
              <a:ln>
                <a:noFill/>
              </a:ln>
              <a:solidFill>
                <a:srgbClr val="0A0908"/>
              </a:solidFill>
              <a:effectLst/>
              <a:uLnTx/>
              <a:uFillTx/>
              <a:latin typeface="Nokia Pure Text Light"/>
              <a:ea typeface="+mn-ea"/>
              <a:cs typeface="+mn-cs"/>
            </a:endParaRPr>
          </a:p>
        </p:txBody>
      </p:sp>
      <p:graphicFrame>
        <p:nvGraphicFramePr>
          <p:cNvPr id="8" name="Table 7">
            <a:extLst>
              <a:ext uri="{FF2B5EF4-FFF2-40B4-BE49-F238E27FC236}">
                <a16:creationId xmlns:a16="http://schemas.microsoft.com/office/drawing/2014/main" id="{E47F1331-19B9-5D4E-C04D-1FDA4EDE0648}"/>
              </a:ext>
            </a:extLst>
          </p:cNvPr>
          <p:cNvGraphicFramePr>
            <a:graphicFrameLocks noGrp="1"/>
          </p:cNvGraphicFramePr>
          <p:nvPr>
            <p:extLst>
              <p:ext uri="{D42A27DB-BD31-4B8C-83A1-F6EECF244321}">
                <p14:modId xmlns:p14="http://schemas.microsoft.com/office/powerpoint/2010/main" val="719780756"/>
              </p:ext>
            </p:extLst>
          </p:nvPr>
        </p:nvGraphicFramePr>
        <p:xfrm>
          <a:off x="4757039" y="741330"/>
          <a:ext cx="4198378" cy="965200"/>
        </p:xfrm>
        <a:graphic>
          <a:graphicData uri="http://schemas.openxmlformats.org/drawingml/2006/table">
            <a:tbl>
              <a:tblPr firstRow="1" bandRow="1">
                <a:tableStyleId>{5C22544A-7EE6-4342-B048-85BDC9FD1C3A}</a:tableStyleId>
              </a:tblPr>
              <a:tblGrid>
                <a:gridCol w="1451737">
                  <a:extLst>
                    <a:ext uri="{9D8B030D-6E8A-4147-A177-3AD203B41FA5}">
                      <a16:colId xmlns:a16="http://schemas.microsoft.com/office/drawing/2014/main" val="264582186"/>
                    </a:ext>
                  </a:extLst>
                </a:gridCol>
                <a:gridCol w="1280160">
                  <a:extLst>
                    <a:ext uri="{9D8B030D-6E8A-4147-A177-3AD203B41FA5}">
                      <a16:colId xmlns:a16="http://schemas.microsoft.com/office/drawing/2014/main" val="1529419088"/>
                    </a:ext>
                  </a:extLst>
                </a:gridCol>
                <a:gridCol w="1466481">
                  <a:extLst>
                    <a:ext uri="{9D8B030D-6E8A-4147-A177-3AD203B41FA5}">
                      <a16:colId xmlns:a16="http://schemas.microsoft.com/office/drawing/2014/main" val="3079529392"/>
                    </a:ext>
                  </a:extLst>
                </a:gridCol>
              </a:tblGrid>
              <a:tr h="370840">
                <a:tc>
                  <a:txBody>
                    <a:bodyPr/>
                    <a:lstStyle/>
                    <a:p>
                      <a:r>
                        <a:rPr lang="en-US" sz="900"/>
                        <a:t>Name</a:t>
                      </a:r>
                      <a:endParaRPr lang="en-IN" sz="900"/>
                    </a:p>
                  </a:txBody>
                  <a:tcPr>
                    <a:solidFill>
                      <a:schemeClr val="tx2">
                        <a:lumMod val="90000"/>
                        <a:lumOff val="10000"/>
                      </a:schemeClr>
                    </a:solidFill>
                  </a:tcPr>
                </a:tc>
                <a:tc>
                  <a:txBody>
                    <a:bodyPr/>
                    <a:lstStyle/>
                    <a:p>
                      <a:r>
                        <a:rPr lang="en-US" sz="900"/>
                        <a:t>Team</a:t>
                      </a:r>
                      <a:endParaRPr lang="en-IN" sz="900"/>
                    </a:p>
                  </a:txBody>
                  <a:tcPr>
                    <a:solidFill>
                      <a:schemeClr val="tx2">
                        <a:lumMod val="90000"/>
                        <a:lumOff val="10000"/>
                      </a:schemeClr>
                    </a:solidFill>
                  </a:tcPr>
                </a:tc>
                <a:tc>
                  <a:txBody>
                    <a:bodyPr/>
                    <a:lstStyle/>
                    <a:p>
                      <a:r>
                        <a:rPr lang="en-US" sz="900"/>
                        <a:t>Role &amp; Designation</a:t>
                      </a:r>
                      <a:endParaRPr lang="en-IN" sz="900"/>
                    </a:p>
                  </a:txBody>
                  <a:tcPr>
                    <a:solidFill>
                      <a:schemeClr val="tx2">
                        <a:lumMod val="90000"/>
                        <a:lumOff val="10000"/>
                      </a:schemeClr>
                    </a:solidFill>
                  </a:tcPr>
                </a:tc>
                <a:extLst>
                  <a:ext uri="{0D108BD9-81ED-4DB2-BD59-A6C34878D82A}">
                    <a16:rowId xmlns:a16="http://schemas.microsoft.com/office/drawing/2014/main" val="3904836634"/>
                  </a:ext>
                </a:extLst>
              </a:tr>
              <a:tr h="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269513629"/>
                  </a:ext>
                </a:extLst>
              </a:tr>
              <a:tr h="213887">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921057075"/>
                  </a:ext>
                </a:extLst>
              </a:tr>
            </a:tbl>
          </a:graphicData>
        </a:graphic>
      </p:graphicFrame>
      <p:sp>
        <p:nvSpPr>
          <p:cNvPr id="13" name="TextBox 12">
            <a:extLst>
              <a:ext uri="{FF2B5EF4-FFF2-40B4-BE49-F238E27FC236}">
                <a16:creationId xmlns:a16="http://schemas.microsoft.com/office/drawing/2014/main" id="{0EB1AB5D-C991-AB5F-81AE-75A0DF9A81A6}"/>
              </a:ext>
            </a:extLst>
          </p:cNvPr>
          <p:cNvSpPr txBox="1"/>
          <p:nvPr/>
        </p:nvSpPr>
        <p:spPr>
          <a:xfrm>
            <a:off x="188583" y="1785225"/>
            <a:ext cx="2434114" cy="232145"/>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200" b="1" i="0" u="none" strike="noStrike" kern="1200" cap="none" spc="0" normalizeH="0" baseline="0" noProof="0">
                <a:ln>
                  <a:noFill/>
                </a:ln>
                <a:solidFill>
                  <a:srgbClr val="0A0908"/>
                </a:solidFill>
                <a:effectLst/>
                <a:uLnTx/>
                <a:uFillTx/>
                <a:latin typeface="Nokia Pure Text Light"/>
                <a:ea typeface="+mn-ea"/>
                <a:cs typeface="+mn-cs"/>
              </a:rPr>
              <a:t>Customer Meeting &amp; Governance</a:t>
            </a:r>
            <a:endParaRPr kumimoji="0" lang="en-IN" sz="1200" b="1" i="0" u="none" strike="noStrike" kern="1200" cap="none" spc="0" normalizeH="0" baseline="0" noProof="0">
              <a:ln>
                <a:noFill/>
              </a:ln>
              <a:solidFill>
                <a:srgbClr val="0A0908"/>
              </a:solidFill>
              <a:effectLst/>
              <a:uLnTx/>
              <a:uFillTx/>
              <a:latin typeface="Nokia Pure Text Light"/>
              <a:ea typeface="+mn-ea"/>
              <a:cs typeface="+mn-cs"/>
            </a:endParaRPr>
          </a:p>
        </p:txBody>
      </p:sp>
      <p:graphicFrame>
        <p:nvGraphicFramePr>
          <p:cNvPr id="14" name="Table 13">
            <a:extLst>
              <a:ext uri="{FF2B5EF4-FFF2-40B4-BE49-F238E27FC236}">
                <a16:creationId xmlns:a16="http://schemas.microsoft.com/office/drawing/2014/main" id="{B7EF1A05-30CB-5E25-BF45-B45B596194D8}"/>
              </a:ext>
            </a:extLst>
          </p:cNvPr>
          <p:cNvGraphicFramePr>
            <a:graphicFrameLocks noGrp="1"/>
          </p:cNvGraphicFramePr>
          <p:nvPr>
            <p:extLst>
              <p:ext uri="{D42A27DB-BD31-4B8C-83A1-F6EECF244321}">
                <p14:modId xmlns:p14="http://schemas.microsoft.com/office/powerpoint/2010/main" val="540167473"/>
              </p:ext>
            </p:extLst>
          </p:nvPr>
        </p:nvGraphicFramePr>
        <p:xfrm>
          <a:off x="188581" y="3739698"/>
          <a:ext cx="8766832" cy="1337229"/>
        </p:xfrm>
        <a:graphic>
          <a:graphicData uri="http://schemas.openxmlformats.org/drawingml/2006/table">
            <a:tbl>
              <a:tblPr firstRow="1" bandRow="1">
                <a:tableStyleId>{5C22544A-7EE6-4342-B048-85BDC9FD1C3A}</a:tableStyleId>
              </a:tblPr>
              <a:tblGrid>
                <a:gridCol w="1754788">
                  <a:extLst>
                    <a:ext uri="{9D8B030D-6E8A-4147-A177-3AD203B41FA5}">
                      <a16:colId xmlns:a16="http://schemas.microsoft.com/office/drawing/2014/main" val="3859367790"/>
                    </a:ext>
                  </a:extLst>
                </a:gridCol>
                <a:gridCol w="1754788">
                  <a:extLst>
                    <a:ext uri="{9D8B030D-6E8A-4147-A177-3AD203B41FA5}">
                      <a16:colId xmlns:a16="http://schemas.microsoft.com/office/drawing/2014/main" val="20000"/>
                    </a:ext>
                  </a:extLst>
                </a:gridCol>
                <a:gridCol w="1191810">
                  <a:extLst>
                    <a:ext uri="{9D8B030D-6E8A-4147-A177-3AD203B41FA5}">
                      <a16:colId xmlns:a16="http://schemas.microsoft.com/office/drawing/2014/main" val="20001"/>
                    </a:ext>
                  </a:extLst>
                </a:gridCol>
                <a:gridCol w="1672600">
                  <a:extLst>
                    <a:ext uri="{9D8B030D-6E8A-4147-A177-3AD203B41FA5}">
                      <a16:colId xmlns:a16="http://schemas.microsoft.com/office/drawing/2014/main" val="20002"/>
                    </a:ext>
                  </a:extLst>
                </a:gridCol>
                <a:gridCol w="1315561">
                  <a:extLst>
                    <a:ext uri="{9D8B030D-6E8A-4147-A177-3AD203B41FA5}">
                      <a16:colId xmlns:a16="http://schemas.microsoft.com/office/drawing/2014/main" val="20003"/>
                    </a:ext>
                  </a:extLst>
                </a:gridCol>
                <a:gridCol w="1077285">
                  <a:extLst>
                    <a:ext uri="{9D8B030D-6E8A-4147-A177-3AD203B41FA5}">
                      <a16:colId xmlns:a16="http://schemas.microsoft.com/office/drawing/2014/main" val="20004"/>
                    </a:ext>
                  </a:extLst>
                </a:gridCol>
              </a:tblGrid>
              <a:tr h="331389">
                <a:tc>
                  <a:txBody>
                    <a:bodyPr/>
                    <a:lstStyle/>
                    <a:p>
                      <a:r>
                        <a:rPr lang="en-US" sz="900"/>
                        <a:t>Comms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Stakeholders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Artefact - 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r>
                        <a:rPr lang="en-US" sz="900"/>
                        <a:t>Frequency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a:t>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10000"/>
                  </a:ext>
                </a:extLst>
              </a:tr>
              <a:tr h="260377">
                <a:tc>
                  <a:txBody>
                    <a:bodyPr/>
                    <a:lstStyle/>
                    <a:p>
                      <a:r>
                        <a:rPr lang="en-US" sz="800" b="0" kern="1200">
                          <a:solidFill>
                            <a:schemeClr val="tx2">
                              <a:lumMod val="90000"/>
                              <a:lumOff val="10000"/>
                            </a:schemeClr>
                          </a:solidFill>
                          <a:latin typeface="+mn-lt"/>
                          <a:ea typeface="+mn-ea"/>
                          <a:cs typeface="+mn-cs"/>
                        </a:rPr>
                        <a:t>Weekly</a:t>
                      </a:r>
                      <a:r>
                        <a:rPr lang="en-US" sz="800" b="0">
                          <a:solidFill>
                            <a:schemeClr val="tx2">
                              <a:lumMod val="90000"/>
                              <a:lumOff val="10000"/>
                            </a:schemeClr>
                          </a:solidFill>
                          <a:latin typeface="+mn-lt"/>
                        </a:rPr>
                        <a:t> Project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Nokia project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Internal weekly Project Status Report -PM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e.g. weekly/ Wednesday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PM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0377">
                <a:tc>
                  <a:txBody>
                    <a:bodyPr/>
                    <a:lstStyle/>
                    <a:p>
                      <a:r>
                        <a:rPr lang="en-US" sz="800" b="0" kern="1200">
                          <a:solidFill>
                            <a:schemeClr val="tx2">
                              <a:lumMod val="90000"/>
                              <a:lumOff val="10000"/>
                            </a:schemeClr>
                          </a:solidFill>
                          <a:latin typeface="+mn-lt"/>
                          <a:ea typeface="+mn-ea"/>
                          <a:cs typeface="+mn-cs"/>
                        </a:rPr>
                        <a:t>Internal  Sales/Delivery Governance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PM, TDL, 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Internal Governance Pack - PD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Every 2</a:t>
                      </a:r>
                      <a:r>
                        <a:rPr lang="en-US" sz="800" b="0" kern="1200" baseline="30000">
                          <a:solidFill>
                            <a:schemeClr val="tx2">
                              <a:lumMod val="90000"/>
                              <a:lumOff val="10000"/>
                            </a:schemeClr>
                          </a:solidFill>
                          <a:latin typeface="+mn-lt"/>
                          <a:ea typeface="+mn-ea"/>
                          <a:cs typeface="+mn-cs"/>
                        </a:rPr>
                        <a:t>nd</a:t>
                      </a:r>
                      <a:r>
                        <a:rPr lang="en-US" sz="800" b="0" kern="1200">
                          <a:solidFill>
                            <a:schemeClr val="tx2">
                              <a:lumMod val="90000"/>
                              <a:lumOff val="10000"/>
                            </a:schemeClr>
                          </a:solidFill>
                          <a:latin typeface="+mn-lt"/>
                          <a:ea typeface="+mn-ea"/>
                          <a:cs typeface="+mn-cs"/>
                        </a:rPr>
                        <a:t> week - Friday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PD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0377">
                <a:tc>
                  <a:txBody>
                    <a:bodyPr/>
                    <a:lstStyle/>
                    <a:p>
                      <a:r>
                        <a:rPr lang="en-US" sz="800" b="0" kern="1200">
                          <a:solidFill>
                            <a:schemeClr val="tx2">
                              <a:lumMod val="90000"/>
                              <a:lumOff val="10000"/>
                            </a:schemeClr>
                          </a:solidFill>
                          <a:latin typeface="+mn-lt"/>
                          <a:ea typeface="+mn-ea"/>
                          <a:cs typeface="+mn-cs"/>
                        </a:rPr>
                        <a:t>Internal Delivery Governance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Nokia:</a:t>
                      </a:r>
                    </a:p>
                    <a:p>
                      <a:r>
                        <a:rPr lang="en-US" sz="800" b="0" kern="1200">
                          <a:solidFill>
                            <a:schemeClr val="tx2">
                              <a:lumMod val="90000"/>
                              <a:lumOff val="10000"/>
                            </a:schemeClr>
                          </a:solidFill>
                          <a:latin typeface="+mn-lt"/>
                          <a:ea typeface="+mn-ea"/>
                          <a:cs typeface="+mn-cs"/>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a:solidFill>
                            <a:schemeClr val="tx2">
                              <a:lumMod val="90000"/>
                              <a:lumOff val="10000"/>
                            </a:schemeClr>
                          </a:solidFill>
                          <a:latin typeface="+mn-lt"/>
                        </a:rPr>
                        <a:t>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Internal Steering Co Pack - BGDM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Every month – 15th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800" b="0" kern="1200">
                          <a:solidFill>
                            <a:schemeClr val="tx2">
                              <a:lumMod val="90000"/>
                              <a:lumOff val="10000"/>
                            </a:schemeClr>
                          </a:solidFill>
                          <a:latin typeface="+mn-lt"/>
                          <a:ea typeface="+mn-ea"/>
                          <a:cs typeface="+mn-cs"/>
                        </a:rPr>
                        <a:t>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8904401"/>
                  </a:ext>
                </a:extLst>
              </a:tr>
            </a:tbl>
          </a:graphicData>
        </a:graphic>
      </p:graphicFrame>
      <p:sp>
        <p:nvSpPr>
          <p:cNvPr id="15" name="TextBox 14">
            <a:extLst>
              <a:ext uri="{FF2B5EF4-FFF2-40B4-BE49-F238E27FC236}">
                <a16:creationId xmlns:a16="http://schemas.microsoft.com/office/drawing/2014/main" id="{88AE9D62-2806-70E5-43A7-59DF62A68F59}"/>
              </a:ext>
            </a:extLst>
          </p:cNvPr>
          <p:cNvSpPr txBox="1"/>
          <p:nvPr/>
        </p:nvSpPr>
        <p:spPr>
          <a:xfrm>
            <a:off x="188583" y="3507553"/>
            <a:ext cx="2434114" cy="232145"/>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sz="1200" b="1" i="0" u="none" strike="noStrike" kern="1200" cap="none" spc="0" normalizeH="0" baseline="0" noProof="0">
                <a:ln>
                  <a:noFill/>
                </a:ln>
                <a:solidFill>
                  <a:srgbClr val="0A0908"/>
                </a:solidFill>
                <a:effectLst/>
                <a:uLnTx/>
                <a:uFillTx/>
                <a:latin typeface="Nokia Pure Text Light"/>
                <a:ea typeface="+mn-ea"/>
                <a:cs typeface="+mn-cs"/>
              </a:rPr>
              <a:t>Internal Meeting &amp; Governance</a:t>
            </a:r>
            <a:endParaRPr kumimoji="0" lang="en-IN" sz="1200" b="1" i="0" u="none" strike="noStrike" kern="1200" cap="none" spc="0" normalizeH="0" baseline="0" noProof="0">
              <a:ln>
                <a:noFill/>
              </a:ln>
              <a:solidFill>
                <a:srgbClr val="0A0908"/>
              </a:solidFill>
              <a:effectLst/>
              <a:uLnTx/>
              <a:uFillTx/>
              <a:latin typeface="Nokia Pure Text Light"/>
              <a:ea typeface="+mn-ea"/>
              <a:cs typeface="+mn-cs"/>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5515F1-32C4-2A4C-D589-E351D4E4C814}"/>
              </a:ext>
            </a:extLst>
          </p:cNvPr>
          <p:cNvSpPr>
            <a:spLocks noGrp="1"/>
          </p:cNvSpPr>
          <p:nvPr>
            <p:ph type="body" sz="quarter" idx="12"/>
          </p:nvPr>
        </p:nvSpPr>
        <p:spPr>
          <a:xfrm>
            <a:off x="76200" y="0"/>
            <a:ext cx="8908774" cy="340654"/>
          </a:xfrm>
        </p:spPr>
        <p:txBody>
          <a:bodyPr/>
          <a:lstStyle/>
          <a:p>
            <a:r>
              <a:rPr lang="en-US" err="1"/>
              <a:t>SoR</a:t>
            </a:r>
            <a:r>
              <a:rPr lang="en-US"/>
              <a:t> – Customer vs Nokia, Nokia Internal, Nokia vs Supplier</a:t>
            </a:r>
          </a:p>
          <a:p>
            <a:endParaRPr lang="en-US"/>
          </a:p>
        </p:txBody>
      </p:sp>
      <p:sp>
        <p:nvSpPr>
          <p:cNvPr id="3" name="Text Placeholder 2">
            <a:extLst>
              <a:ext uri="{FF2B5EF4-FFF2-40B4-BE49-F238E27FC236}">
                <a16:creationId xmlns:a16="http://schemas.microsoft.com/office/drawing/2014/main" id="{C89DAE18-5E10-0C7B-8CD0-6E302F28B591}"/>
              </a:ext>
            </a:extLst>
          </p:cNvPr>
          <p:cNvSpPr>
            <a:spLocks noGrp="1"/>
          </p:cNvSpPr>
          <p:nvPr>
            <p:ph type="body" sz="quarter" idx="13"/>
          </p:nvPr>
        </p:nvSpPr>
        <p:spPr/>
        <p:txBody>
          <a:bodyPr/>
          <a:lstStyle/>
          <a:p>
            <a:r>
              <a:rPr lang="pl-PL"/>
              <a:t> </a:t>
            </a:r>
          </a:p>
        </p:txBody>
      </p:sp>
      <p:sp>
        <p:nvSpPr>
          <p:cNvPr id="4" name="Footer Placeholder 3">
            <a:extLst>
              <a:ext uri="{FF2B5EF4-FFF2-40B4-BE49-F238E27FC236}">
                <a16:creationId xmlns:a16="http://schemas.microsoft.com/office/drawing/2014/main" id="{2E95D497-4533-F18E-1081-B6BF49752C71}"/>
              </a:ext>
            </a:extLst>
          </p:cNvPr>
          <p:cNvSpPr>
            <a:spLocks noGrp="1"/>
          </p:cNvSpPr>
          <p:nvPr>
            <p:ph type="ftr" sz="quarter" idx="3"/>
          </p:nvPr>
        </p:nvSpPr>
        <p:spPr/>
        <p:txBody>
          <a:bodyPr/>
          <a:lstStyle/>
          <a:p>
            <a:r>
              <a:rPr lang="en-US"/>
              <a:t>Nokia Internal Use</a:t>
            </a:r>
          </a:p>
        </p:txBody>
      </p:sp>
      <p:graphicFrame>
        <p:nvGraphicFramePr>
          <p:cNvPr id="5" name="Table 4">
            <a:extLst>
              <a:ext uri="{FF2B5EF4-FFF2-40B4-BE49-F238E27FC236}">
                <a16:creationId xmlns:a16="http://schemas.microsoft.com/office/drawing/2014/main" id="{1B297DB5-E436-596A-22AB-62B8DD399B71}"/>
              </a:ext>
            </a:extLst>
          </p:cNvPr>
          <p:cNvGraphicFramePr>
            <a:graphicFrameLocks noGrp="1"/>
          </p:cNvGraphicFramePr>
          <p:nvPr>
            <p:extLst>
              <p:ext uri="{D42A27DB-BD31-4B8C-83A1-F6EECF244321}">
                <p14:modId xmlns:p14="http://schemas.microsoft.com/office/powerpoint/2010/main" val="1548466717"/>
              </p:ext>
            </p:extLst>
          </p:nvPr>
        </p:nvGraphicFramePr>
        <p:xfrm>
          <a:off x="262268" y="801940"/>
          <a:ext cx="3558364" cy="1854200"/>
        </p:xfrm>
        <a:graphic>
          <a:graphicData uri="http://schemas.openxmlformats.org/drawingml/2006/table">
            <a:tbl>
              <a:tblPr firstRow="1" bandRow="1">
                <a:tableStyleId>{69012ECD-51FC-41F1-AA8D-1B2483CD663E}</a:tableStyleId>
              </a:tblPr>
              <a:tblGrid>
                <a:gridCol w="1574382">
                  <a:extLst>
                    <a:ext uri="{9D8B030D-6E8A-4147-A177-3AD203B41FA5}">
                      <a16:colId xmlns:a16="http://schemas.microsoft.com/office/drawing/2014/main" val="3185077685"/>
                    </a:ext>
                  </a:extLst>
                </a:gridCol>
                <a:gridCol w="998855">
                  <a:extLst>
                    <a:ext uri="{9D8B030D-6E8A-4147-A177-3AD203B41FA5}">
                      <a16:colId xmlns:a16="http://schemas.microsoft.com/office/drawing/2014/main" val="2410676601"/>
                    </a:ext>
                  </a:extLst>
                </a:gridCol>
                <a:gridCol w="985127">
                  <a:extLst>
                    <a:ext uri="{9D8B030D-6E8A-4147-A177-3AD203B41FA5}">
                      <a16:colId xmlns:a16="http://schemas.microsoft.com/office/drawing/2014/main" val="2555133277"/>
                    </a:ext>
                  </a:extLst>
                </a:gridCol>
              </a:tblGrid>
              <a:tr h="370840">
                <a:tc>
                  <a:txBody>
                    <a:bodyPr/>
                    <a:lstStyle/>
                    <a:p>
                      <a:r>
                        <a:rPr lang="en-US"/>
                        <a:t>Activity</a:t>
                      </a:r>
                      <a:endParaRPr lang="en-IN"/>
                    </a:p>
                  </a:txBody>
                  <a:tcPr/>
                </a:tc>
                <a:tc>
                  <a:txBody>
                    <a:bodyPr/>
                    <a:lstStyle/>
                    <a:p>
                      <a:pPr algn="ctr"/>
                      <a:r>
                        <a:rPr lang="en-US"/>
                        <a:t>Customer</a:t>
                      </a:r>
                      <a:endParaRPr lang="en-IN"/>
                    </a:p>
                  </a:txBody>
                  <a:tcPr/>
                </a:tc>
                <a:tc>
                  <a:txBody>
                    <a:bodyPr/>
                    <a:lstStyle/>
                    <a:p>
                      <a:pPr algn="ctr"/>
                      <a:r>
                        <a:rPr lang="en-US"/>
                        <a:t>Nokia</a:t>
                      </a:r>
                      <a:endParaRPr lang="en-IN"/>
                    </a:p>
                  </a:txBody>
                  <a:tcPr/>
                </a:tc>
                <a:extLst>
                  <a:ext uri="{0D108BD9-81ED-4DB2-BD59-A6C34878D82A}">
                    <a16:rowId xmlns:a16="http://schemas.microsoft.com/office/drawing/2014/main" val="196276596"/>
                  </a:ext>
                </a:extLst>
              </a:tr>
              <a:tr h="370840">
                <a:tc>
                  <a:txBody>
                    <a:bodyPr/>
                    <a:lstStyle/>
                    <a:p>
                      <a:r>
                        <a:rPr lang="en-US">
                          <a:solidFill>
                            <a:srgbClr val="0A0908"/>
                          </a:solidFill>
                        </a:rPr>
                        <a:t>Activity</a:t>
                      </a:r>
                      <a:endParaRPr lang="en-IN">
                        <a:solidFill>
                          <a:srgbClr val="0A0908"/>
                        </a:solidFill>
                      </a:endParaRPr>
                    </a:p>
                  </a:txBody>
                  <a:tcPr/>
                </a:tc>
                <a:tc>
                  <a:txBody>
                    <a:bodyPr/>
                    <a:lstStyle/>
                    <a:p>
                      <a:pPr algn="ctr"/>
                      <a:r>
                        <a:rPr lang="en-US">
                          <a:solidFill>
                            <a:srgbClr val="0A0908"/>
                          </a:solidFill>
                        </a:rPr>
                        <a:t>R</a:t>
                      </a:r>
                      <a:endParaRPr lang="en-IN">
                        <a:solidFill>
                          <a:srgbClr val="0A0908"/>
                        </a:solidFill>
                      </a:endParaRPr>
                    </a:p>
                  </a:txBody>
                  <a:tcPr/>
                </a:tc>
                <a:tc>
                  <a:txBody>
                    <a:bodyPr/>
                    <a:lstStyle/>
                    <a:p>
                      <a:pPr algn="ctr"/>
                      <a:r>
                        <a:rPr lang="en-US">
                          <a:solidFill>
                            <a:srgbClr val="0A0908"/>
                          </a:solidFill>
                        </a:rPr>
                        <a:t>S</a:t>
                      </a:r>
                      <a:endParaRPr lang="en-IN">
                        <a:solidFill>
                          <a:srgbClr val="0A0908"/>
                        </a:solidFill>
                      </a:endParaRPr>
                    </a:p>
                  </a:txBody>
                  <a:tcPr/>
                </a:tc>
                <a:extLst>
                  <a:ext uri="{0D108BD9-81ED-4DB2-BD59-A6C34878D82A}">
                    <a16:rowId xmlns:a16="http://schemas.microsoft.com/office/drawing/2014/main" val="1536229340"/>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800987018"/>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57527598"/>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236567589"/>
                  </a:ext>
                </a:extLst>
              </a:tr>
            </a:tbl>
          </a:graphicData>
        </a:graphic>
      </p:graphicFrame>
      <p:sp>
        <p:nvSpPr>
          <p:cNvPr id="6" name="TextBox 5">
            <a:extLst>
              <a:ext uri="{FF2B5EF4-FFF2-40B4-BE49-F238E27FC236}">
                <a16:creationId xmlns:a16="http://schemas.microsoft.com/office/drawing/2014/main" id="{E11FB2BB-350D-C47E-0294-5100502A73E7}"/>
              </a:ext>
            </a:extLst>
          </p:cNvPr>
          <p:cNvSpPr txBox="1"/>
          <p:nvPr/>
        </p:nvSpPr>
        <p:spPr>
          <a:xfrm>
            <a:off x="262269" y="567070"/>
            <a:ext cx="3558364" cy="340654"/>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en-US" sz="1200" b="1">
                <a:solidFill>
                  <a:schemeClr val="tx2"/>
                </a:solidFill>
                <a:latin typeface="Nokia Pure Text Light"/>
              </a:rPr>
              <a:t>Customer &amp; Nokia SOR</a:t>
            </a:r>
            <a:endParaRPr kumimoji="0" lang="en-IN" sz="1200" b="1" i="0" u="none" strike="noStrike" kern="1200" cap="none" spc="0" normalizeH="0" baseline="0" noProof="0">
              <a:ln>
                <a:noFill/>
              </a:ln>
              <a:solidFill>
                <a:schemeClr val="tx2"/>
              </a:solidFill>
              <a:effectLst/>
              <a:uLnTx/>
              <a:uFillTx/>
              <a:latin typeface="Nokia Pure Text Light"/>
              <a:ea typeface="+mn-ea"/>
              <a:cs typeface="+mn-cs"/>
            </a:endParaRPr>
          </a:p>
        </p:txBody>
      </p:sp>
      <p:graphicFrame>
        <p:nvGraphicFramePr>
          <p:cNvPr id="7" name="Table 6">
            <a:extLst>
              <a:ext uri="{FF2B5EF4-FFF2-40B4-BE49-F238E27FC236}">
                <a16:creationId xmlns:a16="http://schemas.microsoft.com/office/drawing/2014/main" id="{8261B8FD-8CE1-34DF-141A-CDBFAE7119FA}"/>
              </a:ext>
            </a:extLst>
          </p:cNvPr>
          <p:cNvGraphicFramePr>
            <a:graphicFrameLocks noGrp="1"/>
          </p:cNvGraphicFramePr>
          <p:nvPr>
            <p:extLst>
              <p:ext uri="{D42A27DB-BD31-4B8C-83A1-F6EECF244321}">
                <p14:modId xmlns:p14="http://schemas.microsoft.com/office/powerpoint/2010/main" val="291531975"/>
              </p:ext>
            </p:extLst>
          </p:nvPr>
        </p:nvGraphicFramePr>
        <p:xfrm>
          <a:off x="4494333" y="801940"/>
          <a:ext cx="3558364" cy="1854200"/>
        </p:xfrm>
        <a:graphic>
          <a:graphicData uri="http://schemas.openxmlformats.org/drawingml/2006/table">
            <a:tbl>
              <a:tblPr firstRow="1" bandRow="1">
                <a:tableStyleId>{69012ECD-51FC-41F1-AA8D-1B2483CD663E}</a:tableStyleId>
              </a:tblPr>
              <a:tblGrid>
                <a:gridCol w="1574382">
                  <a:extLst>
                    <a:ext uri="{9D8B030D-6E8A-4147-A177-3AD203B41FA5}">
                      <a16:colId xmlns:a16="http://schemas.microsoft.com/office/drawing/2014/main" val="3185077685"/>
                    </a:ext>
                  </a:extLst>
                </a:gridCol>
                <a:gridCol w="998855">
                  <a:extLst>
                    <a:ext uri="{9D8B030D-6E8A-4147-A177-3AD203B41FA5}">
                      <a16:colId xmlns:a16="http://schemas.microsoft.com/office/drawing/2014/main" val="2410676601"/>
                    </a:ext>
                  </a:extLst>
                </a:gridCol>
                <a:gridCol w="985127">
                  <a:extLst>
                    <a:ext uri="{9D8B030D-6E8A-4147-A177-3AD203B41FA5}">
                      <a16:colId xmlns:a16="http://schemas.microsoft.com/office/drawing/2014/main" val="2555133277"/>
                    </a:ext>
                  </a:extLst>
                </a:gridCol>
              </a:tblGrid>
              <a:tr h="370840">
                <a:tc>
                  <a:txBody>
                    <a:bodyPr/>
                    <a:lstStyle/>
                    <a:p>
                      <a:r>
                        <a:rPr lang="en-US"/>
                        <a:t>Activity</a:t>
                      </a:r>
                      <a:endParaRPr lang="en-IN"/>
                    </a:p>
                  </a:txBody>
                  <a:tcPr/>
                </a:tc>
                <a:tc>
                  <a:txBody>
                    <a:bodyPr/>
                    <a:lstStyle/>
                    <a:p>
                      <a:pPr algn="ctr"/>
                      <a:r>
                        <a:rPr lang="en-US"/>
                        <a:t>Nokia</a:t>
                      </a:r>
                      <a:endParaRPr lang="en-IN"/>
                    </a:p>
                  </a:txBody>
                  <a:tcPr/>
                </a:tc>
                <a:tc>
                  <a:txBody>
                    <a:bodyPr/>
                    <a:lstStyle/>
                    <a:p>
                      <a:pPr algn="ctr"/>
                      <a:r>
                        <a:rPr lang="en-US"/>
                        <a:t>3P</a:t>
                      </a:r>
                      <a:endParaRPr lang="en-IN"/>
                    </a:p>
                  </a:txBody>
                  <a:tcPr/>
                </a:tc>
                <a:extLst>
                  <a:ext uri="{0D108BD9-81ED-4DB2-BD59-A6C34878D82A}">
                    <a16:rowId xmlns:a16="http://schemas.microsoft.com/office/drawing/2014/main" val="196276596"/>
                  </a:ext>
                </a:extLst>
              </a:tr>
              <a:tr h="370840">
                <a:tc>
                  <a:txBody>
                    <a:bodyPr/>
                    <a:lstStyle/>
                    <a:p>
                      <a:r>
                        <a:rPr lang="en-US">
                          <a:solidFill>
                            <a:srgbClr val="0A0908"/>
                          </a:solidFill>
                        </a:rPr>
                        <a:t>Activity</a:t>
                      </a:r>
                      <a:endParaRPr lang="en-IN">
                        <a:solidFill>
                          <a:srgbClr val="0A0908"/>
                        </a:solidFill>
                      </a:endParaRPr>
                    </a:p>
                  </a:txBody>
                  <a:tcPr/>
                </a:tc>
                <a:tc>
                  <a:txBody>
                    <a:bodyPr/>
                    <a:lstStyle/>
                    <a:p>
                      <a:pPr algn="ctr"/>
                      <a:r>
                        <a:rPr lang="en-US">
                          <a:solidFill>
                            <a:srgbClr val="0A0908"/>
                          </a:solidFill>
                        </a:rPr>
                        <a:t>R</a:t>
                      </a:r>
                      <a:endParaRPr lang="en-IN">
                        <a:solidFill>
                          <a:srgbClr val="0A0908"/>
                        </a:solidFill>
                      </a:endParaRPr>
                    </a:p>
                  </a:txBody>
                  <a:tcPr/>
                </a:tc>
                <a:tc>
                  <a:txBody>
                    <a:bodyPr/>
                    <a:lstStyle/>
                    <a:p>
                      <a:pPr algn="ctr"/>
                      <a:r>
                        <a:rPr lang="en-US">
                          <a:solidFill>
                            <a:srgbClr val="0A0908"/>
                          </a:solidFill>
                        </a:rPr>
                        <a:t>S</a:t>
                      </a:r>
                      <a:endParaRPr lang="en-IN">
                        <a:solidFill>
                          <a:srgbClr val="0A0908"/>
                        </a:solidFill>
                      </a:endParaRPr>
                    </a:p>
                  </a:txBody>
                  <a:tcPr/>
                </a:tc>
                <a:extLst>
                  <a:ext uri="{0D108BD9-81ED-4DB2-BD59-A6C34878D82A}">
                    <a16:rowId xmlns:a16="http://schemas.microsoft.com/office/drawing/2014/main" val="1536229340"/>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800987018"/>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57527598"/>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236567589"/>
                  </a:ext>
                </a:extLst>
              </a:tr>
            </a:tbl>
          </a:graphicData>
        </a:graphic>
      </p:graphicFrame>
      <p:sp>
        <p:nvSpPr>
          <p:cNvPr id="8" name="TextBox 7">
            <a:extLst>
              <a:ext uri="{FF2B5EF4-FFF2-40B4-BE49-F238E27FC236}">
                <a16:creationId xmlns:a16="http://schemas.microsoft.com/office/drawing/2014/main" id="{374ACA69-E896-0197-C844-C38EB736036D}"/>
              </a:ext>
            </a:extLst>
          </p:cNvPr>
          <p:cNvSpPr txBox="1"/>
          <p:nvPr/>
        </p:nvSpPr>
        <p:spPr>
          <a:xfrm>
            <a:off x="4494333" y="567070"/>
            <a:ext cx="3558364" cy="340654"/>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en-US" sz="1200" b="1">
                <a:solidFill>
                  <a:schemeClr val="tx2"/>
                </a:solidFill>
                <a:latin typeface="Nokia Pure Text Light"/>
              </a:rPr>
              <a:t>Nokia &amp; 3P SOR</a:t>
            </a:r>
            <a:endParaRPr kumimoji="0" lang="en-IN" sz="1200" b="1" i="0" u="none" strike="noStrike" kern="1200" cap="none" spc="0" normalizeH="0" baseline="0" noProof="0">
              <a:ln>
                <a:noFill/>
              </a:ln>
              <a:solidFill>
                <a:schemeClr val="tx2"/>
              </a:solidFill>
              <a:effectLst/>
              <a:uLnTx/>
              <a:uFillTx/>
              <a:latin typeface="Nokia Pure Text Light"/>
              <a:ea typeface="+mn-ea"/>
              <a:cs typeface="+mn-cs"/>
            </a:endParaRPr>
          </a:p>
        </p:txBody>
      </p:sp>
      <p:graphicFrame>
        <p:nvGraphicFramePr>
          <p:cNvPr id="9" name="Table 8">
            <a:extLst>
              <a:ext uri="{FF2B5EF4-FFF2-40B4-BE49-F238E27FC236}">
                <a16:creationId xmlns:a16="http://schemas.microsoft.com/office/drawing/2014/main" id="{66DF868C-C879-B751-CFD6-2E67875DF75B}"/>
              </a:ext>
            </a:extLst>
          </p:cNvPr>
          <p:cNvGraphicFramePr>
            <a:graphicFrameLocks noGrp="1"/>
          </p:cNvGraphicFramePr>
          <p:nvPr>
            <p:extLst>
              <p:ext uri="{D42A27DB-BD31-4B8C-83A1-F6EECF244321}">
                <p14:modId xmlns:p14="http://schemas.microsoft.com/office/powerpoint/2010/main" val="4256643309"/>
              </p:ext>
            </p:extLst>
          </p:nvPr>
        </p:nvGraphicFramePr>
        <p:xfrm>
          <a:off x="262267" y="3004355"/>
          <a:ext cx="3558364" cy="1854200"/>
        </p:xfrm>
        <a:graphic>
          <a:graphicData uri="http://schemas.openxmlformats.org/drawingml/2006/table">
            <a:tbl>
              <a:tblPr firstRow="1" bandRow="1">
                <a:tableStyleId>{69012ECD-51FC-41F1-AA8D-1B2483CD663E}</a:tableStyleId>
              </a:tblPr>
              <a:tblGrid>
                <a:gridCol w="1233022">
                  <a:extLst>
                    <a:ext uri="{9D8B030D-6E8A-4147-A177-3AD203B41FA5}">
                      <a16:colId xmlns:a16="http://schemas.microsoft.com/office/drawing/2014/main" val="3185077685"/>
                    </a:ext>
                  </a:extLst>
                </a:gridCol>
                <a:gridCol w="782282">
                  <a:extLst>
                    <a:ext uri="{9D8B030D-6E8A-4147-A177-3AD203B41FA5}">
                      <a16:colId xmlns:a16="http://schemas.microsoft.com/office/drawing/2014/main" val="2410676601"/>
                    </a:ext>
                  </a:extLst>
                </a:gridCol>
                <a:gridCol w="771530">
                  <a:extLst>
                    <a:ext uri="{9D8B030D-6E8A-4147-A177-3AD203B41FA5}">
                      <a16:colId xmlns:a16="http://schemas.microsoft.com/office/drawing/2014/main" val="2555133277"/>
                    </a:ext>
                  </a:extLst>
                </a:gridCol>
                <a:gridCol w="771530">
                  <a:extLst>
                    <a:ext uri="{9D8B030D-6E8A-4147-A177-3AD203B41FA5}">
                      <a16:colId xmlns:a16="http://schemas.microsoft.com/office/drawing/2014/main" val="804818699"/>
                    </a:ext>
                  </a:extLst>
                </a:gridCol>
              </a:tblGrid>
              <a:tr h="370840">
                <a:tc>
                  <a:txBody>
                    <a:bodyPr/>
                    <a:lstStyle/>
                    <a:p>
                      <a:r>
                        <a:rPr lang="en-US"/>
                        <a:t>Activity</a:t>
                      </a:r>
                      <a:endParaRPr lang="en-IN"/>
                    </a:p>
                  </a:txBody>
                  <a:tcPr/>
                </a:tc>
                <a:tc>
                  <a:txBody>
                    <a:bodyPr/>
                    <a:lstStyle/>
                    <a:p>
                      <a:pPr algn="ctr"/>
                      <a:r>
                        <a:rPr lang="en-US"/>
                        <a:t>CNS</a:t>
                      </a:r>
                      <a:endParaRPr lang="en-IN"/>
                    </a:p>
                  </a:txBody>
                  <a:tcPr/>
                </a:tc>
                <a:tc>
                  <a:txBody>
                    <a:bodyPr/>
                    <a:lstStyle/>
                    <a:p>
                      <a:pPr algn="ctr"/>
                      <a:r>
                        <a:rPr lang="en-US"/>
                        <a:t>MN</a:t>
                      </a:r>
                      <a:endParaRPr lang="en-IN"/>
                    </a:p>
                  </a:txBody>
                  <a:tcPr/>
                </a:tc>
                <a:tc>
                  <a:txBody>
                    <a:bodyPr/>
                    <a:lstStyle/>
                    <a:p>
                      <a:pPr algn="ctr"/>
                      <a:r>
                        <a:rPr lang="en-US"/>
                        <a:t>NI</a:t>
                      </a:r>
                      <a:endParaRPr lang="en-IN"/>
                    </a:p>
                  </a:txBody>
                  <a:tcPr/>
                </a:tc>
                <a:extLst>
                  <a:ext uri="{0D108BD9-81ED-4DB2-BD59-A6C34878D82A}">
                    <a16:rowId xmlns:a16="http://schemas.microsoft.com/office/drawing/2014/main" val="196276596"/>
                  </a:ext>
                </a:extLst>
              </a:tr>
              <a:tr h="370840">
                <a:tc>
                  <a:txBody>
                    <a:bodyPr/>
                    <a:lstStyle/>
                    <a:p>
                      <a:r>
                        <a:rPr lang="en-US">
                          <a:solidFill>
                            <a:srgbClr val="0A0908"/>
                          </a:solidFill>
                        </a:rPr>
                        <a:t>Activity</a:t>
                      </a:r>
                      <a:endParaRPr lang="en-IN">
                        <a:solidFill>
                          <a:srgbClr val="0A0908"/>
                        </a:solidFill>
                      </a:endParaRPr>
                    </a:p>
                  </a:txBody>
                  <a:tcPr/>
                </a:tc>
                <a:tc>
                  <a:txBody>
                    <a:bodyPr/>
                    <a:lstStyle/>
                    <a:p>
                      <a:pPr algn="ctr"/>
                      <a:r>
                        <a:rPr lang="en-US">
                          <a:solidFill>
                            <a:srgbClr val="0A0908"/>
                          </a:solidFill>
                        </a:rPr>
                        <a:t>R</a:t>
                      </a:r>
                      <a:endParaRPr lang="en-IN">
                        <a:solidFill>
                          <a:srgbClr val="0A0908"/>
                        </a:solidFill>
                      </a:endParaRPr>
                    </a:p>
                  </a:txBody>
                  <a:tcPr/>
                </a:tc>
                <a:tc>
                  <a:txBody>
                    <a:bodyPr/>
                    <a:lstStyle/>
                    <a:p>
                      <a:pPr algn="ctr"/>
                      <a:r>
                        <a:rPr lang="en-US">
                          <a:solidFill>
                            <a:srgbClr val="0A0908"/>
                          </a:solidFill>
                        </a:rPr>
                        <a:t>S</a:t>
                      </a:r>
                      <a:endParaRPr lang="en-IN">
                        <a:solidFill>
                          <a:srgbClr val="0A0908"/>
                        </a:solidFill>
                      </a:endParaRPr>
                    </a:p>
                  </a:txBody>
                  <a:tcPr/>
                </a:tc>
                <a:tc>
                  <a:txBody>
                    <a:bodyPr/>
                    <a:lstStyle/>
                    <a:p>
                      <a:pPr algn="ctr"/>
                      <a:endParaRPr lang="en-IN">
                        <a:solidFill>
                          <a:srgbClr val="0A0908"/>
                        </a:solidFill>
                      </a:endParaRPr>
                    </a:p>
                  </a:txBody>
                  <a:tcPr/>
                </a:tc>
                <a:extLst>
                  <a:ext uri="{0D108BD9-81ED-4DB2-BD59-A6C34878D82A}">
                    <a16:rowId xmlns:a16="http://schemas.microsoft.com/office/drawing/2014/main" val="1536229340"/>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800987018"/>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57527598"/>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236567589"/>
                  </a:ext>
                </a:extLst>
              </a:tr>
            </a:tbl>
          </a:graphicData>
        </a:graphic>
      </p:graphicFrame>
      <p:sp>
        <p:nvSpPr>
          <p:cNvPr id="10" name="TextBox 9">
            <a:extLst>
              <a:ext uri="{FF2B5EF4-FFF2-40B4-BE49-F238E27FC236}">
                <a16:creationId xmlns:a16="http://schemas.microsoft.com/office/drawing/2014/main" id="{E3B94969-5C15-2304-92B5-112E5538F76D}"/>
              </a:ext>
            </a:extLst>
          </p:cNvPr>
          <p:cNvSpPr txBox="1"/>
          <p:nvPr/>
        </p:nvSpPr>
        <p:spPr>
          <a:xfrm>
            <a:off x="262268" y="2769485"/>
            <a:ext cx="3558364" cy="340654"/>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en-US" sz="1200" b="1">
                <a:solidFill>
                  <a:schemeClr val="tx2"/>
                </a:solidFill>
                <a:latin typeface="Nokia Pure Text Light"/>
              </a:rPr>
              <a:t>Internal Nokia SOR</a:t>
            </a:r>
            <a:endParaRPr kumimoji="0" lang="en-IN" sz="1200" b="1" i="0" u="none" strike="noStrike" kern="1200" cap="none" spc="0" normalizeH="0" baseline="0" noProof="0">
              <a:ln>
                <a:noFill/>
              </a:ln>
              <a:solidFill>
                <a:schemeClr val="tx2"/>
              </a:solidFill>
              <a:effectLst/>
              <a:uLnTx/>
              <a:uFillTx/>
              <a:latin typeface="Nokia Pure Text Light"/>
              <a:ea typeface="+mn-ea"/>
              <a:cs typeface="+mn-cs"/>
            </a:endParaRPr>
          </a:p>
        </p:txBody>
      </p:sp>
      <p:sp>
        <p:nvSpPr>
          <p:cNvPr id="13" name="Rectangle 12">
            <a:extLst>
              <a:ext uri="{FF2B5EF4-FFF2-40B4-BE49-F238E27FC236}">
                <a16:creationId xmlns:a16="http://schemas.microsoft.com/office/drawing/2014/main" id="{CAEDE593-271C-47E2-E376-5767277809D9}"/>
              </a:ext>
            </a:extLst>
          </p:cNvPr>
          <p:cNvSpPr/>
          <p:nvPr/>
        </p:nvSpPr>
        <p:spPr>
          <a:xfrm>
            <a:off x="4507258" y="3223048"/>
            <a:ext cx="3677236" cy="91271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en-US" sz="1200">
                <a:solidFill>
                  <a:schemeClr val="tx2"/>
                </a:solidFill>
                <a:latin typeface="Nokia Pure Text Light"/>
              </a:rPr>
              <a:t>Mention the critical , complex scenarios often with grey areas for which we’ll need clarity prior and present here :  e.g.: HW delivery, site readiness, cloud install </a:t>
            </a:r>
            <a:endParaRPr kumimoji="0" lang="en-IN" sz="1200" b="0" i="0" u="none" strike="noStrike" kern="1200" cap="none" spc="0" normalizeH="0" baseline="0" noProof="0">
              <a:ln>
                <a:noFill/>
              </a:ln>
              <a:solidFill>
                <a:schemeClr val="tx2"/>
              </a:solidFill>
              <a:effectLst/>
              <a:uLnTx/>
              <a:uFillTx/>
              <a:latin typeface="Nokia Pure Text Light"/>
              <a:ea typeface="+mn-ea"/>
              <a:cs typeface="+mn-cs"/>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2023 - PowerPoint template v1.3.1" id="{95EDE8F7-58AB-440A-82AC-4DC9E39A292C}" vid="{533A05BB-4D65-4753-8F51-029C8738C22F}"/>
    </a:ext>
  </a:extLst>
</a:theme>
</file>

<file path=ppt/theme/theme2.xml><?xml version="1.0" encoding="utf-8"?>
<a:theme xmlns:a="http://schemas.openxmlformats.org/drawingml/2006/main" name="1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2023 - PowerPoint template v1.3.1" id="{C6498D32-F607-4A45-B982-8AB9B1E711BF}" vid="{17D9628A-55E8-4D30-9A9A-80D51FD39DF3}"/>
    </a:ext>
  </a:extLst>
</a:theme>
</file>

<file path=ppt/theme/theme3.xml><?xml version="1.0" encoding="utf-8"?>
<a:theme xmlns:a="http://schemas.openxmlformats.org/drawingml/2006/main" name="2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0" tIns="0" rIns="0" bIns="0" rtlCol="0">
        <a:sp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Meiryo UI" panose="020B0604030504040204" pitchFamily="50" charset="-128"/>
            <a:ea typeface="Meiryo UI" panose="020B0604030504040204" pitchFamily="50" charset="-128"/>
            <a:cs typeface="+mn-cs"/>
          </a:defRPr>
        </a:defPPr>
      </a:lstStyle>
    </a:txDef>
  </a:objectDefaults>
  <a:extraClrSchemeLst/>
  <a:extLst>
    <a:ext uri="{05A4C25C-085E-4340-85A3-A5531E510DB2}">
      <thm15:themeFamily xmlns:thm15="http://schemas.microsoft.com/office/thememl/2012/main" name="Nokia 2023 - PowerPoint template v1.3.1" id="{95EDE8F7-58AB-440A-82AC-4DC9E39A292C}" vid="{533A05BB-4D65-4753-8F51-029C8738C22F}"/>
    </a:ext>
  </a:extLst>
</a:theme>
</file>

<file path=ppt/theme/theme4.xml><?xml version="1.0" encoding="utf-8"?>
<a:theme xmlns:a="http://schemas.openxmlformats.org/drawingml/2006/main" name="3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0" tIns="0" rIns="0" bIns="0" rtlCol="0">
        <a:sp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Meiryo UI" panose="020B0604030504040204" pitchFamily="50" charset="-128"/>
            <a:ea typeface="Meiryo UI" panose="020B0604030504040204" pitchFamily="50" charset="-128"/>
            <a:cs typeface="+mn-cs"/>
          </a:defRPr>
        </a:defPPr>
      </a:lstStyle>
    </a:txDef>
  </a:objectDefaults>
  <a:extraClrSchemeLst/>
  <a:extLst>
    <a:ext uri="{05A4C25C-085E-4340-85A3-A5531E510DB2}">
      <thm15:themeFamily xmlns:thm15="http://schemas.microsoft.com/office/thememl/2012/main" name="Nokia 2023 - PowerPoint template v1.3.1" id="{95EDE8F7-58AB-440A-82AC-4DC9E39A292C}" vid="{533A05BB-4D65-4753-8F51-029C8738C22F}"/>
    </a:ext>
  </a:extLst>
</a:theme>
</file>

<file path=ppt/theme/theme5.xml><?xml version="1.0" encoding="utf-8"?>
<a:theme xmlns:a="http://schemas.openxmlformats.org/drawingml/2006/main" name="4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2023 - PowerPoint template v1.3.1" id="{C6498D32-F607-4A45-B982-8AB9B1E711BF}" vid="{17D9628A-55E8-4D30-9A9A-80D51FD39DF3}"/>
    </a:ext>
  </a:extLst>
</a:theme>
</file>

<file path=ppt/theme/theme6.xml><?xml version="1.0" encoding="utf-8"?>
<a:theme xmlns:a="http://schemas.openxmlformats.org/drawingml/2006/main" name="5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0" tIns="0" rIns="0" bIns="0" rtlCol="0">
        <a:sp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Meiryo UI" panose="020B0604030504040204" pitchFamily="50" charset="-128"/>
            <a:ea typeface="Meiryo UI" panose="020B0604030504040204" pitchFamily="50" charset="-128"/>
            <a:cs typeface="+mn-cs"/>
          </a:defRPr>
        </a:defPPr>
      </a:lstStyle>
    </a:txDef>
  </a:objectDefaults>
  <a:extraClrSchemeLst/>
  <a:extLst>
    <a:ext uri="{05A4C25C-085E-4340-85A3-A5531E510DB2}">
      <thm15:themeFamily xmlns:thm15="http://schemas.microsoft.com/office/thememl/2012/main" name="Nokia 2023 - PowerPoint template v1.3.1" id="{95EDE8F7-58AB-440A-82AC-4DC9E39A292C}" vid="{533A05BB-4D65-4753-8F51-029C8738C22F}"/>
    </a:ext>
  </a:extLst>
</a:theme>
</file>

<file path=ppt/theme/theme7.xml><?xml version="1.0" encoding="utf-8"?>
<a:theme xmlns:a="http://schemas.openxmlformats.org/drawingml/2006/main" name="6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0" tIns="0" rIns="0" bIns="0" rtlCol="0">
        <a:sp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Meiryo UI" panose="020B0604030504040204" pitchFamily="50" charset="-128"/>
            <a:ea typeface="Meiryo UI" panose="020B0604030504040204" pitchFamily="50" charset="-128"/>
            <a:cs typeface="+mn-cs"/>
          </a:defRPr>
        </a:defPPr>
      </a:lstStyle>
    </a:txDef>
  </a:objectDefaults>
  <a:extraClrSchemeLst/>
  <a:extLst>
    <a:ext uri="{05A4C25C-085E-4340-85A3-A5531E510DB2}">
      <thm15:themeFamily xmlns:thm15="http://schemas.microsoft.com/office/thememl/2012/main" name="Nokia 2023 - PowerPoint template v1.3.1" id="{95EDE8F7-58AB-440A-82AC-4DC9E39A292C}" vid="{533A05BB-4D65-4753-8F51-029C8738C22F}"/>
    </a:ext>
  </a:extLst>
</a:theme>
</file>

<file path=ppt/theme/theme8.xml><?xml version="1.0" encoding="utf-8"?>
<a:theme xmlns:a="http://schemas.openxmlformats.org/drawingml/2006/main" name="7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0" tIns="0" rIns="0" bIns="0" rtlCol="0">
        <a:sp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Meiryo UI" panose="020B0604030504040204" pitchFamily="50" charset="-128"/>
            <a:ea typeface="Meiryo UI" panose="020B0604030504040204" pitchFamily="50" charset="-128"/>
            <a:cs typeface="+mn-cs"/>
          </a:defRPr>
        </a:defPPr>
      </a:lstStyle>
    </a:txDef>
  </a:objectDefaults>
  <a:extraClrSchemeLst/>
  <a:extLst>
    <a:ext uri="{05A4C25C-085E-4340-85A3-A5531E510DB2}">
      <thm15:themeFamily xmlns:thm15="http://schemas.microsoft.com/office/thememl/2012/main" name="Nokia 2023 - PowerPoint template v1.3.1" id="{95EDE8F7-58AB-440A-82AC-4DC9E39A292C}" vid="{533A05BB-4D65-4753-8F51-029C8738C22F}"/>
    </a:ext>
  </a:extLst>
</a:theme>
</file>

<file path=ppt/theme/theme9.xml><?xml version="1.0" encoding="utf-8"?>
<a:theme xmlns:a="http://schemas.openxmlformats.org/drawingml/2006/main" name="8_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0" tIns="0" rIns="0" bIns="0" rtlCol="0">
        <a:sp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Meiryo UI" panose="020B0604030504040204" pitchFamily="50" charset="-128"/>
            <a:ea typeface="Meiryo UI" panose="020B0604030504040204" pitchFamily="50" charset="-128"/>
            <a:cs typeface="+mn-cs"/>
          </a:defRPr>
        </a:defPPr>
      </a:lstStyle>
    </a:txDef>
  </a:objectDefaults>
  <a:extraClrSchemeLst/>
  <a:extLst>
    <a:ext uri="{05A4C25C-085E-4340-85A3-A5531E510DB2}">
      <thm15:themeFamily xmlns:thm15="http://schemas.microsoft.com/office/thememl/2012/main" name="Nokia 2023 - PowerPoint template v1.3.1" id="{95EDE8F7-58AB-440A-82AC-4DC9E39A292C}" vid="{533A05BB-4D65-4753-8F51-029C8738C22F}"/>
    </a:ext>
  </a:extLst>
</a:theme>
</file>

<file path=ppt/theme/theme10.xml><?xml version="1.0" encoding="utf-8"?>
<a:theme xmlns:a="http://schemas.openxmlformats.org/drawingml/2006/main" name="1_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1. White master">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Nokia 2018">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72000" rIns="72000" bIns="72000" rtlCol="0">
        <a:noAutofit/>
      </a:bodyPr>
      <a:lstStyle>
        <a:defPPr algn="l">
          <a:spcAft>
            <a:spcPts val="300"/>
          </a:spcAft>
          <a:buSzPct val="100000"/>
          <a:defRPr sz="1200" dirty="0" smtClean="0">
            <a:solidFill>
              <a:schemeClr val="tx2"/>
            </a:solidFill>
          </a:defRPr>
        </a:defPPr>
      </a:lstStyle>
    </a:txDef>
  </a:objectDefaults>
  <a:extraClrSchemeLst/>
  <a:extLst>
    <a:ext uri="{05A4C25C-085E-4340-85A3-A5531E510DB2}">
      <thm15:themeFamily xmlns:thm15="http://schemas.microsoft.com/office/thememl/2012/main" name="ResrcID21015_Nokia - Pure PowerPoint template 2022 v1.3" id="{E8C27217-BB97-BB48-BC04-DC5583EBAFB1}" vid="{3131C787-D602-E147-9D7E-995CB7DD3234}"/>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8345B69B4E89746BAEF2986FF84973A" ma:contentTypeVersion="31" ma:contentTypeDescription="Create a new document." ma:contentTypeScope="" ma:versionID="8d8ee327967eec0179f4fb64eadd0a6e">
  <xsd:schema xmlns:xsd="http://www.w3.org/2001/XMLSchema" xmlns:xs="http://www.w3.org/2001/XMLSchema" xmlns:p="http://schemas.microsoft.com/office/2006/metadata/properties" xmlns:ns1="http://schemas.microsoft.com/sharepoint/v3" xmlns:ns2="71c5aaf6-e6ce-465b-b873-5148d2a4c105" xmlns:ns3="6b19d25d-7fea-440e-b618-3d5eb53d76c8" xmlns:ns4="3fea46f2-b76b-46fa-9143-7ccbec74600c" xmlns:ns5="599d8142-a3f7-4399-a77a-f6c905c132ef" xmlns:ns6="4b14b4d9-03d2-436f-9a89-952583a70a3a" xmlns:ns7="d8676ba3-73cb-47e2-8478-e4baba0671c3" xmlns:ns8="http://schemas.microsoft.com/sharepoint/v3/fields" targetNamespace="http://schemas.microsoft.com/office/2006/metadata/properties" ma:root="true" ma:fieldsID="b074c2265e9f44e9951e687481a7fce4" ns1:_="" ns2:_="" ns3:_="" ns4:_="" ns5:_="" ns6:_="" ns7:_="" ns8:_="">
    <xsd:import namespace="http://schemas.microsoft.com/sharepoint/v3"/>
    <xsd:import namespace="71c5aaf6-e6ce-465b-b873-5148d2a4c105"/>
    <xsd:import namespace="6b19d25d-7fea-440e-b618-3d5eb53d76c8"/>
    <xsd:import namespace="3fea46f2-b76b-46fa-9143-7ccbec74600c"/>
    <xsd:import namespace="599d8142-a3f7-4399-a77a-f6c905c132ef"/>
    <xsd:import namespace="4b14b4d9-03d2-436f-9a89-952583a70a3a"/>
    <xsd:import namespace="d8676ba3-73cb-47e2-8478-e4baba0671c3"/>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2:HideFromDelve" minOccurs="0"/>
                <xsd:element ref="ns3:DocumentType" minOccurs="0"/>
                <xsd:element ref="ns4:Approver_x0020_Name" minOccurs="0"/>
                <xsd:element ref="ns5:Owner" minOccurs="0"/>
                <xsd:element ref="ns3:Nokia_x0020_QA_x0020_classification" minOccurs="0"/>
                <xsd:element ref="ns5:MediaServiceMetadata" minOccurs="0"/>
                <xsd:element ref="ns5:MediaServiceFastMetadata" minOccurs="0"/>
                <xsd:element ref="ns6:MediaServiceSearchProperties" minOccurs="0"/>
                <xsd:element ref="ns6:MediaServiceObjectDetectorVersions" minOccurs="0"/>
                <xsd:element ref="ns7:SharedWithUsers" minOccurs="0"/>
                <xsd:element ref="ns7:SharedWithDetails" minOccurs="0"/>
                <xsd:element ref="ns8:TaskDueDate" minOccurs="0"/>
                <xsd:element ref="ns6:MediaServiceGenerationTime" minOccurs="0"/>
                <xsd:element ref="ns6:MediaServiceEventHashCode" minOccurs="0"/>
                <xsd:element ref="ns6:MediaServiceDateTaken" minOccurs="0"/>
                <xsd:element ref="ns6:MediaLengthInSeconds" minOccurs="0"/>
                <xsd:element ref="ns6:MediaServiceBillingMetadata" minOccurs="0"/>
                <xsd:element ref="ns6:lcf76f155ced4ddcb4097134ff3c332f" minOccurs="0"/>
                <xsd:element ref="ns7:TaxCatchAll" minOccurs="0"/>
                <xsd:element ref="ns6:MediaServiceOCR" minOccurs="0"/>
                <xsd:element ref="ns1:_ColorHex" minOccurs="0"/>
                <xsd:element ref="ns1:_ColorTag" minOccurs="0"/>
                <xsd:element ref="ns1:_Emoji"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ColorHex" ma:index="33" nillable="true" ma:displayName="Color" ma:hidden="true" ma:internalName="_ColorHex">
      <xsd:simpleType>
        <xsd:restriction base="dms:Text"/>
      </xsd:simpleType>
    </xsd:element>
    <xsd:element name="_ColorTag" ma:index="34" nillable="true" ma:displayName="Color Tag" ma:hidden="true" ma:internalName="_ColorTag" ma:readOnly="true">
      <xsd:simpleType>
        <xsd:restriction base="dms:Text"/>
      </xsd:simpleType>
    </xsd:element>
    <xsd:element name="_Emoji" ma:index="35" nillable="true" ma:displayName="Emoji" ma:hidden="true" ma:internalName="_Emoji">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c5aaf6-e6ce-465b-b873-5148d2a4c10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HideFromDelve" ma:index="11" nillable="true" ma:displayName="HideFromDelve" ma:default="0" ma:internalName="HideFromDelve0">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6b19d25d-7fea-440e-b618-3d5eb53d76c8" elementFormDefault="qualified">
    <xsd:import namespace="http://schemas.microsoft.com/office/2006/documentManagement/types"/>
    <xsd:import namespace="http://schemas.microsoft.com/office/infopath/2007/PartnerControls"/>
    <xsd:element name="DocumentType" ma:index="12" nillable="true" ma:displayName="Document Type" ma:description="Document type specifies the content of the document" ma:format="Dropdown" ma:internalName="DocumentType">
      <xsd:simpleType>
        <xsd:restriction base="dms:Choice">
          <xsd:enumeration value="Analysis / Assessment"/>
          <xsd:enumeration value="Best Practice / Lessons Learnt"/>
          <xsd:enumeration value="Bid / Offer"/>
          <xsd:enumeration value="Checklist"/>
          <xsd:enumeration value="Communication"/>
          <xsd:enumeration value="Concept / Proposal"/>
          <xsd:enumeration value="Contract / Order"/>
          <xsd:enumeration value="Description"/>
          <xsd:enumeration value="Design"/>
          <xsd:enumeration value="Form / Template"/>
          <xsd:enumeration value="Governance"/>
          <xsd:enumeration value="Guideline / Manual / Instruction"/>
          <xsd:enumeration value="List"/>
          <xsd:enumeration value="Measurement / KPI"/>
          <xsd:enumeration value="Minutes"/>
          <xsd:enumeration value="Objectives / Targets"/>
          <xsd:enumeration value="Organization"/>
          <xsd:enumeration value="Plan / Schedule"/>
          <xsd:enumeration value="Policy"/>
          <xsd:enumeration value="Process / Procedure / Standard"/>
          <xsd:enumeration value="R&amp;D program"/>
          <xsd:enumeration value="Report"/>
          <xsd:enumeration value="Requirement / Specification"/>
          <xsd:enumeration value="Review Material"/>
          <xsd:enumeration value="Roadmap"/>
          <xsd:enumeration value="Standard Operating Procedure"/>
          <xsd:enumeration value="Strategy"/>
          <xsd:enumeration value="Survey"/>
          <xsd:enumeration value="Training"/>
        </xsd:restriction>
      </xsd:simpleType>
    </xsd:element>
    <xsd:element name="Nokia_x0020_QA_x0020_classification" ma:index="15" nillable="true" ma:displayName="Nokia QA classification" ma:format="Dropdown" ma:internalName="Nokia_x0020_QA_x0020_classification" ma:readOnly="true">
      <xsd:simpleType>
        <xsd:restriction base="dms:Choice">
          <xsd:enumeration value="Personal"/>
          <xsd:enumeration value="Public"/>
          <xsd:enumeration value="Nokia internal use"/>
          <xsd:enumeration value="Confidential Extended staff"/>
          <xsd:enumeration value="Confidential Extended staff, read only"/>
          <xsd:enumeration value="Confidential Custom"/>
          <xsd:enumeration value="Confidential Anyone (not protected)"/>
          <xsd:enumeration value="Secret Internal employees"/>
          <xsd:enumeration value="Secret Internal employees, read only"/>
          <xsd:enumeration value="Secret Custom"/>
          <xsd:enumeration value="Secret Anyone (not protected)"/>
          <xsd:enumeration value="Protection templates Nokia Corporation QA - Confidential"/>
          <xsd:enumeration value="Protection templates Nokia Corporation QA - Confidential View"/>
        </xsd:restriction>
      </xsd:simpleType>
    </xsd:element>
  </xsd:schema>
  <xsd:schema xmlns:xsd="http://www.w3.org/2001/XMLSchema" xmlns:xs="http://www.w3.org/2001/XMLSchema" xmlns:dms="http://schemas.microsoft.com/office/2006/documentManagement/types" xmlns:pc="http://schemas.microsoft.com/office/infopath/2007/PartnerControls" targetNamespace="3fea46f2-b76b-46fa-9143-7ccbec74600c" elementFormDefault="qualified">
    <xsd:import namespace="http://schemas.microsoft.com/office/2006/documentManagement/types"/>
    <xsd:import namespace="http://schemas.microsoft.com/office/infopath/2007/PartnerControls"/>
    <xsd:element name="Approver_x0020_Name" ma:index="13" nillable="true" ma:displayName="Approver Name" ma:list="UserInfo" ma:internalName="Approver_x0020_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99d8142-a3f7-4399-a77a-f6c905c132ef" elementFormDefault="qualified">
    <xsd:import namespace="http://schemas.microsoft.com/office/2006/documentManagement/types"/>
    <xsd:import namespace="http://schemas.microsoft.com/office/infopath/2007/PartnerControls"/>
    <xsd:element name="Owner" ma:index="14" nillable="true" ma:displayName="Owner" ma:description="Owner identifies the person or group who owns the document (if empty, the owner is &quot;created by&quot; and/or &quot;modified by&quot;)." ma:format="Dropdown" ma:list="UserInfo" ma:SearchPeopleOnly="false" ma:SharePointGroup="0" ma:internalName="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14b4d9-03d2-436f-9a89-952583a70a3a" elementFormDefault="qualified">
    <xsd:import namespace="http://schemas.microsoft.com/office/2006/documentManagement/types"/>
    <xsd:import namespace="http://schemas.microsoft.com/office/infopath/2007/PartnerControls"/>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DateTaken" ma:index="26" nillable="true" ma:displayName="MediaServiceDateTaken" ma:hidden="true" ma:indexed="true" ma:internalName="MediaServiceDateTake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MediaServiceBillingMetadata" ma:index="28" nillable="true" ma:displayName="MediaServiceBillingMetadata" ma:hidden="true" ma:internalName="MediaServiceBillingMetadata" ma:readOnly="true">
      <xsd:simpleType>
        <xsd:restriction base="dms:Note"/>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34c87397-5fc1-491e-85e7-d6110dbe9cbd" ma:termSetId="09814cd3-568e-fe90-9814-8d621ff8fb84" ma:anchorId="fba54fb3-c3e1-fe81-a776-ca4b69148c4d" ma:open="true" ma:isKeyword="false">
      <xsd:complexType>
        <xsd:sequence>
          <xsd:element ref="pc:Terms" minOccurs="0" maxOccurs="1"/>
        </xsd:sequence>
      </xsd:complexType>
    </xsd:element>
    <xsd:element name="MediaServiceOCR" ma:index="3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8676ba3-73cb-47e2-8478-e4baba0671c3"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31" nillable="true" ma:displayName="Taxonomy Catch All Column" ma:hidden="true" ma:list="{654587b3-28ba-4f31-9e3f-478e18db9996}" ma:internalName="TaxCatchAll" ma:showField="CatchAllData" ma:web="d8676ba3-73cb-47e2-8478-e4baba0671c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TaskDueDate" ma:index="22" nillable="true" ma:displayName="Due Date" ma:format="DateOnly" ma:internalName="TaskDueDat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ma:index="23" ma:displayName="Comments"/>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HideFromDelve xmlns="71c5aaf6-e6ce-465b-b873-5148d2a4c105">false</HideFromDelve>
    <_dlc_DocId xmlns="71c5aaf6-e6ce-465b-b873-5148d2a4c105">2NIPP3AITPUB-1834908297-263667</_dlc_DocId>
    <_dlc_DocIdUrl xmlns="71c5aaf6-e6ce-465b-b873-5148d2a4c105">
      <Url>https://nokia.sharepoint.com/sites/tcoe-central-repository/_layouts/15/DocIdRedir.aspx?ID=2NIPP3AITPUB-1834908297-263667</Url>
      <Description>2NIPP3AITPUB-1834908297-263667</Description>
    </_dlc_DocIdUrl>
    <lcf76f155ced4ddcb4097134ff3c332f xmlns="4b14b4d9-03d2-436f-9a89-952583a70a3a">
      <Terms xmlns="http://schemas.microsoft.com/office/infopath/2007/PartnerControls"/>
    </lcf76f155ced4ddcb4097134ff3c332f>
    <TaxCatchAll xmlns="d8676ba3-73cb-47e2-8478-e4baba0671c3" xsi:nil="true"/>
    <Approver_x0020_Name xmlns="3fea46f2-b76b-46fa-9143-7ccbec74600c">
      <UserInfo>
        <DisplayName/>
        <AccountId xsi:nil="true"/>
        <AccountType/>
      </UserInfo>
    </Approver_x0020_Name>
    <TaskDueDate xmlns="http://schemas.microsoft.com/sharepoint/v3/fields" xsi:nil="true"/>
    <_Emoji xmlns="http://schemas.microsoft.com/sharepoint/v3" xsi:nil="true"/>
    <Owner xmlns="599d8142-a3f7-4399-a77a-f6c905c132ef">
      <UserInfo>
        <DisplayName/>
        <AccountId xsi:nil="true"/>
        <AccountType/>
      </UserInfo>
    </Owner>
    <DocumentType xmlns="6b19d25d-7fea-440e-b618-3d5eb53d76c8" xsi:nil="true"/>
    <_ColorHex xmlns="http://schemas.microsoft.com/sharepoint/v3" xsi:nil="true"/>
  </documentManagement>
</p:properties>
</file>

<file path=customXml/item4.xml><?xml version="1.0" encoding="utf-8"?>
<?mso-contentType ?>
<spe:Receivers xmlns:spe="http://schemas.microsoft.com/sharepoint/events"/>
</file>

<file path=customXml/item5.xml><?xml version="1.0" encoding="utf-8"?>
<?mso-contentType ?>
<SharedContentType xmlns="Microsoft.SharePoint.Taxonomy.ContentTypeSync" SourceId="34c87397-5fc1-491e-85e7-d6110dbe9cbd" ContentTypeId="0x0101" PreviousValue="false" LastSyncTimeStamp="2020-03-21T04:36:36.597Z"/>
</file>

<file path=customXml/itemProps1.xml><?xml version="1.0" encoding="utf-8"?>
<ds:datastoreItem xmlns:ds="http://schemas.openxmlformats.org/officeDocument/2006/customXml" ds:itemID="{6EA32E0B-9548-49C2-B0A1-3D46F7FB81F1}">
  <ds:schemaRefs>
    <ds:schemaRef ds:uri="http://schemas.microsoft.com/sharepoint/v3/contenttype/forms"/>
  </ds:schemaRefs>
</ds:datastoreItem>
</file>

<file path=customXml/itemProps2.xml><?xml version="1.0" encoding="utf-8"?>
<ds:datastoreItem xmlns:ds="http://schemas.openxmlformats.org/officeDocument/2006/customXml" ds:itemID="{732E2129-61AB-4FA4-90C3-684AD2CC6A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c5aaf6-e6ce-465b-b873-5148d2a4c105"/>
    <ds:schemaRef ds:uri="6b19d25d-7fea-440e-b618-3d5eb53d76c8"/>
    <ds:schemaRef ds:uri="3fea46f2-b76b-46fa-9143-7ccbec74600c"/>
    <ds:schemaRef ds:uri="599d8142-a3f7-4399-a77a-f6c905c132ef"/>
    <ds:schemaRef ds:uri="4b14b4d9-03d2-436f-9a89-952583a70a3a"/>
    <ds:schemaRef ds:uri="d8676ba3-73cb-47e2-8478-e4baba0671c3"/>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470EE7-CAD3-4C2C-9027-2956E19F38B3}">
  <ds:schemaRefs>
    <ds:schemaRef ds:uri="69030438-7569-4c93-8310-2230334597e5"/>
    <ds:schemaRef ds:uri="71c5aaf6-e6ce-465b-b873-5148d2a4c105"/>
    <ds:schemaRef ds:uri="7d231817-74be-4f3a-a7af-383dbddd658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4b14b4d9-03d2-436f-9a89-952583a70a3a"/>
    <ds:schemaRef ds:uri="d8676ba3-73cb-47e2-8478-e4baba0671c3"/>
    <ds:schemaRef ds:uri="3fea46f2-b76b-46fa-9143-7ccbec74600c"/>
    <ds:schemaRef ds:uri="http://schemas.microsoft.com/sharepoint/v3/fields"/>
    <ds:schemaRef ds:uri="http://schemas.microsoft.com/sharepoint/v3"/>
    <ds:schemaRef ds:uri="599d8142-a3f7-4399-a77a-f6c905c132ef"/>
    <ds:schemaRef ds:uri="6b19d25d-7fea-440e-b618-3d5eb53d76c8"/>
  </ds:schemaRefs>
</ds:datastoreItem>
</file>

<file path=customXml/itemProps4.xml><?xml version="1.0" encoding="utf-8"?>
<ds:datastoreItem xmlns:ds="http://schemas.openxmlformats.org/officeDocument/2006/customXml" ds:itemID="{03602C49-447A-4E64-8DF8-2A42FAC38832}">
  <ds:schemaRefs>
    <ds:schemaRef ds:uri="http://schemas.microsoft.com/sharepoint/events"/>
  </ds:schemaRefs>
</ds:datastoreItem>
</file>

<file path=customXml/itemProps5.xml><?xml version="1.0" encoding="utf-8"?>
<ds:datastoreItem xmlns:ds="http://schemas.openxmlformats.org/officeDocument/2006/customXml" ds:itemID="{03D0FEC4-D7BD-4CDD-B5D8-271187422020}">
  <ds:schemaRefs>
    <ds:schemaRef ds:uri="Microsoft.SharePoint.Taxonomy.ContentTypeSync"/>
  </ds:schemaRefs>
</ds:datastoreItem>
</file>

<file path=docMetadata/LabelInfo.xml><?xml version="1.0" encoding="utf-8"?>
<clbl:labelList xmlns:clbl="http://schemas.microsoft.com/office/2020/mipLabelMetadata">
  <clbl:label id="{5d471751-9675-428d-917b-70f44f9630b0}" enabled="0" method="" siteId="{5d471751-9675-428d-917b-70f44f9630b0}" removed="1"/>
</clbl:labelList>
</file>

<file path=docProps/app.xml><?xml version="1.0" encoding="utf-8"?>
<Properties xmlns="http://schemas.openxmlformats.org/officeDocument/2006/extended-properties" xmlns:vt="http://schemas.openxmlformats.org/officeDocument/2006/docPropsVTypes">
  <Template/>
  <TotalTime>0</TotalTime>
  <Words>5761</Words>
  <Application>Microsoft Office PowerPoint</Application>
  <PresentationFormat>On-screen Show (16:9)</PresentationFormat>
  <Paragraphs>1310</Paragraphs>
  <Slides>35</Slides>
  <Notes>20</Notes>
  <HiddenSlides>5</HiddenSlides>
  <MMClips>0</MMClips>
  <ScaleCrop>false</ScaleCrop>
  <HeadingPairs>
    <vt:vector size="4" baseType="variant">
      <vt:variant>
        <vt:lpstr>Theme</vt:lpstr>
      </vt:variant>
      <vt:variant>
        <vt:i4>12</vt:i4>
      </vt:variant>
      <vt:variant>
        <vt:lpstr>Slide Titles</vt:lpstr>
      </vt:variant>
      <vt:variant>
        <vt:i4>35</vt:i4>
      </vt:variant>
    </vt:vector>
  </HeadingPairs>
  <TitlesOfParts>
    <vt:vector size="47" baseType="lpstr">
      <vt:lpstr>1. Master</vt:lpstr>
      <vt:lpstr>1_1. Master</vt:lpstr>
      <vt:lpstr>2_1. Master</vt:lpstr>
      <vt:lpstr>3_1. Master</vt:lpstr>
      <vt:lpstr>4_1. Master</vt:lpstr>
      <vt:lpstr>5_1. Master</vt:lpstr>
      <vt:lpstr>6_1. Master</vt:lpstr>
      <vt:lpstr>7_1. Master</vt:lpstr>
      <vt:lpstr>8_1. Master</vt:lpstr>
      <vt:lpstr>1_Office テーマ</vt:lpstr>
      <vt:lpstr>1. White master</vt:lpstr>
      <vt:lpstr>Office Theme</vt:lpstr>
      <vt:lpstr>LV618 4G_5G migration internal kick-off  Jun 10, 2025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CNS Core Applications  Internal Project Kick Off Pack  21-Aug-24 </dc:title>
  <dc:subject/>
  <dc:creator/>
  <cp:keywords/>
  <dc:description/>
  <cp:lastModifiedBy>Mika Inoue (Nokia)</cp:lastModifiedBy>
  <cp:revision>2</cp:revision>
  <dcterms:created xsi:type="dcterms:W3CDTF">2023-02-07T12:20:59Z</dcterms:created>
  <dcterms:modified xsi:type="dcterms:W3CDTF">2026-08-21T04:13:51Z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0x01010078345B69B4E89746BAEF2986FF84973A</vt:lpwstr>
  </property>
  <property fmtid="{D5CDD505-2E9C-101B-9397-08002B2CF9AE}" pid="3" name="_dlc_DocIdItemGuid">
    <vt:lpwstr>c1a9a743-cf76-41d3-b959-1540ce5fd1a5</vt:lpwstr>
  </property>
  <property fmtid="{D5CDD505-2E9C-101B-9397-08002B2CF9AE}" pid="4" name="MediaServiceImageTags">
    <vt:lpwstr/>
  </property>
</Properties>
</file>